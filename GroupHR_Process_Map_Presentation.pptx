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9" r:id="rId15"/>
    <p:sldId id="280" r:id="rId16"/>
    <p:sldId id="270" r:id="rId17"/>
    <p:sldId id="271" r:id="rId18"/>
    <p:sldId id="272" r:id="rId19"/>
    <p:sldId id="273" r:id="rId20"/>
    <p:sldId id="274" r:id="rId21"/>
    <p:sldId id="281" r:id="rId22"/>
    <p:sldId id="276" r:id="rId23"/>
    <p:sldId id="277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901E"/>
    <a:srgbClr val="1268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06F94A-4185-4E7D-ACE6-CD2F51A12761}" v="156" dt="2026-04-21T06:34:00.4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59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04" y="-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mit Shah" userId="19542b5f-727d-48fc-a6e5-31748f5f223f" providerId="ADAL" clId="{6E744BBD-6A1F-4C63-AAA4-E23759909C2A}"/>
    <pc:docChg chg="undo custSel addSld delSld modSld sldOrd addSection delSection modSection">
      <pc:chgData name="Nirmit Shah" userId="19542b5f-727d-48fc-a6e5-31748f5f223f" providerId="ADAL" clId="{6E744BBD-6A1F-4C63-AAA4-E23759909C2A}" dt="2026-04-21T06:34:27.459" v="7404" actId="20577"/>
      <pc:docMkLst>
        <pc:docMk/>
      </pc:docMkLst>
      <pc:sldChg chg="addSp modSp mod">
        <pc:chgData name="Nirmit Shah" userId="19542b5f-727d-48fc-a6e5-31748f5f223f" providerId="ADAL" clId="{6E744BBD-6A1F-4C63-AAA4-E23759909C2A}" dt="2026-04-20T07:15:04.190" v="4154" actId="2711"/>
        <pc:sldMkLst>
          <pc:docMk/>
          <pc:sldMk cId="0" sldId="256"/>
        </pc:sldMkLst>
        <pc:spChg chg="mod">
          <ac:chgData name="Nirmit Shah" userId="19542b5f-727d-48fc-a6e5-31748f5f223f" providerId="ADAL" clId="{6E744BBD-6A1F-4C63-AAA4-E23759909C2A}" dt="2026-04-20T07:15:04.190" v="4154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5:04.190" v="4154" actId="2711"/>
          <ac:spMkLst>
            <pc:docMk/>
            <pc:sldMk cId="0" sldId="256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5:04.190" v="4154" actId="2711"/>
          <ac:spMkLst>
            <pc:docMk/>
            <pc:sldMk cId="0" sldId="256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5:04.190" v="4154" actId="2711"/>
          <ac:spMkLst>
            <pc:docMk/>
            <pc:sldMk cId="0" sldId="256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5:04.190" v="4154" actId="2711"/>
          <ac:spMkLst>
            <pc:docMk/>
            <pc:sldMk cId="0" sldId="256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5:04.190" v="4154" actId="2711"/>
          <ac:spMkLst>
            <pc:docMk/>
            <pc:sldMk cId="0" sldId="256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5:04.190" v="4154" actId="2711"/>
          <ac:spMkLst>
            <pc:docMk/>
            <pc:sldMk cId="0" sldId="256"/>
            <ac:spMk id="8" creationId="{00000000-0000-0000-0000-000000000000}"/>
          </ac:spMkLst>
        </pc:spChg>
        <pc:picChg chg="add mod">
          <ac:chgData name="Nirmit Shah" userId="19542b5f-727d-48fc-a6e5-31748f5f223f" providerId="ADAL" clId="{6E744BBD-6A1F-4C63-AAA4-E23759909C2A}" dt="2026-04-20T07:15:04.190" v="4154" actId="2711"/>
          <ac:picMkLst>
            <pc:docMk/>
            <pc:sldMk cId="0" sldId="256"/>
            <ac:picMk id="9" creationId="{9B380C9E-98B4-F82E-D11E-2618034F9990}"/>
          </ac:picMkLst>
        </pc:picChg>
      </pc:sldChg>
      <pc:sldChg chg="addSp delSp modSp mod">
        <pc:chgData name="Nirmit Shah" userId="19542b5f-727d-48fc-a6e5-31748f5f223f" providerId="ADAL" clId="{6E744BBD-6A1F-4C63-AAA4-E23759909C2A}" dt="2026-04-20T07:30:03.304" v="4309" actId="20577"/>
        <pc:sldMkLst>
          <pc:docMk/>
          <pc:sldMk cId="0" sldId="257"/>
        </pc:sldMkLst>
        <pc:spChg chg="mod">
          <ac:chgData name="Nirmit Shah" userId="19542b5f-727d-48fc-a6e5-31748f5f223f" providerId="ADAL" clId="{6E744BBD-6A1F-4C63-AAA4-E23759909C2A}" dt="2026-04-20T07:30:03.304" v="4309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5:09.738" v="4155" actId="2711"/>
          <ac:spMkLst>
            <pc:docMk/>
            <pc:sldMk cId="0" sldId="257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29:31.541" v="4305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13:29.269" v="1904" actId="404"/>
          <ac:spMkLst>
            <pc:docMk/>
            <pc:sldMk cId="0" sldId="257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20:40.926" v="2252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13:29.269" v="1904" actId="404"/>
          <ac:spMkLst>
            <pc:docMk/>
            <pc:sldMk cId="0" sldId="257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29:31.541" v="4305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6:59:07.415" v="3983" actId="14100"/>
          <ac:spMkLst>
            <pc:docMk/>
            <pc:sldMk cId="0" sldId="257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6:59:07.415" v="3983" actId="14100"/>
          <ac:spMkLst>
            <pc:docMk/>
            <pc:sldMk cId="0" sldId="257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6:59:07.415" v="3983" actId="14100"/>
          <ac:spMkLst>
            <pc:docMk/>
            <pc:sldMk cId="0" sldId="257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6:59:07.415" v="3983" actId="14100"/>
          <ac:spMkLst>
            <pc:docMk/>
            <pc:sldMk cId="0" sldId="257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16:47.384" v="2052" actId="164"/>
          <ac:spMkLst>
            <pc:docMk/>
            <pc:sldMk cId="0" sldId="257"/>
            <ac:spMk id="1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16:47.384" v="2052" actId="164"/>
          <ac:spMkLst>
            <pc:docMk/>
            <pc:sldMk cId="0" sldId="257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19:29.964" v="2186" actId="1035"/>
          <ac:spMkLst>
            <pc:docMk/>
            <pc:sldMk cId="0" sldId="257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19:39.369" v="2208" actId="103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16:55.070" v="2055" actId="164"/>
          <ac:spMkLst>
            <pc:docMk/>
            <pc:sldMk cId="0" sldId="257"/>
            <ac:spMk id="2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16:55.070" v="2055" actId="164"/>
          <ac:spMkLst>
            <pc:docMk/>
            <pc:sldMk cId="0" sldId="257"/>
            <ac:spMk id="2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19:56.409" v="2226" actId="403"/>
          <ac:spMkLst>
            <pc:docMk/>
            <pc:sldMk cId="0" sldId="257"/>
            <ac:spMk id="2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6:56:54.352" v="3951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29:49.011" v="4307" actId="403"/>
          <ac:spMkLst>
            <pc:docMk/>
            <pc:sldMk cId="0" sldId="257"/>
            <ac:spMk id="2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5:09.738" v="4155" actId="2711"/>
          <ac:spMkLst>
            <pc:docMk/>
            <pc:sldMk cId="0" sldId="257"/>
            <ac:spMk id="25" creationId="{00000000-0000-0000-0000-000000000000}"/>
          </ac:spMkLst>
        </pc:spChg>
        <pc:spChg chg="add mod">
          <ac:chgData name="Nirmit Shah" userId="19542b5f-727d-48fc-a6e5-31748f5f223f" providerId="ADAL" clId="{6E744BBD-6A1F-4C63-AAA4-E23759909C2A}" dt="2026-04-20T07:29:31.541" v="4305" actId="1076"/>
          <ac:spMkLst>
            <pc:docMk/>
            <pc:sldMk cId="0" sldId="257"/>
            <ac:spMk id="29" creationId="{679D4205-94F1-C72C-68DA-9DF96632A581}"/>
          </ac:spMkLst>
        </pc:spChg>
        <pc:spChg chg="add mod">
          <ac:chgData name="Nirmit Shah" userId="19542b5f-727d-48fc-a6e5-31748f5f223f" providerId="ADAL" clId="{6E744BBD-6A1F-4C63-AAA4-E23759909C2A}" dt="2026-04-20T07:29:31.541" v="4305" actId="1076"/>
          <ac:spMkLst>
            <pc:docMk/>
            <pc:sldMk cId="0" sldId="257"/>
            <ac:spMk id="36" creationId="{9F2DB508-DB62-81A9-C173-C474470F4967}"/>
          </ac:spMkLst>
        </pc:spChg>
        <pc:spChg chg="add mod">
          <ac:chgData name="Nirmit Shah" userId="19542b5f-727d-48fc-a6e5-31748f5f223f" providerId="ADAL" clId="{6E744BBD-6A1F-4C63-AAA4-E23759909C2A}" dt="2026-04-20T07:29:31.541" v="4305" actId="1076"/>
          <ac:spMkLst>
            <pc:docMk/>
            <pc:sldMk cId="0" sldId="257"/>
            <ac:spMk id="40" creationId="{9F23D733-B8F2-6546-95C2-1D3B07D4B8CD}"/>
          </ac:spMkLst>
        </pc:spChg>
        <pc:spChg chg="add mod">
          <ac:chgData name="Nirmit Shah" userId="19542b5f-727d-48fc-a6e5-31748f5f223f" providerId="ADAL" clId="{6E744BBD-6A1F-4C63-AAA4-E23759909C2A}" dt="2026-04-20T07:29:31.541" v="4305" actId="1076"/>
          <ac:spMkLst>
            <pc:docMk/>
            <pc:sldMk cId="0" sldId="257"/>
            <ac:spMk id="43" creationId="{E7D0B604-E787-10F9-1918-CC6D96F76806}"/>
          </ac:spMkLst>
        </pc:spChg>
        <pc:grpChg chg="add mod">
          <ac:chgData name="Nirmit Shah" userId="19542b5f-727d-48fc-a6e5-31748f5f223f" providerId="ADAL" clId="{6E744BBD-6A1F-4C63-AAA4-E23759909C2A}" dt="2026-04-20T04:13:56.778" v="1907" actId="1076"/>
          <ac:grpSpMkLst>
            <pc:docMk/>
            <pc:sldMk cId="0" sldId="257"/>
            <ac:grpSpMk id="27" creationId="{E1BC432C-6772-175E-39E6-03BF9C56280D}"/>
          </ac:grpSpMkLst>
        </pc:grpChg>
        <pc:grpChg chg="add mod">
          <ac:chgData name="Nirmit Shah" userId="19542b5f-727d-48fc-a6e5-31748f5f223f" providerId="ADAL" clId="{6E744BBD-6A1F-4C63-AAA4-E23759909C2A}" dt="2026-04-20T06:59:07.415" v="3983" actId="14100"/>
          <ac:grpSpMkLst>
            <pc:docMk/>
            <pc:sldMk cId="0" sldId="257"/>
            <ac:grpSpMk id="32" creationId="{9CB6168D-E554-58FF-8E7F-C748B40A490B}"/>
          </ac:grpSpMkLst>
        </pc:grpChg>
        <pc:grpChg chg="add mod">
          <ac:chgData name="Nirmit Shah" userId="19542b5f-727d-48fc-a6e5-31748f5f223f" providerId="ADAL" clId="{6E744BBD-6A1F-4C63-AAA4-E23759909C2A}" dt="2026-04-20T07:29:31.541" v="4305" actId="1076"/>
          <ac:grpSpMkLst>
            <pc:docMk/>
            <pc:sldMk cId="0" sldId="257"/>
            <ac:grpSpMk id="33" creationId="{CEB3E9E8-E180-ED6F-11EE-2CC049F1D2EB}"/>
          </ac:grpSpMkLst>
        </pc:grpChg>
        <pc:grpChg chg="add mod">
          <ac:chgData name="Nirmit Shah" userId="19542b5f-727d-48fc-a6e5-31748f5f223f" providerId="ADAL" clId="{6E744BBD-6A1F-4C63-AAA4-E23759909C2A}" dt="2026-04-20T04:16:53.148" v="2054" actId="164"/>
          <ac:grpSpMkLst>
            <pc:docMk/>
            <pc:sldMk cId="0" sldId="257"/>
            <ac:grpSpMk id="34" creationId="{1C1E43CB-6484-B458-CAF5-56266CD68428}"/>
          </ac:grpSpMkLst>
        </pc:grpChg>
        <pc:grpChg chg="add mod">
          <ac:chgData name="Nirmit Shah" userId="19542b5f-727d-48fc-a6e5-31748f5f223f" providerId="ADAL" clId="{6E744BBD-6A1F-4C63-AAA4-E23759909C2A}" dt="2026-04-20T04:19:46.621" v="2210" actId="1076"/>
          <ac:grpSpMkLst>
            <pc:docMk/>
            <pc:sldMk cId="0" sldId="257"/>
            <ac:grpSpMk id="35" creationId="{D281F774-E4F3-8D35-8879-6DD918237EAF}"/>
          </ac:grpSpMkLst>
        </pc:grpChg>
        <pc:picChg chg="mod">
          <ac:chgData name="Nirmit Shah" userId="19542b5f-727d-48fc-a6e5-31748f5f223f" providerId="ADAL" clId="{6E744BBD-6A1F-4C63-AAA4-E23759909C2A}" dt="2026-04-20T04:13:19.827" v="1899" actId="164"/>
          <ac:picMkLst>
            <pc:docMk/>
            <pc:sldMk cId="0" sldId="257"/>
            <ac:picMk id="5" creationId="{00000000-0000-0000-0000-000000000000}"/>
          </ac:picMkLst>
        </pc:picChg>
        <pc:picChg chg="mod">
          <ac:chgData name="Nirmit Shah" userId="19542b5f-727d-48fc-a6e5-31748f5f223f" providerId="ADAL" clId="{6E744BBD-6A1F-4C63-AAA4-E23759909C2A}" dt="2026-04-20T04:20:40.926" v="2252" actId="1076"/>
          <ac:picMkLst>
            <pc:docMk/>
            <pc:sldMk cId="0" sldId="257"/>
            <ac:picMk id="7" creationId="{00000000-0000-0000-0000-000000000000}"/>
          </ac:picMkLst>
        </pc:picChg>
        <pc:picChg chg="mod">
          <ac:chgData name="Nirmit Shah" userId="19542b5f-727d-48fc-a6e5-31748f5f223f" providerId="ADAL" clId="{6E744BBD-6A1F-4C63-AAA4-E23759909C2A}" dt="2026-04-20T04:13:19.827" v="1899" actId="164"/>
          <ac:picMkLst>
            <pc:docMk/>
            <pc:sldMk cId="0" sldId="257"/>
            <ac:picMk id="9" creationId="{00000000-0000-0000-0000-000000000000}"/>
          </ac:picMkLst>
        </pc:picChg>
        <pc:picChg chg="add mod">
          <ac:chgData name="Nirmit Shah" userId="19542b5f-727d-48fc-a6e5-31748f5f223f" providerId="ADAL" clId="{6E744BBD-6A1F-4C63-AAA4-E23759909C2A}" dt="2026-04-20T04:09:45.206" v="1864" actId="167"/>
          <ac:picMkLst>
            <pc:docMk/>
            <pc:sldMk cId="0" sldId="257"/>
            <ac:picMk id="26" creationId="{9332E6F2-D50F-34E4-CE01-A99AC8900ADF}"/>
          </ac:picMkLst>
        </pc:picChg>
        <pc:picChg chg="add del mod">
          <ac:chgData name="Nirmit Shah" userId="19542b5f-727d-48fc-a6e5-31748f5f223f" providerId="ADAL" clId="{6E744BBD-6A1F-4C63-AAA4-E23759909C2A}" dt="2026-04-20T04:15:47.454" v="2033" actId="478"/>
          <ac:picMkLst>
            <pc:docMk/>
            <pc:sldMk cId="0" sldId="257"/>
            <ac:picMk id="28" creationId="{3CCEFF5B-0C66-1787-1AF8-F071F070CD07}"/>
          </ac:picMkLst>
        </pc:picChg>
        <pc:picChg chg="add mod">
          <ac:chgData name="Nirmit Shah" userId="19542b5f-727d-48fc-a6e5-31748f5f223f" providerId="ADAL" clId="{6E744BBD-6A1F-4C63-AAA4-E23759909C2A}" dt="2026-04-20T07:29:31.541" v="4305" actId="1076"/>
          <ac:picMkLst>
            <pc:docMk/>
            <pc:sldMk cId="0" sldId="257"/>
            <ac:picMk id="31" creationId="{027597B2-8589-598C-1450-0EEE24ED0DDB}"/>
          </ac:picMkLst>
        </pc:picChg>
        <pc:picChg chg="add del mod">
          <ac:chgData name="Nirmit Shah" userId="19542b5f-727d-48fc-a6e5-31748f5f223f" providerId="ADAL" clId="{6E744BBD-6A1F-4C63-AAA4-E23759909C2A}" dt="2026-04-20T04:22:53.810" v="2335" actId="478"/>
          <ac:picMkLst>
            <pc:docMk/>
            <pc:sldMk cId="0" sldId="257"/>
            <ac:picMk id="37" creationId="{5B516125-4EF0-948F-52D2-829AAF4FE219}"/>
          </ac:picMkLst>
        </pc:picChg>
        <pc:picChg chg="add mod">
          <ac:chgData name="Nirmit Shah" userId="19542b5f-727d-48fc-a6e5-31748f5f223f" providerId="ADAL" clId="{6E744BBD-6A1F-4C63-AAA4-E23759909C2A}" dt="2026-04-20T07:29:31.541" v="4305" actId="1076"/>
          <ac:picMkLst>
            <pc:docMk/>
            <pc:sldMk cId="0" sldId="257"/>
            <ac:picMk id="39" creationId="{0F22F2C1-AFB8-514E-B98C-50C8EFFCED48}"/>
          </ac:picMkLst>
        </pc:picChg>
        <pc:picChg chg="add mod">
          <ac:chgData name="Nirmit Shah" userId="19542b5f-727d-48fc-a6e5-31748f5f223f" providerId="ADAL" clId="{6E744BBD-6A1F-4C63-AAA4-E23759909C2A}" dt="2026-04-20T07:29:31.541" v="4305" actId="1076"/>
          <ac:picMkLst>
            <pc:docMk/>
            <pc:sldMk cId="0" sldId="257"/>
            <ac:picMk id="42" creationId="{5DF5AB03-7130-A973-2565-FF37DCCB573D}"/>
          </ac:picMkLst>
        </pc:picChg>
        <pc:picChg chg="add mod">
          <ac:chgData name="Nirmit Shah" userId="19542b5f-727d-48fc-a6e5-31748f5f223f" providerId="ADAL" clId="{6E744BBD-6A1F-4C63-AAA4-E23759909C2A}" dt="2026-04-20T06:59:28.385" v="3986" actId="1076"/>
          <ac:picMkLst>
            <pc:docMk/>
            <pc:sldMk cId="0" sldId="257"/>
            <ac:picMk id="1026" creationId="{6083F8EB-CDA0-7A1C-193E-23B0FC7DDBB4}"/>
          </ac:picMkLst>
        </pc:picChg>
      </pc:sldChg>
      <pc:sldChg chg="addSp modSp mod">
        <pc:chgData name="Nirmit Shah" userId="19542b5f-727d-48fc-a6e5-31748f5f223f" providerId="ADAL" clId="{6E744BBD-6A1F-4C63-AAA4-E23759909C2A}" dt="2026-04-21T04:25:03.252" v="4375" actId="14100"/>
        <pc:sldMkLst>
          <pc:docMk/>
          <pc:sldMk cId="0" sldId="258"/>
        </pc:sldMkLst>
        <pc:spChg chg="mod">
          <ac:chgData name="Nirmit Shah" userId="19542b5f-727d-48fc-a6e5-31748f5f223f" providerId="ADAL" clId="{6E744BBD-6A1F-4C63-AAA4-E23759909C2A}" dt="2026-04-20T07:15:48.040" v="4216" actId="2711"/>
          <ac:spMkLst>
            <pc:docMk/>
            <pc:sldMk cId="0" sldId="258"/>
            <ac:spMk id="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5:48.040" v="4216" actId="2711"/>
          <ac:spMkLst>
            <pc:docMk/>
            <pc:sldMk cId="0" sldId="258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5:48.040" v="4216" actId="2711"/>
          <ac:spMkLst>
            <pc:docMk/>
            <pc:sldMk cId="0" sldId="258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3:15.143" v="4311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25:33.182" v="2352" actId="113"/>
          <ac:spMkLst>
            <pc:docMk/>
            <pc:sldMk cId="0" sldId="258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5:48.040" v="4216" actId="2711"/>
          <ac:spMkLst>
            <pc:docMk/>
            <pc:sldMk cId="0" sldId="258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5:48.040" v="4216" actId="2711"/>
          <ac:spMkLst>
            <pc:docMk/>
            <pc:sldMk cId="0" sldId="258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26:21.102" v="2359" actId="113"/>
          <ac:spMkLst>
            <pc:docMk/>
            <pc:sldMk cId="0" sldId="258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3:19.124" v="4313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3:27.035" v="4323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5:03.252" v="4375" actId="1410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4:43.224" v="4373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25:46.256" v="265" actId="122"/>
          <ac:spMkLst>
            <pc:docMk/>
            <pc:sldMk cId="0" sldId="258"/>
            <ac:spMk id="15" creationId="{00000000-0000-0000-0000-000000000000}"/>
          </ac:spMkLst>
        </pc:spChg>
        <pc:picChg chg="add mod">
          <ac:chgData name="Nirmit Shah" userId="19542b5f-727d-48fc-a6e5-31748f5f223f" providerId="ADAL" clId="{6E744BBD-6A1F-4C63-AAA4-E23759909C2A}" dt="2026-04-20T04:09:56.352" v="1865"/>
          <ac:picMkLst>
            <pc:docMk/>
            <pc:sldMk cId="0" sldId="258"/>
            <ac:picMk id="16" creationId="{57F641E0-430D-23F0-096A-8548E5D8B418}"/>
          </ac:picMkLst>
        </pc:picChg>
      </pc:sldChg>
      <pc:sldChg chg="addSp delSp modSp mod">
        <pc:chgData name="Nirmit Shah" userId="19542b5f-727d-48fc-a6e5-31748f5f223f" providerId="ADAL" clId="{6E744BBD-6A1F-4C63-AAA4-E23759909C2A}" dt="2026-04-20T07:16:03.520" v="4217" actId="2711"/>
        <pc:sldMkLst>
          <pc:docMk/>
          <pc:sldMk cId="0" sldId="259"/>
        </pc:sldMkLst>
        <pc:spChg chg="mod">
          <ac:chgData name="Nirmit Shah" userId="19542b5f-727d-48fc-a6e5-31748f5f223f" providerId="ADAL" clId="{6E744BBD-6A1F-4C63-AAA4-E23759909C2A}" dt="2026-04-20T07:16:03.520" v="4217" actId="2711"/>
          <ac:spMkLst>
            <pc:docMk/>
            <pc:sldMk cId="0" sldId="259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03.520" v="4217" actId="2711"/>
          <ac:spMkLst>
            <pc:docMk/>
            <pc:sldMk cId="0" sldId="259"/>
            <ac:spMk id="4" creationId="{00000000-0000-0000-0000-000000000000}"/>
          </ac:spMkLst>
        </pc:spChg>
        <pc:picChg chg="add mod">
          <ac:chgData name="Nirmit Shah" userId="19542b5f-727d-48fc-a6e5-31748f5f223f" providerId="ADAL" clId="{6E744BBD-6A1F-4C63-AAA4-E23759909C2A}" dt="2026-04-20T07:16:03.520" v="4217" actId="2711"/>
          <ac:picMkLst>
            <pc:docMk/>
            <pc:sldMk cId="0" sldId="259"/>
            <ac:picMk id="5" creationId="{619B23FB-B579-C83C-4247-3CE1248DA073}"/>
          </ac:picMkLst>
        </pc:picChg>
      </pc:sldChg>
      <pc:sldChg chg="addSp delSp modSp mod">
        <pc:chgData name="Nirmit Shah" userId="19542b5f-727d-48fc-a6e5-31748f5f223f" providerId="ADAL" clId="{6E744BBD-6A1F-4C63-AAA4-E23759909C2A}" dt="2026-04-21T04:25:51.854" v="4424" actId="20577"/>
        <pc:sldMkLst>
          <pc:docMk/>
          <pc:sldMk cId="0" sldId="260"/>
        </pc:sldMkLst>
        <pc:spChg chg="mod">
          <ac:chgData name="Nirmit Shah" userId="19542b5f-727d-48fc-a6e5-31748f5f223f" providerId="ADAL" clId="{6E744BBD-6A1F-4C63-AAA4-E23759909C2A}" dt="2026-04-20T06:49:29.118" v="3677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10.551" v="4218" actId="2711"/>
          <ac:spMkLst>
            <pc:docMk/>
            <pc:sldMk cId="0" sldId="260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10.551" v="4218" actId="2711"/>
          <ac:spMkLst>
            <pc:docMk/>
            <pc:sldMk cId="0" sldId="260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10.551" v="4218" actId="2711"/>
          <ac:spMkLst>
            <pc:docMk/>
            <pc:sldMk cId="0" sldId="260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10.551" v="4218" actId="2711"/>
          <ac:spMkLst>
            <pc:docMk/>
            <pc:sldMk cId="0" sldId="260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10.551" v="4218" actId="2711"/>
          <ac:spMkLst>
            <pc:docMk/>
            <pc:sldMk cId="0" sldId="260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35:17.622" v="491" actId="403"/>
          <ac:spMkLst>
            <pc:docMk/>
            <pc:sldMk cId="0" sldId="260"/>
            <ac:spMk id="1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5:51.854" v="4424" actId="2057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35:13.844" v="487" actId="403"/>
          <ac:spMkLst>
            <pc:docMk/>
            <pc:sldMk cId="0" sldId="260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10.551" v="4218" actId="2711"/>
          <ac:spMkLst>
            <pc:docMk/>
            <pc:sldMk cId="0" sldId="260"/>
            <ac:spMk id="2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36:13.699" v="497" actId="2057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34:57.727" v="476" actId="404"/>
          <ac:spMkLst>
            <pc:docMk/>
            <pc:sldMk cId="0" sldId="260"/>
            <ac:spMk id="2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34:41.396" v="463" actId="403"/>
          <ac:spMkLst>
            <pc:docMk/>
            <pc:sldMk cId="0" sldId="260"/>
            <ac:spMk id="2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10.551" v="4218" actId="2711"/>
          <ac:spMkLst>
            <pc:docMk/>
            <pc:sldMk cId="0" sldId="260"/>
            <ac:spMk id="2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34:37.403" v="459" actId="404"/>
          <ac:spMkLst>
            <pc:docMk/>
            <pc:sldMk cId="0" sldId="260"/>
            <ac:spMk id="2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34:03.993" v="435" actId="403"/>
          <ac:spMkLst>
            <pc:docMk/>
            <pc:sldMk cId="0" sldId="260"/>
            <ac:spMk id="2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10.551" v="4218" actId="2711"/>
          <ac:spMkLst>
            <pc:docMk/>
            <pc:sldMk cId="0" sldId="260"/>
            <ac:spMk id="3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34:32.454" v="456" actId="404"/>
          <ac:spMkLst>
            <pc:docMk/>
            <pc:sldMk cId="0" sldId="260"/>
            <ac:spMk id="3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34:12.570" v="442" actId="404"/>
          <ac:spMkLst>
            <pc:docMk/>
            <pc:sldMk cId="0" sldId="260"/>
            <ac:spMk id="3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10.551" v="4218" actId="2711"/>
          <ac:spMkLst>
            <pc:docMk/>
            <pc:sldMk cId="0" sldId="260"/>
            <ac:spMk id="3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10.551" v="4218" actId="2711"/>
          <ac:spMkLst>
            <pc:docMk/>
            <pc:sldMk cId="0" sldId="260"/>
            <ac:spMk id="3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26:40.354" v="278" actId="122"/>
          <ac:spMkLst>
            <pc:docMk/>
            <pc:sldMk cId="0" sldId="260"/>
            <ac:spMk id="41" creationId="{00000000-0000-0000-0000-000000000000}"/>
          </ac:spMkLst>
        </pc:spChg>
        <pc:picChg chg="add mod">
          <ac:chgData name="Nirmit Shah" userId="19542b5f-727d-48fc-a6e5-31748f5f223f" providerId="ADAL" clId="{6E744BBD-6A1F-4C63-AAA4-E23759909C2A}" dt="2026-04-20T04:09:58.974" v="1866"/>
          <ac:picMkLst>
            <pc:docMk/>
            <pc:sldMk cId="0" sldId="260"/>
            <ac:picMk id="42" creationId="{966A9807-8FA0-6D92-B91D-0D456ACA467F}"/>
          </ac:picMkLst>
        </pc:picChg>
      </pc:sldChg>
      <pc:sldChg chg="addSp delSp modSp mod">
        <pc:chgData name="Nirmit Shah" userId="19542b5f-727d-48fc-a6e5-31748f5f223f" providerId="ADAL" clId="{6E744BBD-6A1F-4C63-AAA4-E23759909C2A}" dt="2026-04-21T04:32:34.517" v="4851" actId="20577"/>
        <pc:sldMkLst>
          <pc:docMk/>
          <pc:sldMk cId="0" sldId="261"/>
        </pc:sldMkLst>
        <pc:spChg chg="mod">
          <ac:chgData name="Nirmit Shah" userId="19542b5f-727d-48fc-a6e5-31748f5f223f" providerId="ADAL" clId="{6E744BBD-6A1F-4C63-AAA4-E23759909C2A}" dt="2026-04-20T06:50:56.278" v="3814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22.637" v="4219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6:50.233" v="4427" actId="164"/>
          <ac:spMkLst>
            <pc:docMk/>
            <pc:sldMk cId="0" sldId="261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6:50.233" v="4427" actId="164"/>
          <ac:spMkLst>
            <pc:docMk/>
            <pc:sldMk cId="0" sldId="261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6:53.576" v="4428" actId="164"/>
          <ac:spMkLst>
            <pc:docMk/>
            <pc:sldMk cId="0" sldId="261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6:53.576" v="4428" actId="164"/>
          <ac:spMkLst>
            <pc:docMk/>
            <pc:sldMk cId="0" sldId="261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6:57.179" v="4429" actId="164"/>
          <ac:spMkLst>
            <pc:docMk/>
            <pc:sldMk cId="0" sldId="261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6:57.179" v="4429" actId="164"/>
          <ac:spMkLst>
            <pc:docMk/>
            <pc:sldMk cId="0" sldId="261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7:01.594" v="4430" actId="164"/>
          <ac:spMkLst>
            <pc:docMk/>
            <pc:sldMk cId="0" sldId="261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31:39.485" v="4836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7:05.310" v="4431" actId="164"/>
          <ac:spMkLst>
            <pc:docMk/>
            <pc:sldMk cId="0" sldId="261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7:05.310" v="4431" actId="164"/>
          <ac:spMkLst>
            <pc:docMk/>
            <pc:sldMk cId="0" sldId="261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7:08.763" v="4432" actId="164"/>
          <ac:spMkLst>
            <pc:docMk/>
            <pc:sldMk cId="0" sldId="261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7:08.763" v="4432" actId="164"/>
          <ac:spMkLst>
            <pc:docMk/>
            <pc:sldMk cId="0" sldId="261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7:12.003" v="4433" actId="164"/>
          <ac:spMkLst>
            <pc:docMk/>
            <pc:sldMk cId="0" sldId="261"/>
            <ac:spMk id="1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27:12.003" v="4433" actId="164"/>
          <ac:spMkLst>
            <pc:docMk/>
            <pc:sldMk cId="0" sldId="261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22.637" v="4219" actId="2711"/>
          <ac:spMkLst>
            <pc:docMk/>
            <pc:sldMk cId="0" sldId="261"/>
            <ac:spMk id="2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22.637" v="4219" actId="2711"/>
          <ac:spMkLst>
            <pc:docMk/>
            <pc:sldMk cId="0" sldId="261"/>
            <ac:spMk id="2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26:51.784" v="280" actId="122"/>
          <ac:spMkLst>
            <pc:docMk/>
            <pc:sldMk cId="0" sldId="261"/>
            <ac:spMk id="2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6:43:39.802" v="3461" actId="20577"/>
          <ac:spMkLst>
            <pc:docMk/>
            <pc:sldMk cId="0" sldId="261"/>
            <ac:spMk id="26" creationId="{B3C147CD-1473-B859-1511-1087CDEB821C}"/>
          </ac:spMkLst>
        </pc:spChg>
        <pc:spChg chg="mod">
          <ac:chgData name="Nirmit Shah" userId="19542b5f-727d-48fc-a6e5-31748f5f223f" providerId="ADAL" clId="{6E744BBD-6A1F-4C63-AAA4-E23759909C2A}" dt="2026-04-21T04:32:34.517" v="4851" actId="20577"/>
          <ac:spMkLst>
            <pc:docMk/>
            <pc:sldMk cId="0" sldId="261"/>
            <ac:spMk id="28" creationId="{953C0F32-B36C-56BB-5FA6-D593430A42C9}"/>
          </ac:spMkLst>
        </pc:spChg>
        <pc:spChg chg="mod">
          <ac:chgData name="Nirmit Shah" userId="19542b5f-727d-48fc-a6e5-31748f5f223f" providerId="ADAL" clId="{6E744BBD-6A1F-4C63-AAA4-E23759909C2A}" dt="2026-04-21T04:27:55.022" v="4559" actId="208"/>
          <ac:spMkLst>
            <pc:docMk/>
            <pc:sldMk cId="0" sldId="261"/>
            <ac:spMk id="34" creationId="{30F57F54-076B-C384-3AFE-1659C85C399D}"/>
          </ac:spMkLst>
        </pc:spChg>
        <pc:spChg chg="mod">
          <ac:chgData name="Nirmit Shah" userId="19542b5f-727d-48fc-a6e5-31748f5f223f" providerId="ADAL" clId="{6E744BBD-6A1F-4C63-AAA4-E23759909C2A}" dt="2026-04-21T04:28:50.842" v="4628" actId="313"/>
          <ac:spMkLst>
            <pc:docMk/>
            <pc:sldMk cId="0" sldId="261"/>
            <ac:spMk id="35" creationId="{5BAA5070-73ED-BF86-7287-2BE1A944BA54}"/>
          </ac:spMkLst>
        </pc:spChg>
        <pc:spChg chg="mod">
          <ac:chgData name="Nirmit Shah" userId="19542b5f-727d-48fc-a6e5-31748f5f223f" providerId="ADAL" clId="{6E744BBD-6A1F-4C63-AAA4-E23759909C2A}" dt="2026-04-21T04:29:10.520" v="4631"/>
          <ac:spMkLst>
            <pc:docMk/>
            <pc:sldMk cId="0" sldId="261"/>
            <ac:spMk id="37" creationId="{A52F4143-B137-F548-92EC-98FBBC28F559}"/>
          </ac:spMkLst>
        </pc:spChg>
        <pc:spChg chg="mod">
          <ac:chgData name="Nirmit Shah" userId="19542b5f-727d-48fc-a6e5-31748f5f223f" providerId="ADAL" clId="{6E744BBD-6A1F-4C63-AAA4-E23759909C2A}" dt="2026-04-21T04:31:10.904" v="4780" actId="20577"/>
          <ac:spMkLst>
            <pc:docMk/>
            <pc:sldMk cId="0" sldId="261"/>
            <ac:spMk id="38" creationId="{392D0FD2-2D54-481F-F8C6-86FD2A15DB26}"/>
          </ac:spMkLst>
        </pc:spChg>
        <pc:spChg chg="mod">
          <ac:chgData name="Nirmit Shah" userId="19542b5f-727d-48fc-a6e5-31748f5f223f" providerId="ADAL" clId="{6E744BBD-6A1F-4C63-AAA4-E23759909C2A}" dt="2026-04-21T04:29:16.779" v="4633"/>
          <ac:spMkLst>
            <pc:docMk/>
            <pc:sldMk cId="0" sldId="261"/>
            <ac:spMk id="40" creationId="{55C727BA-1EF5-491D-000A-8747D7F19F36}"/>
          </ac:spMkLst>
        </pc:spChg>
        <pc:spChg chg="mod">
          <ac:chgData name="Nirmit Shah" userId="19542b5f-727d-48fc-a6e5-31748f5f223f" providerId="ADAL" clId="{6E744BBD-6A1F-4C63-AAA4-E23759909C2A}" dt="2026-04-21T04:31:31.624" v="4830" actId="20577"/>
          <ac:spMkLst>
            <pc:docMk/>
            <pc:sldMk cId="0" sldId="261"/>
            <ac:spMk id="41" creationId="{3A6DA946-FB17-44BB-C865-064E408E1D64}"/>
          </ac:spMkLst>
        </pc:spChg>
        <pc:spChg chg="add mod">
          <ac:chgData name="Nirmit Shah" userId="19542b5f-727d-48fc-a6e5-31748f5f223f" providerId="ADAL" clId="{6E744BBD-6A1F-4C63-AAA4-E23759909C2A}" dt="2026-04-21T04:30:32.371" v="4724" actId="1037"/>
          <ac:spMkLst>
            <pc:docMk/>
            <pc:sldMk cId="0" sldId="261"/>
            <ac:spMk id="42" creationId="{7D66ABAE-FF5A-C12F-B2AE-721D8AAF12ED}"/>
          </ac:spMkLst>
        </pc:spChg>
        <pc:grpChg chg="add mod">
          <ac:chgData name="Nirmit Shah" userId="19542b5f-727d-48fc-a6e5-31748f5f223f" providerId="ADAL" clId="{6E744BBD-6A1F-4C63-AAA4-E23759909C2A}" dt="2026-04-21T04:26:50.233" v="4427" actId="164"/>
          <ac:grpSpMkLst>
            <pc:docMk/>
            <pc:sldMk cId="0" sldId="261"/>
            <ac:grpSpMk id="18" creationId="{5DC95235-45C1-B686-047E-656406CB8CDB}"/>
          </ac:grpSpMkLst>
        </pc:grpChg>
        <pc:grpChg chg="add mod">
          <ac:chgData name="Nirmit Shah" userId="19542b5f-727d-48fc-a6e5-31748f5f223f" providerId="ADAL" clId="{6E744BBD-6A1F-4C63-AAA4-E23759909C2A}" dt="2026-04-21T04:26:53.576" v="4428" actId="164"/>
          <ac:grpSpMkLst>
            <pc:docMk/>
            <pc:sldMk cId="0" sldId="261"/>
            <ac:grpSpMk id="19" creationId="{507480C9-6338-9709-3690-98A92C434163}"/>
          </ac:grpSpMkLst>
        </pc:grpChg>
        <pc:grpChg chg="add mod">
          <ac:chgData name="Nirmit Shah" userId="19542b5f-727d-48fc-a6e5-31748f5f223f" providerId="ADAL" clId="{6E744BBD-6A1F-4C63-AAA4-E23759909C2A}" dt="2026-04-21T04:26:57.179" v="4429" actId="164"/>
          <ac:grpSpMkLst>
            <pc:docMk/>
            <pc:sldMk cId="0" sldId="261"/>
            <ac:grpSpMk id="20" creationId="{C68CBC7B-1A23-1879-71D2-94DFC48FED05}"/>
          </ac:grpSpMkLst>
        </pc:grpChg>
        <pc:grpChg chg="add del mod">
          <ac:chgData name="Nirmit Shah" userId="19542b5f-727d-48fc-a6e5-31748f5f223f" providerId="ADAL" clId="{6E744BBD-6A1F-4C63-AAA4-E23759909C2A}" dt="2026-04-20T06:43:06.112" v="3437" actId="478"/>
          <ac:grpSpMkLst>
            <pc:docMk/>
            <pc:sldMk cId="0" sldId="261"/>
            <ac:grpSpMk id="24" creationId="{0F3079C5-F06B-12E8-3FFD-072E721C6518}"/>
          </ac:grpSpMkLst>
        </pc:grpChg>
        <pc:grpChg chg="add mod">
          <ac:chgData name="Nirmit Shah" userId="19542b5f-727d-48fc-a6e5-31748f5f223f" providerId="ADAL" clId="{6E744BBD-6A1F-4C63-AAA4-E23759909C2A}" dt="2026-04-21T04:27:01.594" v="4430" actId="164"/>
          <ac:grpSpMkLst>
            <pc:docMk/>
            <pc:sldMk cId="0" sldId="261"/>
            <ac:grpSpMk id="24" creationId="{C392BDF4-9775-D4C3-FDBD-20202819807F}"/>
          </ac:grpSpMkLst>
        </pc:grpChg>
        <pc:grpChg chg="add mod">
          <ac:chgData name="Nirmit Shah" userId="19542b5f-727d-48fc-a6e5-31748f5f223f" providerId="ADAL" clId="{6E744BBD-6A1F-4C63-AAA4-E23759909C2A}" dt="2026-04-20T06:44:47.970" v="3465" actId="12788"/>
          <ac:grpSpMkLst>
            <pc:docMk/>
            <pc:sldMk cId="0" sldId="261"/>
            <ac:grpSpMk id="25" creationId="{0DC8E261-064E-24A8-DDD4-A5BCEE09C8B1}"/>
          </ac:grpSpMkLst>
        </pc:grpChg>
        <pc:grpChg chg="add mod">
          <ac:chgData name="Nirmit Shah" userId="19542b5f-727d-48fc-a6e5-31748f5f223f" providerId="ADAL" clId="{6E744BBD-6A1F-4C63-AAA4-E23759909C2A}" dt="2026-04-21T04:27:25.809" v="4435" actId="1076"/>
          <ac:grpSpMkLst>
            <pc:docMk/>
            <pc:sldMk cId="0" sldId="261"/>
            <ac:grpSpMk id="30" creationId="{D6C695D4-2775-D90F-FD43-4FD9EE53BC0C}"/>
          </ac:grpSpMkLst>
        </pc:grpChg>
        <pc:grpChg chg="add mod">
          <ac:chgData name="Nirmit Shah" userId="19542b5f-727d-48fc-a6e5-31748f5f223f" providerId="ADAL" clId="{6E744BBD-6A1F-4C63-AAA4-E23759909C2A}" dt="2026-04-21T04:27:32.916" v="4488" actId="1037"/>
          <ac:grpSpMkLst>
            <pc:docMk/>
            <pc:sldMk cId="0" sldId="261"/>
            <ac:grpSpMk id="31" creationId="{7312E51D-ED3B-6B01-90F4-A723F32F9A71}"/>
          </ac:grpSpMkLst>
        </pc:grpChg>
        <pc:grpChg chg="add mod">
          <ac:chgData name="Nirmit Shah" userId="19542b5f-727d-48fc-a6e5-31748f5f223f" providerId="ADAL" clId="{6E744BBD-6A1F-4C63-AAA4-E23759909C2A}" dt="2026-04-21T04:27:41.097" v="4556" actId="1037"/>
          <ac:grpSpMkLst>
            <pc:docMk/>
            <pc:sldMk cId="0" sldId="261"/>
            <ac:grpSpMk id="32" creationId="{8671F78E-EFA5-C0A3-3AEA-9A6DECF4F1A0}"/>
          </ac:grpSpMkLst>
        </pc:grpChg>
        <pc:grpChg chg="add mod">
          <ac:chgData name="Nirmit Shah" userId="19542b5f-727d-48fc-a6e5-31748f5f223f" providerId="ADAL" clId="{6E744BBD-6A1F-4C63-AAA4-E23759909C2A}" dt="2026-04-21T04:29:38.117" v="4636" actId="1076"/>
          <ac:grpSpMkLst>
            <pc:docMk/>
            <pc:sldMk cId="0" sldId="261"/>
            <ac:grpSpMk id="33" creationId="{DA35149F-3C64-5B42-57FC-A3562F034894}"/>
          </ac:grpSpMkLst>
        </pc:grpChg>
        <pc:grpChg chg="add mod">
          <ac:chgData name="Nirmit Shah" userId="19542b5f-727d-48fc-a6e5-31748f5f223f" providerId="ADAL" clId="{6E744BBD-6A1F-4C63-AAA4-E23759909C2A}" dt="2026-04-21T04:29:15.542" v="4632" actId="1076"/>
          <ac:grpSpMkLst>
            <pc:docMk/>
            <pc:sldMk cId="0" sldId="261"/>
            <ac:grpSpMk id="36" creationId="{C49DB2C7-9298-83C3-DDBB-718B2FEE89D6}"/>
          </ac:grpSpMkLst>
        </pc:grpChg>
        <pc:grpChg chg="add mod">
          <ac:chgData name="Nirmit Shah" userId="19542b5f-727d-48fc-a6e5-31748f5f223f" providerId="ADAL" clId="{6E744BBD-6A1F-4C63-AAA4-E23759909C2A}" dt="2026-04-21T04:29:28.693" v="4635" actId="1076"/>
          <ac:grpSpMkLst>
            <pc:docMk/>
            <pc:sldMk cId="0" sldId="261"/>
            <ac:grpSpMk id="39" creationId="{4949050C-AC65-DD0A-D1A0-11A58D274DFE}"/>
          </ac:grpSpMkLst>
        </pc:grpChg>
        <pc:picChg chg="mod">
          <ac:chgData name="Nirmit Shah" userId="19542b5f-727d-48fc-a6e5-31748f5f223f" providerId="ADAL" clId="{6E744BBD-6A1F-4C63-AAA4-E23759909C2A}" dt="2026-04-17T10:41:12.043" v="651" actId="1076"/>
          <ac:picMkLst>
            <pc:docMk/>
            <pc:sldMk cId="0" sldId="261"/>
            <ac:picMk id="27" creationId="{D071EA1E-A813-58C9-79FB-3D0D8FCCF651}"/>
          </ac:picMkLst>
        </pc:picChg>
        <pc:picChg chg="add mod">
          <ac:chgData name="Nirmit Shah" userId="19542b5f-727d-48fc-a6e5-31748f5f223f" providerId="ADAL" clId="{6E744BBD-6A1F-4C63-AAA4-E23759909C2A}" dt="2026-04-20T04:10:01.369" v="1867"/>
          <ac:picMkLst>
            <pc:docMk/>
            <pc:sldMk cId="0" sldId="261"/>
            <ac:picMk id="29" creationId="{83E2AAD8-B9A8-48C1-6809-09E4091A6648}"/>
          </ac:picMkLst>
        </pc:picChg>
      </pc:sldChg>
      <pc:sldChg chg="addSp modSp mod">
        <pc:chgData name="Nirmit Shah" userId="19542b5f-727d-48fc-a6e5-31748f5f223f" providerId="ADAL" clId="{6E744BBD-6A1F-4C63-AAA4-E23759909C2A}" dt="2026-04-20T07:16:34.390" v="4220" actId="2711"/>
        <pc:sldMkLst>
          <pc:docMk/>
          <pc:sldMk cId="0" sldId="262"/>
        </pc:sldMkLst>
        <pc:spChg chg="mod">
          <ac:chgData name="Nirmit Shah" userId="19542b5f-727d-48fc-a6e5-31748f5f223f" providerId="ADAL" clId="{6E744BBD-6A1F-4C63-AAA4-E23759909C2A}" dt="2026-04-20T07:16:34.390" v="4220" actId="2711"/>
          <ac:spMkLst>
            <pc:docMk/>
            <pc:sldMk cId="0" sldId="262"/>
            <ac:spMk id="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34.390" v="4220" actId="2711"/>
          <ac:spMkLst>
            <pc:docMk/>
            <pc:sldMk cId="0" sldId="262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34.390" v="4220" actId="2711"/>
          <ac:spMkLst>
            <pc:docMk/>
            <pc:sldMk cId="0" sldId="262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34.390" v="4220" actId="2711"/>
          <ac:spMkLst>
            <pc:docMk/>
            <pc:sldMk cId="0" sldId="262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34.390" v="4220" actId="2711"/>
          <ac:spMkLst>
            <pc:docMk/>
            <pc:sldMk cId="0" sldId="262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34.390" v="4220" actId="2711"/>
          <ac:spMkLst>
            <pc:docMk/>
            <pc:sldMk cId="0" sldId="262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34.390" v="4220" actId="2711"/>
          <ac:spMkLst>
            <pc:docMk/>
            <pc:sldMk cId="0" sldId="262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34.390" v="4220" actId="2711"/>
          <ac:spMkLst>
            <pc:docMk/>
            <pc:sldMk cId="0" sldId="262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34.390" v="4220" actId="2711"/>
          <ac:spMkLst>
            <pc:docMk/>
            <pc:sldMk cId="0" sldId="262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48:55.686" v="810" actId="25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49:32.431" v="859" actId="164"/>
          <ac:spMkLst>
            <pc:docMk/>
            <pc:sldMk cId="0" sldId="262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49:32.431" v="859" actId="164"/>
          <ac:spMkLst>
            <pc:docMk/>
            <pc:sldMk cId="0" sldId="262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5:20.530" v="1308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34.390" v="4220" actId="2711"/>
          <ac:spMkLst>
            <pc:docMk/>
            <pc:sldMk cId="0" sldId="262"/>
            <ac:spMk id="15" creationId="{00000000-0000-0000-0000-000000000000}"/>
          </ac:spMkLst>
        </pc:spChg>
        <pc:grpChg chg="add mod">
          <ac:chgData name="Nirmit Shah" userId="19542b5f-727d-48fc-a6e5-31748f5f223f" providerId="ADAL" clId="{6E744BBD-6A1F-4C63-AAA4-E23759909C2A}" dt="2026-04-17T10:49:55.909" v="865" actId="12788"/>
          <ac:grpSpMkLst>
            <pc:docMk/>
            <pc:sldMk cId="0" sldId="262"/>
            <ac:grpSpMk id="16" creationId="{6F67B341-1490-AE29-59E1-E7BA8C3DBF96}"/>
          </ac:grpSpMkLst>
        </pc:grpChg>
        <pc:picChg chg="add mod">
          <ac:chgData name="Nirmit Shah" userId="19542b5f-727d-48fc-a6e5-31748f5f223f" providerId="ADAL" clId="{6E744BBD-6A1F-4C63-AAA4-E23759909C2A}" dt="2026-04-20T04:10:03.623" v="1868"/>
          <ac:picMkLst>
            <pc:docMk/>
            <pc:sldMk cId="0" sldId="262"/>
            <ac:picMk id="17" creationId="{DE0F35F7-C3D0-0478-5469-0435C0549FD9}"/>
          </ac:picMkLst>
        </pc:picChg>
      </pc:sldChg>
      <pc:sldChg chg="addSp delSp modSp mod">
        <pc:chgData name="Nirmit Shah" userId="19542b5f-727d-48fc-a6e5-31748f5f223f" providerId="ADAL" clId="{6E744BBD-6A1F-4C63-AAA4-E23759909C2A}" dt="2026-04-20T07:16:45.361" v="4221" actId="2711"/>
        <pc:sldMkLst>
          <pc:docMk/>
          <pc:sldMk cId="0" sldId="263"/>
        </pc:sldMkLst>
        <pc:spChg chg="mod">
          <ac:chgData name="Nirmit Shah" userId="19542b5f-727d-48fc-a6e5-31748f5f223f" providerId="ADAL" clId="{6E744BBD-6A1F-4C63-AAA4-E23759909C2A}" dt="2026-04-20T07:16:45.361" v="4221" actId="2711"/>
          <ac:spMkLst>
            <pc:docMk/>
            <pc:sldMk cId="0" sldId="263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45.361" v="4221" actId="2711"/>
          <ac:spMkLst>
            <pc:docMk/>
            <pc:sldMk cId="0" sldId="263"/>
            <ac:spMk id="4" creationId="{00000000-0000-0000-0000-000000000000}"/>
          </ac:spMkLst>
        </pc:spChg>
        <pc:picChg chg="add mod">
          <ac:chgData name="Nirmit Shah" userId="19542b5f-727d-48fc-a6e5-31748f5f223f" providerId="ADAL" clId="{6E744BBD-6A1F-4C63-AAA4-E23759909C2A}" dt="2026-04-20T07:16:45.361" v="4221" actId="2711"/>
          <ac:picMkLst>
            <pc:docMk/>
            <pc:sldMk cId="0" sldId="263"/>
            <ac:picMk id="5" creationId="{60095E96-EB31-992A-52D7-2E504612F200}"/>
          </ac:picMkLst>
        </pc:picChg>
      </pc:sldChg>
      <pc:sldChg chg="addSp delSp modSp mod">
        <pc:chgData name="Nirmit Shah" userId="19542b5f-727d-48fc-a6e5-31748f5f223f" providerId="ADAL" clId="{6E744BBD-6A1F-4C63-AAA4-E23759909C2A}" dt="2026-04-20T07:16:58.559" v="4222" actId="2711"/>
        <pc:sldMkLst>
          <pc:docMk/>
          <pc:sldMk cId="0" sldId="264"/>
        </pc:sldMkLst>
        <pc:spChg chg="mod">
          <ac:chgData name="Nirmit Shah" userId="19542b5f-727d-48fc-a6e5-31748f5f223f" providerId="ADAL" clId="{6E744BBD-6A1F-4C63-AAA4-E23759909C2A}" dt="2026-04-20T07:16:58.559" v="4222" actId="2711"/>
          <ac:spMkLst>
            <pc:docMk/>
            <pc:sldMk cId="0" sldId="264"/>
            <ac:spMk id="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58.559" v="4222" actId="2711"/>
          <ac:spMkLst>
            <pc:docMk/>
            <pc:sldMk cId="0" sldId="264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1:54.673" v="924" actId="404"/>
          <ac:spMkLst>
            <pc:docMk/>
            <pc:sldMk cId="0" sldId="264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6:55.049" v="1109" actId="164"/>
          <ac:spMkLst>
            <pc:docMk/>
            <pc:sldMk cId="0" sldId="264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6:55.049" v="1109" actId="164"/>
          <ac:spMkLst>
            <pc:docMk/>
            <pc:sldMk cId="0" sldId="264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6:55.049" v="1109" actId="164"/>
          <ac:spMkLst>
            <pc:docMk/>
            <pc:sldMk cId="0" sldId="264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6:55.049" v="1109" actId="164"/>
          <ac:spMkLst>
            <pc:docMk/>
            <pc:sldMk cId="0" sldId="264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6:55.049" v="1109" actId="164"/>
          <ac:spMkLst>
            <pc:docMk/>
            <pc:sldMk cId="0" sldId="264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2:35.728" v="938" actId="404"/>
          <ac:spMkLst>
            <pc:docMk/>
            <pc:sldMk cId="0" sldId="264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1:54.673" v="924" actId="404"/>
          <ac:spMkLst>
            <pc:docMk/>
            <pc:sldMk cId="0" sldId="264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6:55.049" v="1109" actId="164"/>
          <ac:spMkLst>
            <pc:docMk/>
            <pc:sldMk cId="0" sldId="264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6:55.049" v="1109" actId="164"/>
          <ac:spMkLst>
            <pc:docMk/>
            <pc:sldMk cId="0" sldId="264"/>
            <ac:spMk id="1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6:55.049" v="1109" actId="164"/>
          <ac:spMkLst>
            <pc:docMk/>
            <pc:sldMk cId="0" sldId="264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6:55.049" v="1109" actId="164"/>
          <ac:spMkLst>
            <pc:docMk/>
            <pc:sldMk cId="0" sldId="264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1:54.673" v="924" actId="404"/>
          <ac:spMkLst>
            <pc:docMk/>
            <pc:sldMk cId="0" sldId="264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2:35.728" v="938" actId="404"/>
          <ac:spMkLst>
            <pc:docMk/>
            <pc:sldMk cId="0" sldId="264"/>
            <ac:spMk id="2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1:54.673" v="924" actId="404"/>
          <ac:spMkLst>
            <pc:docMk/>
            <pc:sldMk cId="0" sldId="264"/>
            <ac:spMk id="2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6:55.049" v="1109" actId="164"/>
          <ac:spMkLst>
            <pc:docMk/>
            <pc:sldMk cId="0" sldId="264"/>
            <ac:spMk id="2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3:58.315" v="1010" actId="164"/>
          <ac:spMkLst>
            <pc:docMk/>
            <pc:sldMk cId="0" sldId="264"/>
            <ac:spMk id="2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3:58.315" v="1010" actId="164"/>
          <ac:spMkLst>
            <pc:docMk/>
            <pc:sldMk cId="0" sldId="264"/>
            <ac:spMk id="2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3:58.315" v="1010" actId="164"/>
          <ac:spMkLst>
            <pc:docMk/>
            <pc:sldMk cId="0" sldId="264"/>
            <ac:spMk id="2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6:24.762" v="1320" actId="33524"/>
          <ac:spMkLst>
            <pc:docMk/>
            <pc:sldMk cId="0" sldId="264"/>
            <ac:spMk id="2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58.559" v="4222" actId="2711"/>
          <ac:spMkLst>
            <pc:docMk/>
            <pc:sldMk cId="0" sldId="264"/>
            <ac:spMk id="2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4:54.233" v="1022" actId="164"/>
          <ac:spMkLst>
            <pc:docMk/>
            <pc:sldMk cId="0" sldId="264"/>
            <ac:spMk id="3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4:54.233" v="1022" actId="164"/>
          <ac:spMkLst>
            <pc:docMk/>
            <pc:sldMk cId="0" sldId="264"/>
            <ac:spMk id="3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5:01.716" v="1025" actId="403"/>
          <ac:spMkLst>
            <pc:docMk/>
            <pc:sldMk cId="0" sldId="264"/>
            <ac:spMk id="3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6:47:45.232" v="3467" actId="20577"/>
          <ac:spMkLst>
            <pc:docMk/>
            <pc:sldMk cId="0" sldId="264"/>
            <ac:spMk id="3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5:16.451" v="1030" actId="164"/>
          <ac:spMkLst>
            <pc:docMk/>
            <pc:sldMk cId="0" sldId="264"/>
            <ac:spMk id="3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5:16.451" v="1030" actId="164"/>
          <ac:spMkLst>
            <pc:docMk/>
            <pc:sldMk cId="0" sldId="264"/>
            <ac:spMk id="3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5:16.451" v="1030" actId="164"/>
          <ac:spMkLst>
            <pc:docMk/>
            <pc:sldMk cId="0" sldId="264"/>
            <ac:spMk id="3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5:22.770" v="1033" actId="403"/>
          <ac:spMkLst>
            <pc:docMk/>
            <pc:sldMk cId="0" sldId="264"/>
            <ac:spMk id="4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6:58.559" v="4222" actId="2711"/>
          <ac:spMkLst>
            <pc:docMk/>
            <pc:sldMk cId="0" sldId="264"/>
            <ac:spMk id="41" creationId="{00000000-0000-0000-0000-000000000000}"/>
          </ac:spMkLst>
        </pc:spChg>
        <pc:grpChg chg="add mod">
          <ac:chgData name="Nirmit Shah" userId="19542b5f-727d-48fc-a6e5-31748f5f223f" providerId="ADAL" clId="{6E744BBD-6A1F-4C63-AAA4-E23759909C2A}" dt="2026-04-20T07:16:58.559" v="4222" actId="2711"/>
          <ac:grpSpMkLst>
            <pc:docMk/>
            <pc:sldMk cId="0" sldId="264"/>
            <ac:grpSpMk id="42" creationId="{61AB0A1E-A7A1-874D-9AB7-3BF396B77E61}"/>
          </ac:grpSpMkLst>
        </pc:grpChg>
        <pc:grpChg chg="add del mod">
          <ac:chgData name="Nirmit Shah" userId="19542b5f-727d-48fc-a6e5-31748f5f223f" providerId="ADAL" clId="{6E744BBD-6A1F-4C63-AAA4-E23759909C2A}" dt="2026-04-20T06:48:14.621" v="3468" actId="478"/>
          <ac:grpSpMkLst>
            <pc:docMk/>
            <pc:sldMk cId="0" sldId="264"/>
            <ac:grpSpMk id="43" creationId="{1EAD28A5-B686-37DA-2090-3C1CF687A594}"/>
          </ac:grpSpMkLst>
        </pc:grpChg>
        <pc:grpChg chg="add mod">
          <ac:chgData name="Nirmit Shah" userId="19542b5f-727d-48fc-a6e5-31748f5f223f" providerId="ADAL" clId="{6E744BBD-6A1F-4C63-AAA4-E23759909C2A}" dt="2026-04-20T07:16:58.559" v="4222" actId="2711"/>
          <ac:grpSpMkLst>
            <pc:docMk/>
            <pc:sldMk cId="0" sldId="264"/>
            <ac:grpSpMk id="44" creationId="{C95F70FD-153A-5361-F99D-A531F29EC9B2}"/>
          </ac:grpSpMkLst>
        </pc:grpChg>
        <pc:grpChg chg="add mod">
          <ac:chgData name="Nirmit Shah" userId="19542b5f-727d-48fc-a6e5-31748f5f223f" providerId="ADAL" clId="{6E744BBD-6A1F-4C63-AAA4-E23759909C2A}" dt="2026-04-20T07:16:58.559" v="4222" actId="2711"/>
          <ac:grpSpMkLst>
            <pc:docMk/>
            <pc:sldMk cId="0" sldId="264"/>
            <ac:grpSpMk id="45" creationId="{A4C86148-1A77-D3DE-7243-AF297AAA7684}"/>
          </ac:grpSpMkLst>
        </pc:grpChg>
        <pc:grpChg chg="mod">
          <ac:chgData name="Nirmit Shah" userId="19542b5f-727d-48fc-a6e5-31748f5f223f" providerId="ADAL" clId="{6E744BBD-6A1F-4C63-AAA4-E23759909C2A}" dt="2026-04-20T07:16:58.559" v="4222" actId="2711"/>
          <ac:grpSpMkLst>
            <pc:docMk/>
            <pc:sldMk cId="0" sldId="264"/>
            <ac:grpSpMk id="46" creationId="{2FD4B5BF-B314-4C00-FC2E-098878F62FF1}"/>
          </ac:grpSpMkLst>
        </pc:grpChg>
        <pc:picChg chg="add mod">
          <ac:chgData name="Nirmit Shah" userId="19542b5f-727d-48fc-a6e5-31748f5f223f" providerId="ADAL" clId="{6E744BBD-6A1F-4C63-AAA4-E23759909C2A}" dt="2026-04-20T07:16:58.559" v="4222" actId="2711"/>
          <ac:picMkLst>
            <pc:docMk/>
            <pc:sldMk cId="0" sldId="264"/>
            <ac:picMk id="47" creationId="{81943648-330E-50DF-B37F-CB26ECDFA919}"/>
          </ac:picMkLst>
        </pc:picChg>
      </pc:sldChg>
      <pc:sldChg chg="addSp modSp mod">
        <pc:chgData name="Nirmit Shah" userId="19542b5f-727d-48fc-a6e5-31748f5f223f" providerId="ADAL" clId="{6E744BBD-6A1F-4C63-AAA4-E23759909C2A}" dt="2026-04-20T07:21:10.763" v="4281" actId="1037"/>
        <pc:sldMkLst>
          <pc:docMk/>
          <pc:sldMk cId="0" sldId="265"/>
        </pc:sldMkLst>
        <pc:spChg chg="mod">
          <ac:chgData name="Nirmit Shah" userId="19542b5f-727d-48fc-a6e5-31748f5f223f" providerId="ADAL" clId="{6E744BBD-6A1F-4C63-AAA4-E23759909C2A}" dt="2026-04-20T07:21:10.763" v="4281" actId="1037"/>
          <ac:spMkLst>
            <pc:docMk/>
            <pc:sldMk cId="0" sldId="265"/>
            <ac:spMk id="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7:10.732" v="4223" actId="2711"/>
          <ac:spMkLst>
            <pc:docMk/>
            <pc:sldMk cId="0" sldId="265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0:30.323" v="1199" actId="404"/>
          <ac:spMkLst>
            <pc:docMk/>
            <pc:sldMk cId="0" sldId="265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0:30.323" v="1199" actId="404"/>
          <ac:spMkLst>
            <pc:docMk/>
            <pc:sldMk cId="0" sldId="265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9:15.247" v="1158" actId="164"/>
          <ac:spMkLst>
            <pc:docMk/>
            <pc:sldMk cId="0" sldId="265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0:30.323" v="1199" actId="404"/>
          <ac:spMkLst>
            <pc:docMk/>
            <pc:sldMk cId="0" sldId="265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9:15.247" v="1158" actId="164"/>
          <ac:spMkLst>
            <pc:docMk/>
            <pc:sldMk cId="0" sldId="265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0:30.323" v="1199" actId="404"/>
          <ac:spMkLst>
            <pc:docMk/>
            <pc:sldMk cId="0" sldId="265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9:15.247" v="1158" actId="164"/>
          <ac:spMkLst>
            <pc:docMk/>
            <pc:sldMk cId="0" sldId="265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0:30.323" v="1199" actId="404"/>
          <ac:spMkLst>
            <pc:docMk/>
            <pc:sldMk cId="0" sldId="265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9:15.247" v="1158" actId="164"/>
          <ac:spMkLst>
            <pc:docMk/>
            <pc:sldMk cId="0" sldId="265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9:15.247" v="1158" actId="164"/>
          <ac:spMkLst>
            <pc:docMk/>
            <pc:sldMk cId="0" sldId="265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0:30.323" v="1199" actId="404"/>
          <ac:spMkLst>
            <pc:docMk/>
            <pc:sldMk cId="0" sldId="265"/>
            <ac:spMk id="2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9:15.247" v="1158" actId="164"/>
          <ac:spMkLst>
            <pc:docMk/>
            <pc:sldMk cId="0" sldId="265"/>
            <ac:spMk id="2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9:15.247" v="1158" actId="164"/>
          <ac:spMkLst>
            <pc:docMk/>
            <pc:sldMk cId="0" sldId="265"/>
            <ac:spMk id="2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0:30.323" v="1199" actId="404"/>
          <ac:spMkLst>
            <pc:docMk/>
            <pc:sldMk cId="0" sldId="265"/>
            <ac:spMk id="2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9:15.247" v="1158" actId="164"/>
          <ac:spMkLst>
            <pc:docMk/>
            <pc:sldMk cId="0" sldId="265"/>
            <ac:spMk id="2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1:28.195" v="1236" actId="20577"/>
          <ac:spMkLst>
            <pc:docMk/>
            <pc:sldMk cId="0" sldId="265"/>
            <ac:spMk id="2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9:36.269" v="1161" actId="164"/>
          <ac:spMkLst>
            <pc:docMk/>
            <pc:sldMk cId="0" sldId="265"/>
            <ac:spMk id="2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9:27.902" v="1159" actId="164"/>
          <ac:spMkLst>
            <pc:docMk/>
            <pc:sldMk cId="0" sldId="265"/>
            <ac:spMk id="2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9:27.902" v="1159" actId="164"/>
          <ac:spMkLst>
            <pc:docMk/>
            <pc:sldMk cId="0" sldId="265"/>
            <ac:spMk id="2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9:27.902" v="1159" actId="164"/>
          <ac:spMkLst>
            <pc:docMk/>
            <pc:sldMk cId="0" sldId="265"/>
            <ac:spMk id="3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9:27.902" v="1159" actId="164"/>
          <ac:spMkLst>
            <pc:docMk/>
            <pc:sldMk cId="0" sldId="265"/>
            <ac:spMk id="3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9:31.797" v="1160" actId="164"/>
          <ac:spMkLst>
            <pc:docMk/>
            <pc:sldMk cId="0" sldId="265"/>
            <ac:spMk id="3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9:31.797" v="1160" actId="164"/>
          <ac:spMkLst>
            <pc:docMk/>
            <pc:sldMk cId="0" sldId="265"/>
            <ac:spMk id="3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9:31.797" v="1160" actId="164"/>
          <ac:spMkLst>
            <pc:docMk/>
            <pc:sldMk cId="0" sldId="265"/>
            <ac:spMk id="3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0:59:31.797" v="1160" actId="164"/>
          <ac:spMkLst>
            <pc:docMk/>
            <pc:sldMk cId="0" sldId="265"/>
            <ac:spMk id="3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7:10.732" v="4223" actId="2711"/>
          <ac:spMkLst>
            <pc:docMk/>
            <pc:sldMk cId="0" sldId="265"/>
            <ac:spMk id="36" creationId="{00000000-0000-0000-0000-000000000000}"/>
          </ac:spMkLst>
        </pc:spChg>
        <pc:grpChg chg="mod">
          <ac:chgData name="Nirmit Shah" userId="19542b5f-727d-48fc-a6e5-31748f5f223f" providerId="ADAL" clId="{6E744BBD-6A1F-4C63-AAA4-E23759909C2A}" dt="2026-04-20T07:17:10.732" v="4223" actId="2711"/>
          <ac:grpSpMkLst>
            <pc:docMk/>
            <pc:sldMk cId="0" sldId="265"/>
            <ac:grpSpMk id="37" creationId="{E1D55914-78EE-BF62-E406-E6715A70C1BD}"/>
          </ac:grpSpMkLst>
        </pc:grpChg>
        <pc:grpChg chg="add mod">
          <ac:chgData name="Nirmit Shah" userId="19542b5f-727d-48fc-a6e5-31748f5f223f" providerId="ADAL" clId="{6E744BBD-6A1F-4C63-AAA4-E23759909C2A}" dt="2026-04-17T10:59:36.269" v="1161" actId="164"/>
          <ac:grpSpMkLst>
            <pc:docMk/>
            <pc:sldMk cId="0" sldId="265"/>
            <ac:grpSpMk id="38" creationId="{DB1EC0BF-37F2-D596-381D-D01A5F1BE15F}"/>
          </ac:grpSpMkLst>
        </pc:grpChg>
        <pc:grpChg chg="add mod">
          <ac:chgData name="Nirmit Shah" userId="19542b5f-727d-48fc-a6e5-31748f5f223f" providerId="ADAL" clId="{6E744BBD-6A1F-4C63-AAA4-E23759909C2A}" dt="2026-04-17T10:59:36.269" v="1161" actId="164"/>
          <ac:grpSpMkLst>
            <pc:docMk/>
            <pc:sldMk cId="0" sldId="265"/>
            <ac:grpSpMk id="39" creationId="{860A2060-1AB2-FCEA-48EB-F74D0A9D2958}"/>
          </ac:grpSpMkLst>
        </pc:grpChg>
        <pc:grpChg chg="add mod">
          <ac:chgData name="Nirmit Shah" userId="19542b5f-727d-48fc-a6e5-31748f5f223f" providerId="ADAL" clId="{6E744BBD-6A1F-4C63-AAA4-E23759909C2A}" dt="2026-04-20T07:17:10.732" v="4223" actId="2711"/>
          <ac:grpSpMkLst>
            <pc:docMk/>
            <pc:sldMk cId="0" sldId="265"/>
            <ac:grpSpMk id="40" creationId="{49DE97D2-78A3-4997-4933-4FAE30256BCA}"/>
          </ac:grpSpMkLst>
        </pc:grpChg>
        <pc:picChg chg="add mod">
          <ac:chgData name="Nirmit Shah" userId="19542b5f-727d-48fc-a6e5-31748f5f223f" providerId="ADAL" clId="{6E744BBD-6A1F-4C63-AAA4-E23759909C2A}" dt="2026-04-20T07:17:10.732" v="4223" actId="2711"/>
          <ac:picMkLst>
            <pc:docMk/>
            <pc:sldMk cId="0" sldId="265"/>
            <ac:picMk id="41" creationId="{A52D89E8-FA4E-6FD1-93C2-039EBD08EF87}"/>
          </ac:picMkLst>
        </pc:picChg>
      </pc:sldChg>
      <pc:sldChg chg="addSp modSp mod">
        <pc:chgData name="Nirmit Shah" userId="19542b5f-727d-48fc-a6e5-31748f5f223f" providerId="ADAL" clId="{6E744BBD-6A1F-4C63-AAA4-E23759909C2A}" dt="2026-04-20T07:23:07.834" v="4304" actId="1076"/>
        <pc:sldMkLst>
          <pc:docMk/>
          <pc:sldMk cId="0" sldId="266"/>
        </pc:sldMkLst>
        <pc:spChg chg="mod">
          <ac:chgData name="Nirmit Shah" userId="19542b5f-727d-48fc-a6e5-31748f5f223f" providerId="ADAL" clId="{6E744BBD-6A1F-4C63-AAA4-E23759909C2A}" dt="2026-04-20T07:20:54.555" v="4250" actId="1037"/>
          <ac:spMkLst>
            <pc:docMk/>
            <pc:sldMk cId="0" sldId="266"/>
            <ac:spMk id="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21:05.094" v="4276" actId="1038"/>
          <ac:spMkLst>
            <pc:docMk/>
            <pc:sldMk cId="0" sldId="266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7:26.525" v="1325" actId="164"/>
          <ac:spMkLst>
            <pc:docMk/>
            <pc:sldMk cId="0" sldId="266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8:23.734" v="1340" actId="404"/>
          <ac:spMkLst>
            <pc:docMk/>
            <pc:sldMk cId="0" sldId="266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7:26.525" v="1325" actId="164"/>
          <ac:spMkLst>
            <pc:docMk/>
            <pc:sldMk cId="0" sldId="266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8:23.734" v="1340" actId="404"/>
          <ac:spMkLst>
            <pc:docMk/>
            <pc:sldMk cId="0" sldId="266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7:26.525" v="1325" actId="164"/>
          <ac:spMkLst>
            <pc:docMk/>
            <pc:sldMk cId="0" sldId="266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8:23.734" v="1340" actId="404"/>
          <ac:spMkLst>
            <pc:docMk/>
            <pc:sldMk cId="0" sldId="266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7:26.525" v="1325" actId="164"/>
          <ac:spMkLst>
            <pc:docMk/>
            <pc:sldMk cId="0" sldId="266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8:23.734" v="1340" actId="404"/>
          <ac:spMkLst>
            <pc:docMk/>
            <pc:sldMk cId="0" sldId="266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7:26.525" v="1325" actId="164"/>
          <ac:spMkLst>
            <pc:docMk/>
            <pc:sldMk cId="0" sldId="266"/>
            <ac:spMk id="1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8:23.734" v="1340" actId="404"/>
          <ac:spMkLst>
            <pc:docMk/>
            <pc:sldMk cId="0" sldId="266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7:26.525" v="1325" actId="164"/>
          <ac:spMkLst>
            <pc:docMk/>
            <pc:sldMk cId="0" sldId="266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8:23.734" v="1340" actId="404"/>
          <ac:spMkLst>
            <pc:docMk/>
            <pc:sldMk cId="0" sldId="266"/>
            <ac:spMk id="2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23:07.834" v="4304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02:29.492" v="4047" actId="20577"/>
          <ac:spMkLst>
            <pc:docMk/>
            <pc:sldMk cId="0" sldId="266"/>
            <ac:spMk id="2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07:31.637" v="1326" actId="164"/>
          <ac:spMkLst>
            <pc:docMk/>
            <pc:sldMk cId="0" sldId="266"/>
            <ac:spMk id="2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03:23.044" v="4072" actId="313"/>
          <ac:spMkLst>
            <pc:docMk/>
            <pc:sldMk cId="0" sldId="266"/>
            <ac:spMk id="2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7:18.818" v="4224" actId="2711"/>
          <ac:spMkLst>
            <pc:docMk/>
            <pc:sldMk cId="0" sldId="266"/>
            <ac:spMk id="27" creationId="{00000000-0000-0000-0000-000000000000}"/>
          </ac:spMkLst>
        </pc:spChg>
        <pc:grpChg chg="mod">
          <ac:chgData name="Nirmit Shah" userId="19542b5f-727d-48fc-a6e5-31748f5f223f" providerId="ADAL" clId="{6E744BBD-6A1F-4C63-AAA4-E23759909C2A}" dt="2026-04-20T07:17:18.818" v="4224" actId="2711"/>
          <ac:grpSpMkLst>
            <pc:docMk/>
            <pc:sldMk cId="0" sldId="266"/>
            <ac:grpSpMk id="28" creationId="{B4A674D8-1DFA-9B86-0CB5-16F9C175E301}"/>
          </ac:grpSpMkLst>
        </pc:grpChg>
        <pc:grpChg chg="add mod">
          <ac:chgData name="Nirmit Shah" userId="19542b5f-727d-48fc-a6e5-31748f5f223f" providerId="ADAL" clId="{6E744BBD-6A1F-4C63-AAA4-E23759909C2A}" dt="2026-04-20T07:17:18.818" v="4224" actId="2711"/>
          <ac:grpSpMkLst>
            <pc:docMk/>
            <pc:sldMk cId="0" sldId="266"/>
            <ac:grpSpMk id="29" creationId="{DE86C5B5-0076-CA99-7021-EDD4870907E3}"/>
          </ac:grpSpMkLst>
        </pc:grpChg>
        <pc:picChg chg="mod">
          <ac:chgData name="Nirmit Shah" userId="19542b5f-727d-48fc-a6e5-31748f5f223f" providerId="ADAL" clId="{6E744BBD-6A1F-4C63-AAA4-E23759909C2A}" dt="2026-04-17T11:09:25.109" v="1365" actId="1036"/>
          <ac:picMkLst>
            <pc:docMk/>
            <pc:sldMk cId="0" sldId="266"/>
            <ac:picMk id="23" creationId="{00000000-0000-0000-0000-000000000000}"/>
          </ac:picMkLst>
        </pc:picChg>
        <pc:picChg chg="add mod">
          <ac:chgData name="Nirmit Shah" userId="19542b5f-727d-48fc-a6e5-31748f5f223f" providerId="ADAL" clId="{6E744BBD-6A1F-4C63-AAA4-E23759909C2A}" dt="2026-04-20T07:17:18.818" v="4224" actId="2711"/>
          <ac:picMkLst>
            <pc:docMk/>
            <pc:sldMk cId="0" sldId="266"/>
            <ac:picMk id="30" creationId="{7BC80949-0731-F561-0016-58C8A5027D9A}"/>
          </ac:picMkLst>
        </pc:picChg>
      </pc:sldChg>
      <pc:sldChg chg="addSp modSp mod">
        <pc:chgData name="Nirmit Shah" userId="19542b5f-727d-48fc-a6e5-31748f5f223f" providerId="ADAL" clId="{6E744BBD-6A1F-4C63-AAA4-E23759909C2A}" dt="2026-04-20T07:22:07.226" v="4303" actId="20577"/>
        <pc:sldMkLst>
          <pc:docMk/>
          <pc:sldMk cId="0" sldId="267"/>
        </pc:sldMkLst>
        <pc:spChg chg="mod">
          <ac:chgData name="Nirmit Shah" userId="19542b5f-727d-48fc-a6e5-31748f5f223f" providerId="ADAL" clId="{6E744BBD-6A1F-4C63-AAA4-E23759909C2A}" dt="2026-04-20T07:17:27.352" v="4225" actId="2711"/>
          <ac:spMkLst>
            <pc:docMk/>
            <pc:sldMk cId="0" sldId="267"/>
            <ac:spMk id="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7:27.352" v="4225" actId="2711"/>
          <ac:spMkLst>
            <pc:docMk/>
            <pc:sldMk cId="0" sldId="267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1:42.763" v="1401" actId="164"/>
          <ac:spMkLst>
            <pc:docMk/>
            <pc:sldMk cId="0" sldId="267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22:07.226" v="4303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5:55.784" v="1463" actId="207"/>
          <ac:spMkLst>
            <pc:docMk/>
            <pc:sldMk cId="0" sldId="267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2:05.474" v="1404" actId="403"/>
          <ac:spMkLst>
            <pc:docMk/>
            <pc:sldMk cId="0" sldId="267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1:42.763" v="1401" actId="164"/>
          <ac:spMkLst>
            <pc:docMk/>
            <pc:sldMk cId="0" sldId="267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2:05.474" v="1404" actId="403"/>
          <ac:spMkLst>
            <pc:docMk/>
            <pc:sldMk cId="0" sldId="267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1:42.763" v="1401" actId="164"/>
          <ac:spMkLst>
            <pc:docMk/>
            <pc:sldMk cId="0" sldId="267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2:05.474" v="1404" actId="403"/>
          <ac:spMkLst>
            <pc:docMk/>
            <pc:sldMk cId="0" sldId="267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1:42.763" v="1401" actId="164"/>
          <ac:spMkLst>
            <pc:docMk/>
            <pc:sldMk cId="0" sldId="267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2:05.474" v="1404" actId="403"/>
          <ac:spMkLst>
            <pc:docMk/>
            <pc:sldMk cId="0" sldId="267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8:37.141" v="1657" actId="207"/>
          <ac:spMkLst>
            <pc:docMk/>
            <pc:sldMk cId="0" sldId="267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2:05.474" v="1404" actId="403"/>
          <ac:spMkLst>
            <pc:docMk/>
            <pc:sldMk cId="0" sldId="267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1:25.052" v="1398" actId="164"/>
          <ac:spMkLst>
            <pc:docMk/>
            <pc:sldMk cId="0" sldId="267"/>
            <ac:spMk id="1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1:25.052" v="1398" actId="164"/>
          <ac:spMkLst>
            <pc:docMk/>
            <pc:sldMk cId="0" sldId="267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3:56.455" v="1438" actId="1035"/>
          <ac:spMkLst>
            <pc:docMk/>
            <pc:sldMk cId="0" sldId="267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4:02.170" v="1442" actId="1035"/>
          <ac:spMkLst>
            <pc:docMk/>
            <pc:sldMk cId="0" sldId="267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6:29.192" v="1467" actId="107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1:07.881" v="1396" actId="164"/>
          <ac:spMkLst>
            <pc:docMk/>
            <pc:sldMk cId="0" sldId="267"/>
            <ac:spMk id="2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4:12.269" v="1451" actId="1035"/>
          <ac:spMkLst>
            <pc:docMk/>
            <pc:sldMk cId="0" sldId="267"/>
            <ac:spMk id="2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4:23.756" v="1458" actId="1035"/>
          <ac:spMkLst>
            <pc:docMk/>
            <pc:sldMk cId="0" sldId="267"/>
            <ac:spMk id="2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7:27.352" v="4225" actId="2711"/>
          <ac:spMkLst>
            <pc:docMk/>
            <pc:sldMk cId="0" sldId="267"/>
            <ac:spMk id="2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6:10.417" v="1464"/>
          <ac:spMkLst>
            <pc:docMk/>
            <pc:sldMk cId="0" sldId="267"/>
            <ac:spMk id="33" creationId="{4036B11D-AC75-8341-B061-821E41357F53}"/>
          </ac:spMkLst>
        </pc:spChg>
        <pc:spChg chg="mod">
          <ac:chgData name="Nirmit Shah" userId="19542b5f-727d-48fc-a6e5-31748f5f223f" providerId="ADAL" clId="{6E744BBD-6A1F-4C63-AAA4-E23759909C2A}" dt="2026-04-17T11:16:10.417" v="1464"/>
          <ac:spMkLst>
            <pc:docMk/>
            <pc:sldMk cId="0" sldId="267"/>
            <ac:spMk id="34" creationId="{FE704D72-6C7B-AD2D-9707-DD4CE41C6AC1}"/>
          </ac:spMkLst>
        </pc:spChg>
        <pc:spChg chg="mod">
          <ac:chgData name="Nirmit Shah" userId="19542b5f-727d-48fc-a6e5-31748f5f223f" providerId="ADAL" clId="{6E744BBD-6A1F-4C63-AAA4-E23759909C2A}" dt="2026-04-17T11:16:53.398" v="1501" actId="20577"/>
          <ac:spMkLst>
            <pc:docMk/>
            <pc:sldMk cId="0" sldId="267"/>
            <ac:spMk id="35" creationId="{AA4EE480-BC58-44A8-FE68-6CF799C7ACA1}"/>
          </ac:spMkLst>
        </pc:spChg>
        <pc:spChg chg="mod">
          <ac:chgData name="Nirmit Shah" userId="19542b5f-727d-48fc-a6e5-31748f5f223f" providerId="ADAL" clId="{6E744BBD-6A1F-4C63-AAA4-E23759909C2A}" dt="2026-04-17T11:17:20.291" v="1648" actId="20577"/>
          <ac:spMkLst>
            <pc:docMk/>
            <pc:sldMk cId="0" sldId="267"/>
            <ac:spMk id="36" creationId="{FCE2C7F2-99CA-6D5B-1D1A-F5227ACE9DC2}"/>
          </ac:spMkLst>
        </pc:spChg>
        <pc:grpChg chg="add mod">
          <ac:chgData name="Nirmit Shah" userId="19542b5f-727d-48fc-a6e5-31748f5f223f" providerId="ADAL" clId="{6E744BBD-6A1F-4C63-AAA4-E23759909C2A}" dt="2026-04-20T07:17:27.352" v="4225" actId="2711"/>
          <ac:grpSpMkLst>
            <pc:docMk/>
            <pc:sldMk cId="0" sldId="267"/>
            <ac:grpSpMk id="26" creationId="{2AB98791-F293-50FD-9441-0C1EC7A94B24}"/>
          </ac:grpSpMkLst>
        </pc:grpChg>
        <pc:grpChg chg="add mod">
          <ac:chgData name="Nirmit Shah" userId="19542b5f-727d-48fc-a6e5-31748f5f223f" providerId="ADAL" clId="{6E744BBD-6A1F-4C63-AAA4-E23759909C2A}" dt="2026-04-20T07:17:27.352" v="4225" actId="2711"/>
          <ac:grpSpMkLst>
            <pc:docMk/>
            <pc:sldMk cId="0" sldId="267"/>
            <ac:grpSpMk id="27" creationId="{04E4D109-9DDA-4632-4D29-9A5BBEE994A1}"/>
          </ac:grpSpMkLst>
        </pc:grpChg>
        <pc:grpChg chg="mod">
          <ac:chgData name="Nirmit Shah" userId="19542b5f-727d-48fc-a6e5-31748f5f223f" providerId="ADAL" clId="{6E744BBD-6A1F-4C63-AAA4-E23759909C2A}" dt="2026-04-20T07:17:27.352" v="4225" actId="2711"/>
          <ac:grpSpMkLst>
            <pc:docMk/>
            <pc:sldMk cId="0" sldId="267"/>
            <ac:grpSpMk id="28" creationId="{659B4C91-6F42-255C-F8A6-0E922330DA4A}"/>
          </ac:grpSpMkLst>
        </pc:grpChg>
        <pc:grpChg chg="add mod">
          <ac:chgData name="Nirmit Shah" userId="19542b5f-727d-48fc-a6e5-31748f5f223f" providerId="ADAL" clId="{6E744BBD-6A1F-4C63-AAA4-E23759909C2A}" dt="2026-04-20T07:17:27.352" v="4225" actId="2711"/>
          <ac:grpSpMkLst>
            <pc:docMk/>
            <pc:sldMk cId="0" sldId="267"/>
            <ac:grpSpMk id="32" creationId="{72F117F5-0DAF-700F-7A95-A506B8A830F1}"/>
          </ac:grpSpMkLst>
        </pc:grpChg>
        <pc:picChg chg="add mod">
          <ac:chgData name="Nirmit Shah" userId="19542b5f-727d-48fc-a6e5-31748f5f223f" providerId="ADAL" clId="{6E744BBD-6A1F-4C63-AAA4-E23759909C2A}" dt="2026-04-20T07:17:27.352" v="4225" actId="2711"/>
          <ac:picMkLst>
            <pc:docMk/>
            <pc:sldMk cId="0" sldId="267"/>
            <ac:picMk id="46" creationId="{E43582C7-16A2-E126-3BB8-F9BEE08DEA03}"/>
          </ac:picMkLst>
        </pc:picChg>
        <pc:cxnChg chg="add mod">
          <ac:chgData name="Nirmit Shah" userId="19542b5f-727d-48fc-a6e5-31748f5f223f" providerId="ADAL" clId="{6E744BBD-6A1F-4C63-AAA4-E23759909C2A}" dt="2026-04-17T11:18:20.448" v="1656" actId="14100"/>
          <ac:cxnSpMkLst>
            <pc:docMk/>
            <pc:sldMk cId="0" sldId="267"/>
            <ac:cxnSpMk id="30" creationId="{A5B77F03-135C-30DC-E3EF-874DAEB79868}"/>
          </ac:cxnSpMkLst>
        </pc:cxnChg>
        <pc:cxnChg chg="add mod">
          <ac:chgData name="Nirmit Shah" userId="19542b5f-727d-48fc-a6e5-31748f5f223f" providerId="ADAL" clId="{6E744BBD-6A1F-4C63-AAA4-E23759909C2A}" dt="2026-04-20T07:17:27.352" v="4225" actId="2711"/>
          <ac:cxnSpMkLst>
            <pc:docMk/>
            <pc:sldMk cId="0" sldId="267"/>
            <ac:cxnSpMk id="38" creationId="{8EA00F65-266F-5B5F-E1E6-C1F2B4C88F62}"/>
          </ac:cxnSpMkLst>
        </pc:cxnChg>
        <pc:cxnChg chg="add mod">
          <ac:chgData name="Nirmit Shah" userId="19542b5f-727d-48fc-a6e5-31748f5f223f" providerId="ADAL" clId="{6E744BBD-6A1F-4C63-AAA4-E23759909C2A}" dt="2026-04-20T07:17:27.352" v="4225" actId="2711"/>
          <ac:cxnSpMkLst>
            <pc:docMk/>
            <pc:sldMk cId="0" sldId="267"/>
            <ac:cxnSpMk id="40" creationId="{41D18113-7BF6-767E-363F-D8A2B7B071D7}"/>
          </ac:cxnSpMkLst>
        </pc:cxnChg>
      </pc:sldChg>
      <pc:sldChg chg="addSp delSp modSp mod">
        <pc:chgData name="Nirmit Shah" userId="19542b5f-727d-48fc-a6e5-31748f5f223f" providerId="ADAL" clId="{6E744BBD-6A1F-4C63-AAA4-E23759909C2A}" dt="2026-04-21T04:34:07.523" v="4973" actId="21"/>
        <pc:sldMkLst>
          <pc:docMk/>
          <pc:sldMk cId="0" sldId="268"/>
        </pc:sldMkLst>
        <pc:spChg chg="mod">
          <ac:chgData name="Nirmit Shah" userId="19542b5f-727d-48fc-a6e5-31748f5f223f" providerId="ADAL" clId="{6E744BBD-6A1F-4C63-AAA4-E23759909C2A}" dt="2026-04-20T07:21:21.335" v="4291" actId="1037"/>
          <ac:spMkLst>
            <pc:docMk/>
            <pc:sldMk cId="0" sldId="268"/>
            <ac:spMk id="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21:28.050" v="4302" actId="1037"/>
          <ac:spMkLst>
            <pc:docMk/>
            <pc:sldMk cId="0" sldId="268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9:08.061" v="1660" actId="164"/>
          <ac:spMkLst>
            <pc:docMk/>
            <pc:sldMk cId="0" sldId="268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0:02.238" v="1760" actId="403"/>
          <ac:spMkLst>
            <pc:docMk/>
            <pc:sldMk cId="0" sldId="268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0:02.238" v="1760" actId="403"/>
          <ac:spMkLst>
            <pc:docMk/>
            <pc:sldMk cId="0" sldId="268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9:08.061" v="1660" actId="164"/>
          <ac:spMkLst>
            <pc:docMk/>
            <pc:sldMk cId="0" sldId="268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9:08.061" v="1660" actId="164"/>
          <ac:spMkLst>
            <pc:docMk/>
            <pc:sldMk cId="0" sldId="268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0:02.238" v="1760" actId="403"/>
          <ac:spMkLst>
            <pc:docMk/>
            <pc:sldMk cId="0" sldId="268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0:02.238" v="1760" actId="403"/>
          <ac:spMkLst>
            <pc:docMk/>
            <pc:sldMk cId="0" sldId="268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0:02.238" v="1760" actId="403"/>
          <ac:spMkLst>
            <pc:docMk/>
            <pc:sldMk cId="0" sldId="268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9:08.061" v="1660" actId="164"/>
          <ac:spMkLst>
            <pc:docMk/>
            <pc:sldMk cId="0" sldId="268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9:08.061" v="1660" actId="164"/>
          <ac:spMkLst>
            <pc:docMk/>
            <pc:sldMk cId="0" sldId="268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0:02.238" v="1760" actId="403"/>
          <ac:spMkLst>
            <pc:docMk/>
            <pc:sldMk cId="0" sldId="268"/>
            <ac:spMk id="2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9:08.061" v="1660" actId="164"/>
          <ac:spMkLst>
            <pc:docMk/>
            <pc:sldMk cId="0" sldId="268"/>
            <ac:spMk id="2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9:08.061" v="1660" actId="164"/>
          <ac:spMkLst>
            <pc:docMk/>
            <pc:sldMk cId="0" sldId="268"/>
            <ac:spMk id="2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0:02.238" v="1760" actId="403"/>
          <ac:spMkLst>
            <pc:docMk/>
            <pc:sldMk cId="0" sldId="268"/>
            <ac:spMk id="2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9:45.683" v="1758" actId="1035"/>
          <ac:spMkLst>
            <pc:docMk/>
            <pc:sldMk cId="0" sldId="268"/>
            <ac:spMk id="2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19:45.683" v="1758" actId="1035"/>
          <ac:spMkLst>
            <pc:docMk/>
            <pc:sldMk cId="0" sldId="268"/>
            <ac:spMk id="2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7:35.823" v="4226" actId="2711"/>
          <ac:spMkLst>
            <pc:docMk/>
            <pc:sldMk cId="0" sldId="268"/>
            <ac:spMk id="2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0:10.652" v="1761" actId="164"/>
          <ac:spMkLst>
            <pc:docMk/>
            <pc:sldMk cId="0" sldId="268"/>
            <ac:spMk id="2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0:10.652" v="1761" actId="164"/>
          <ac:spMkLst>
            <pc:docMk/>
            <pc:sldMk cId="0" sldId="268"/>
            <ac:spMk id="2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1:38.990" v="1809" actId="403"/>
          <ac:spMkLst>
            <pc:docMk/>
            <pc:sldMk cId="0" sldId="268"/>
            <ac:spMk id="2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2:09.566" v="1813" actId="403"/>
          <ac:spMkLst>
            <pc:docMk/>
            <pc:sldMk cId="0" sldId="268"/>
            <ac:spMk id="3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0:14.024" v="1762" actId="164"/>
          <ac:spMkLst>
            <pc:docMk/>
            <pc:sldMk cId="0" sldId="268"/>
            <ac:spMk id="3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0:14.024" v="1762" actId="164"/>
          <ac:spMkLst>
            <pc:docMk/>
            <pc:sldMk cId="0" sldId="268"/>
            <ac:spMk id="3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2:18.054" v="1818" actId="403"/>
          <ac:spMkLst>
            <pc:docMk/>
            <pc:sldMk cId="0" sldId="268"/>
            <ac:spMk id="3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2:13.765" v="1815" actId="403"/>
          <ac:spMkLst>
            <pc:docMk/>
            <pc:sldMk cId="0" sldId="268"/>
            <ac:spMk id="3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0:43.524" v="1768" actId="1035"/>
          <ac:spMkLst>
            <pc:docMk/>
            <pc:sldMk cId="0" sldId="268"/>
            <ac:spMk id="3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0:19.307" v="1763" actId="164"/>
          <ac:spMkLst>
            <pc:docMk/>
            <pc:sldMk cId="0" sldId="268"/>
            <ac:spMk id="3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0:49.673" v="1785" actId="1035"/>
          <ac:spMkLst>
            <pc:docMk/>
            <pc:sldMk cId="0" sldId="268"/>
            <ac:spMk id="3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7T11:20:58.484" v="1796" actId="403"/>
          <ac:spMkLst>
            <pc:docMk/>
            <pc:sldMk cId="0" sldId="268"/>
            <ac:spMk id="3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7:35.823" v="4226" actId="2711"/>
          <ac:spMkLst>
            <pc:docMk/>
            <pc:sldMk cId="0" sldId="268"/>
            <ac:spMk id="39" creationId="{00000000-0000-0000-0000-000000000000}"/>
          </ac:spMkLst>
        </pc:spChg>
        <pc:grpChg chg="add del mod">
          <ac:chgData name="Nirmit Shah" userId="19542b5f-727d-48fc-a6e5-31748f5f223f" providerId="ADAL" clId="{6E744BBD-6A1F-4C63-AAA4-E23759909C2A}" dt="2026-04-21T04:34:07.523" v="4973" actId="21"/>
          <ac:grpSpMkLst>
            <pc:docMk/>
            <pc:sldMk cId="0" sldId="268"/>
            <ac:grpSpMk id="40" creationId="{91CB9B8B-F660-5E37-7FE7-DD19DA22FC72}"/>
          </ac:grpSpMkLst>
        </pc:grpChg>
        <pc:grpChg chg="add mod">
          <ac:chgData name="Nirmit Shah" userId="19542b5f-727d-48fc-a6e5-31748f5f223f" providerId="ADAL" clId="{6E744BBD-6A1F-4C63-AAA4-E23759909C2A}" dt="2026-04-20T07:17:35.823" v="4226" actId="2711"/>
          <ac:grpSpMkLst>
            <pc:docMk/>
            <pc:sldMk cId="0" sldId="268"/>
            <ac:grpSpMk id="41" creationId="{5956B11B-07EE-6746-F8B0-5C4DD387CBA5}"/>
          </ac:grpSpMkLst>
        </pc:grpChg>
        <pc:grpChg chg="add mod">
          <ac:chgData name="Nirmit Shah" userId="19542b5f-727d-48fc-a6e5-31748f5f223f" providerId="ADAL" clId="{6E744BBD-6A1F-4C63-AAA4-E23759909C2A}" dt="2026-04-20T07:17:35.823" v="4226" actId="2711"/>
          <ac:grpSpMkLst>
            <pc:docMk/>
            <pc:sldMk cId="0" sldId="268"/>
            <ac:grpSpMk id="42" creationId="{F0FA3295-A21C-FDFA-6809-97EDC095E2F0}"/>
          </ac:grpSpMkLst>
        </pc:grpChg>
        <pc:grpChg chg="add mod">
          <ac:chgData name="Nirmit Shah" userId="19542b5f-727d-48fc-a6e5-31748f5f223f" providerId="ADAL" clId="{6E744BBD-6A1F-4C63-AAA4-E23759909C2A}" dt="2026-04-20T07:17:35.823" v="4226" actId="2711"/>
          <ac:grpSpMkLst>
            <pc:docMk/>
            <pc:sldMk cId="0" sldId="268"/>
            <ac:grpSpMk id="43" creationId="{63B00687-1440-721E-D207-958981110FC6}"/>
          </ac:grpSpMkLst>
        </pc:grpChg>
        <pc:picChg chg="add mod">
          <ac:chgData name="Nirmit Shah" userId="19542b5f-727d-48fc-a6e5-31748f5f223f" providerId="ADAL" clId="{6E744BBD-6A1F-4C63-AAA4-E23759909C2A}" dt="2026-04-20T07:17:35.823" v="4226" actId="2711"/>
          <ac:picMkLst>
            <pc:docMk/>
            <pc:sldMk cId="0" sldId="268"/>
            <ac:picMk id="44" creationId="{E343D91B-B7CD-C0A6-EB91-AB79B27ECC7A}"/>
          </ac:picMkLst>
        </pc:picChg>
      </pc:sldChg>
      <pc:sldChg chg="addSp modSp del mod modShow">
        <pc:chgData name="Nirmit Shah" userId="19542b5f-727d-48fc-a6e5-31748f5f223f" providerId="ADAL" clId="{6E744BBD-6A1F-4C63-AAA4-E23759909C2A}" dt="2026-04-20T07:19:07.797" v="4238" actId="2696"/>
        <pc:sldMkLst>
          <pc:docMk/>
          <pc:sldMk cId="0" sldId="269"/>
        </pc:sldMkLst>
        <pc:picChg chg="add mod">
          <ac:chgData name="Nirmit Shah" userId="19542b5f-727d-48fc-a6e5-31748f5f223f" providerId="ADAL" clId="{6E744BBD-6A1F-4C63-AAA4-E23759909C2A}" dt="2026-04-20T04:10:38.850" v="1891"/>
          <ac:picMkLst>
            <pc:docMk/>
            <pc:sldMk cId="0" sldId="269"/>
            <ac:picMk id="13" creationId="{FB43CF0B-C737-4618-28EE-E5EC72695023}"/>
          </ac:picMkLst>
        </pc:picChg>
      </pc:sldChg>
      <pc:sldChg chg="addSp delSp modSp mod">
        <pc:chgData name="Nirmit Shah" userId="19542b5f-727d-48fc-a6e5-31748f5f223f" providerId="ADAL" clId="{6E744BBD-6A1F-4C63-AAA4-E23759909C2A}" dt="2026-04-21T04:54:22.424" v="6838" actId="20577"/>
        <pc:sldMkLst>
          <pc:docMk/>
          <pc:sldMk cId="0" sldId="270"/>
        </pc:sldMkLst>
        <pc:spChg chg="mod">
          <ac:chgData name="Nirmit Shah" userId="19542b5f-727d-48fc-a6e5-31748f5f223f" providerId="ADAL" clId="{6E744BBD-6A1F-4C63-AAA4-E23759909C2A}" dt="2026-04-20T07:18:00.795" v="4229" actId="2711"/>
          <ac:spMkLst>
            <pc:docMk/>
            <pc:sldMk cId="0" sldId="270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54:22.424" v="6838" actId="20577"/>
          <ac:spMkLst>
            <pc:docMk/>
            <pc:sldMk cId="0" sldId="270"/>
            <ac:spMk id="4" creationId="{00000000-0000-0000-0000-000000000000}"/>
          </ac:spMkLst>
        </pc:spChg>
        <pc:picChg chg="add mod">
          <ac:chgData name="Nirmit Shah" userId="19542b5f-727d-48fc-a6e5-31748f5f223f" providerId="ADAL" clId="{6E744BBD-6A1F-4C63-AAA4-E23759909C2A}" dt="2026-04-20T07:18:00.795" v="4229" actId="2711"/>
          <ac:picMkLst>
            <pc:docMk/>
            <pc:sldMk cId="0" sldId="270"/>
            <ac:picMk id="5" creationId="{C5CA5520-509F-7413-A276-3F1BCD163480}"/>
          </ac:picMkLst>
        </pc:picChg>
      </pc:sldChg>
      <pc:sldChg chg="addSp modSp mod">
        <pc:chgData name="Nirmit Shah" userId="19542b5f-727d-48fc-a6e5-31748f5f223f" providerId="ADAL" clId="{6E744BBD-6A1F-4C63-AAA4-E23759909C2A}" dt="2026-04-21T05:01:56.824" v="7148" actId="20577"/>
        <pc:sldMkLst>
          <pc:docMk/>
          <pc:sldMk cId="0" sldId="271"/>
        </pc:sldMkLst>
        <pc:spChg chg="mod">
          <ac:chgData name="Nirmit Shah" userId="19542b5f-727d-48fc-a6e5-31748f5f223f" providerId="ADAL" clId="{6E744BBD-6A1F-4C63-AAA4-E23759909C2A}" dt="2026-04-20T07:18:15.252" v="4230" actId="2711"/>
          <ac:spMkLst>
            <pc:docMk/>
            <pc:sldMk cId="0" sldId="271"/>
            <ac:spMk id="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15.252" v="4230" actId="2711"/>
          <ac:spMkLst>
            <pc:docMk/>
            <pc:sldMk cId="0" sldId="271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6:52:56.086" v="3851" actId="14100"/>
          <ac:spMkLst>
            <pc:docMk/>
            <pc:sldMk cId="0" sldId="271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15.252" v="4230" actId="2711"/>
          <ac:spMkLst>
            <pc:docMk/>
            <pc:sldMk cId="0" sldId="271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5:01:26.078" v="7136" actId="20577"/>
          <ac:spMkLst>
            <pc:docMk/>
            <pc:sldMk cId="0" sldId="271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15.252" v="4230" actId="2711"/>
          <ac:spMkLst>
            <pc:docMk/>
            <pc:sldMk cId="0" sldId="271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15.252" v="4230" actId="2711"/>
          <ac:spMkLst>
            <pc:docMk/>
            <pc:sldMk cId="0" sldId="271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5:01:56.824" v="7148" actId="20577"/>
          <ac:spMkLst>
            <pc:docMk/>
            <pc:sldMk cId="0" sldId="271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15.252" v="4230" actId="2711"/>
          <ac:spMkLst>
            <pc:docMk/>
            <pc:sldMk cId="0" sldId="271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15.252" v="4230" actId="2711"/>
          <ac:spMkLst>
            <pc:docMk/>
            <pc:sldMk cId="0" sldId="271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15.252" v="4230" actId="2711"/>
          <ac:spMkLst>
            <pc:docMk/>
            <pc:sldMk cId="0" sldId="271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54:29.184" v="6840" actId="20577"/>
          <ac:spMkLst>
            <pc:docMk/>
            <pc:sldMk cId="0" sldId="271"/>
            <ac:spMk id="16" creationId="{00000000-0000-0000-0000-000000000000}"/>
          </ac:spMkLst>
        </pc:spChg>
        <pc:picChg chg="mod">
          <ac:chgData name="Nirmit Shah" userId="19542b5f-727d-48fc-a6e5-31748f5f223f" providerId="ADAL" clId="{6E744BBD-6A1F-4C63-AAA4-E23759909C2A}" dt="2026-04-20T06:52:56.086" v="3851" actId="14100"/>
          <ac:picMkLst>
            <pc:docMk/>
            <pc:sldMk cId="0" sldId="271"/>
            <ac:picMk id="5" creationId="{00000000-0000-0000-0000-000000000000}"/>
          </ac:picMkLst>
        </pc:picChg>
        <pc:picChg chg="add mod">
          <ac:chgData name="Nirmit Shah" userId="19542b5f-727d-48fc-a6e5-31748f5f223f" providerId="ADAL" clId="{6E744BBD-6A1F-4C63-AAA4-E23759909C2A}" dt="2026-04-20T04:10:41.749" v="1892"/>
          <ac:picMkLst>
            <pc:docMk/>
            <pc:sldMk cId="0" sldId="271"/>
            <ac:picMk id="17" creationId="{CA43CA5C-AA5B-EA11-25DC-978DABF9FBCF}"/>
          </ac:picMkLst>
        </pc:picChg>
      </pc:sldChg>
      <pc:sldChg chg="addSp modSp mod">
        <pc:chgData name="Nirmit Shah" userId="19542b5f-727d-48fc-a6e5-31748f5f223f" providerId="ADAL" clId="{6E744BBD-6A1F-4C63-AAA4-E23759909C2A}" dt="2026-04-21T05:03:34.745" v="7214" actId="313"/>
        <pc:sldMkLst>
          <pc:docMk/>
          <pc:sldMk cId="0" sldId="272"/>
        </pc:sldMkLst>
        <pc:spChg chg="mod">
          <ac:chgData name="Nirmit Shah" userId="19542b5f-727d-48fc-a6e5-31748f5f223f" providerId="ADAL" clId="{6E744BBD-6A1F-4C63-AAA4-E23759909C2A}" dt="2026-04-20T07:18:21.471" v="4231" actId="2711"/>
          <ac:spMkLst>
            <pc:docMk/>
            <pc:sldMk cId="0" sldId="272"/>
            <ac:spMk id="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21.471" v="4231" actId="2711"/>
          <ac:spMkLst>
            <pc:docMk/>
            <pc:sldMk cId="0" sldId="272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21.471" v="4231" actId="2711"/>
          <ac:spMkLst>
            <pc:docMk/>
            <pc:sldMk cId="0" sldId="272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0:52.699" v="2678" actId="122"/>
          <ac:spMkLst>
            <pc:docMk/>
            <pc:sldMk cId="0" sldId="272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21.471" v="4231" actId="2711"/>
          <ac:spMkLst>
            <pc:docMk/>
            <pc:sldMk cId="0" sldId="272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1:05.556" v="2684" actId="403"/>
          <ac:spMkLst>
            <pc:docMk/>
            <pc:sldMk cId="0" sldId="272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5:02:58.258" v="7155" actId="20577"/>
          <ac:spMkLst>
            <pc:docMk/>
            <pc:sldMk cId="0" sldId="272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5:03:34.745" v="7214" actId="313"/>
          <ac:spMkLst>
            <pc:docMk/>
            <pc:sldMk cId="0" sldId="272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21.471" v="4231" actId="2711"/>
          <ac:spMkLst>
            <pc:docMk/>
            <pc:sldMk cId="0" sldId="272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21.471" v="4231" actId="2711"/>
          <ac:spMkLst>
            <pc:docMk/>
            <pc:sldMk cId="0" sldId="272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21.471" v="4231" actId="2711"/>
          <ac:spMkLst>
            <pc:docMk/>
            <pc:sldMk cId="0" sldId="272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21.471" v="4231" actId="2711"/>
          <ac:spMkLst>
            <pc:docMk/>
            <pc:sldMk cId="0" sldId="272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1:52.989" v="2696" actId="164"/>
          <ac:spMkLst>
            <pc:docMk/>
            <pc:sldMk cId="0" sldId="272"/>
            <ac:spMk id="1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2:10.773" v="2700" actId="403"/>
          <ac:spMkLst>
            <pc:docMk/>
            <pc:sldMk cId="0" sldId="272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2:34.035" v="2703" actId="255"/>
          <ac:spMkLst>
            <pc:docMk/>
            <pc:sldMk cId="0" sldId="272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2:46.302" v="2705" actId="403"/>
          <ac:spMkLst>
            <pc:docMk/>
            <pc:sldMk cId="0" sldId="272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1:52.989" v="2696" actId="164"/>
          <ac:spMkLst>
            <pc:docMk/>
            <pc:sldMk cId="0" sldId="272"/>
            <ac:spMk id="2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3:28.032" v="2715" actId="403"/>
          <ac:spMkLst>
            <pc:docMk/>
            <pc:sldMk cId="0" sldId="272"/>
            <ac:spMk id="2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1:52.989" v="2696" actId="164"/>
          <ac:spMkLst>
            <pc:docMk/>
            <pc:sldMk cId="0" sldId="272"/>
            <ac:spMk id="2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3:41.636" v="2719" actId="403"/>
          <ac:spMkLst>
            <pc:docMk/>
            <pc:sldMk cId="0" sldId="272"/>
            <ac:spMk id="2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54:35.365" v="6842" actId="20577"/>
          <ac:spMkLst>
            <pc:docMk/>
            <pc:sldMk cId="0" sldId="272"/>
            <ac:spMk id="24" creationId="{00000000-0000-0000-0000-000000000000}"/>
          </ac:spMkLst>
        </pc:spChg>
        <pc:grpChg chg="add mod">
          <ac:chgData name="Nirmit Shah" userId="19542b5f-727d-48fc-a6e5-31748f5f223f" providerId="ADAL" clId="{6E744BBD-6A1F-4C63-AAA4-E23759909C2A}" dt="2026-04-20T04:41:52.989" v="2696" actId="164"/>
          <ac:grpSpMkLst>
            <pc:docMk/>
            <pc:sldMk cId="0" sldId="272"/>
            <ac:grpSpMk id="26" creationId="{F915A825-8528-0C25-3A5D-1BFA7E3AF158}"/>
          </ac:grpSpMkLst>
        </pc:grpChg>
        <pc:picChg chg="add mod">
          <ac:chgData name="Nirmit Shah" userId="19542b5f-727d-48fc-a6e5-31748f5f223f" providerId="ADAL" clId="{6E744BBD-6A1F-4C63-AAA4-E23759909C2A}" dt="2026-04-20T04:10:43.738" v="1893"/>
          <ac:picMkLst>
            <pc:docMk/>
            <pc:sldMk cId="0" sldId="272"/>
            <ac:picMk id="25" creationId="{142A8FF9-B90A-948E-CEAC-8BAA5326A029}"/>
          </ac:picMkLst>
        </pc:picChg>
      </pc:sldChg>
      <pc:sldChg chg="addSp delSp modSp mod">
        <pc:chgData name="Nirmit Shah" userId="19542b5f-727d-48fc-a6e5-31748f5f223f" providerId="ADAL" clId="{6E744BBD-6A1F-4C63-AAA4-E23759909C2A}" dt="2026-04-21T04:54:42.410" v="6844" actId="20577"/>
        <pc:sldMkLst>
          <pc:docMk/>
          <pc:sldMk cId="0" sldId="273"/>
        </pc:sldMkLst>
        <pc:spChg chg="mod">
          <ac:chgData name="Nirmit Shah" userId="19542b5f-727d-48fc-a6e5-31748f5f223f" providerId="ADAL" clId="{6E744BBD-6A1F-4C63-AAA4-E23759909C2A}" dt="2026-04-20T07:18:28.700" v="4232" actId="2711"/>
          <ac:spMkLst>
            <pc:docMk/>
            <pc:sldMk cId="0" sldId="273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54:42.410" v="6844" actId="20577"/>
          <ac:spMkLst>
            <pc:docMk/>
            <pc:sldMk cId="0" sldId="273"/>
            <ac:spMk id="4" creationId="{00000000-0000-0000-0000-000000000000}"/>
          </ac:spMkLst>
        </pc:spChg>
        <pc:picChg chg="add mod">
          <ac:chgData name="Nirmit Shah" userId="19542b5f-727d-48fc-a6e5-31748f5f223f" providerId="ADAL" clId="{6E744BBD-6A1F-4C63-AAA4-E23759909C2A}" dt="2026-04-20T07:18:28.700" v="4232" actId="2711"/>
          <ac:picMkLst>
            <pc:docMk/>
            <pc:sldMk cId="0" sldId="273"/>
            <ac:picMk id="5" creationId="{C566D0B8-E8D0-6ABE-89FB-25337ECE1A1C}"/>
          </ac:picMkLst>
        </pc:picChg>
      </pc:sldChg>
      <pc:sldChg chg="addSp modSp mod">
        <pc:chgData name="Nirmit Shah" userId="19542b5f-727d-48fc-a6e5-31748f5f223f" providerId="ADAL" clId="{6E744BBD-6A1F-4C63-AAA4-E23759909C2A}" dt="2026-04-21T04:54:47.288" v="6848" actId="20577"/>
        <pc:sldMkLst>
          <pc:docMk/>
          <pc:sldMk cId="0" sldId="274"/>
        </pc:sldMkLst>
        <pc:spChg chg="mod">
          <ac:chgData name="Nirmit Shah" userId="19542b5f-727d-48fc-a6e5-31748f5f223f" providerId="ADAL" clId="{6E744BBD-6A1F-4C63-AAA4-E23759909C2A}" dt="2026-04-20T07:18:34.935" v="4233" actId="2711"/>
          <ac:spMkLst>
            <pc:docMk/>
            <pc:sldMk cId="0" sldId="274"/>
            <ac:spMk id="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34.935" v="4233" actId="2711"/>
          <ac:spMkLst>
            <pc:docMk/>
            <pc:sldMk cId="0" sldId="274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4:31.430" v="2726" actId="164"/>
          <ac:spMkLst>
            <pc:docMk/>
            <pc:sldMk cId="0" sldId="274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4:53.168" v="2733" actId="403"/>
          <ac:spMkLst>
            <pc:docMk/>
            <pc:sldMk cId="0" sldId="274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9:14.498" v="2812" actId="403"/>
          <ac:spMkLst>
            <pc:docMk/>
            <pc:sldMk cId="0" sldId="274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4:31.430" v="2726" actId="164"/>
          <ac:spMkLst>
            <pc:docMk/>
            <pc:sldMk cId="0" sldId="274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50:43.266" v="2946" actId="20577"/>
          <ac:spMkLst>
            <pc:docMk/>
            <pc:sldMk cId="0" sldId="274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4:42.930" v="2728" actId="164"/>
          <ac:spMkLst>
            <pc:docMk/>
            <pc:sldMk cId="0" sldId="274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4:36.706" v="2727" actId="164"/>
          <ac:spMkLst>
            <pc:docMk/>
            <pc:sldMk cId="0" sldId="274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4:36.706" v="2727" actId="164"/>
          <ac:spMkLst>
            <pc:docMk/>
            <pc:sldMk cId="0" sldId="274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5:00.178" v="2736" actId="403"/>
          <ac:spMkLst>
            <pc:docMk/>
            <pc:sldMk cId="0" sldId="274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9:19.058" v="2813" actId="403"/>
          <ac:spMkLst>
            <pc:docMk/>
            <pc:sldMk cId="0" sldId="274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4:42.930" v="2728" actId="164"/>
          <ac:spMkLst>
            <pc:docMk/>
            <pc:sldMk cId="0" sldId="274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50:16.160" v="2883" actId="20577"/>
          <ac:spMkLst>
            <pc:docMk/>
            <pc:sldMk cId="0" sldId="274"/>
            <ac:spMk id="1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4:42.930" v="2728" actId="164"/>
          <ac:spMkLst>
            <pc:docMk/>
            <pc:sldMk cId="0" sldId="274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4:36.706" v="2727" actId="164"/>
          <ac:spMkLst>
            <pc:docMk/>
            <pc:sldMk cId="0" sldId="274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5:00.178" v="2736" actId="403"/>
          <ac:spMkLst>
            <pc:docMk/>
            <pc:sldMk cId="0" sldId="274"/>
            <ac:spMk id="2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9:26.577" v="2814" actId="403"/>
          <ac:spMkLst>
            <pc:docMk/>
            <pc:sldMk cId="0" sldId="274"/>
            <ac:spMk id="2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4:42.930" v="2728" actId="164"/>
          <ac:spMkLst>
            <pc:docMk/>
            <pc:sldMk cId="0" sldId="274"/>
            <ac:spMk id="2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8:50.111" v="2803" actId="207"/>
          <ac:spMkLst>
            <pc:docMk/>
            <pc:sldMk cId="0" sldId="274"/>
            <ac:spMk id="2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4:42.930" v="2728" actId="164"/>
          <ac:spMkLst>
            <pc:docMk/>
            <pc:sldMk cId="0" sldId="274"/>
            <ac:spMk id="2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4:31.430" v="2726" actId="164"/>
          <ac:spMkLst>
            <pc:docMk/>
            <pc:sldMk cId="0" sldId="274"/>
            <ac:spMk id="2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5:00.178" v="2736" actId="403"/>
          <ac:spMkLst>
            <pc:docMk/>
            <pc:sldMk cId="0" sldId="274"/>
            <ac:spMk id="2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9:29.705" v="2815" actId="403"/>
          <ac:spMkLst>
            <pc:docMk/>
            <pc:sldMk cId="0" sldId="274"/>
            <ac:spMk id="2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4:36.706" v="2727" actId="164"/>
          <ac:spMkLst>
            <pc:docMk/>
            <pc:sldMk cId="0" sldId="274"/>
            <ac:spMk id="2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6:37:33.983" v="3409" actId="20577"/>
          <ac:spMkLst>
            <pc:docMk/>
            <pc:sldMk cId="0" sldId="274"/>
            <ac:spMk id="3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6:18.320" v="2753" actId="14100"/>
          <ac:spMkLst>
            <pc:docMk/>
            <pc:sldMk cId="0" sldId="274"/>
            <ac:spMk id="3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47:22.888" v="2772" actId="20577"/>
          <ac:spMkLst>
            <pc:docMk/>
            <pc:sldMk cId="0" sldId="274"/>
            <ac:spMk id="3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54:47.288" v="6848" actId="20577"/>
          <ac:spMkLst>
            <pc:docMk/>
            <pc:sldMk cId="0" sldId="274"/>
            <ac:spMk id="33" creationId="{00000000-0000-0000-0000-000000000000}"/>
          </ac:spMkLst>
        </pc:spChg>
        <pc:grpChg chg="mod">
          <ac:chgData name="Nirmit Shah" userId="19542b5f-727d-48fc-a6e5-31748f5f223f" providerId="ADAL" clId="{6E744BBD-6A1F-4C63-AAA4-E23759909C2A}" dt="2026-04-20T07:18:34.935" v="4233" actId="2711"/>
          <ac:grpSpMkLst>
            <pc:docMk/>
            <pc:sldMk cId="0" sldId="274"/>
            <ac:grpSpMk id="36" creationId="{85348954-36C7-8867-617B-42DE48DF9090}"/>
          </ac:grpSpMkLst>
        </pc:grpChg>
        <pc:grpChg chg="add mod">
          <ac:chgData name="Nirmit Shah" userId="19542b5f-727d-48fc-a6e5-31748f5f223f" providerId="ADAL" clId="{6E744BBD-6A1F-4C63-AAA4-E23759909C2A}" dt="2026-04-20T07:18:34.935" v="4233" actId="2711"/>
          <ac:grpSpMkLst>
            <pc:docMk/>
            <pc:sldMk cId="0" sldId="274"/>
            <ac:grpSpMk id="37" creationId="{9A329306-17EE-9B02-BACF-1A48680B62D3}"/>
          </ac:grpSpMkLst>
        </pc:grpChg>
        <pc:picChg chg="add mod">
          <ac:chgData name="Nirmit Shah" userId="19542b5f-727d-48fc-a6e5-31748f5f223f" providerId="ADAL" clId="{6E744BBD-6A1F-4C63-AAA4-E23759909C2A}" dt="2026-04-20T07:18:34.935" v="4233" actId="2711"/>
          <ac:picMkLst>
            <pc:docMk/>
            <pc:sldMk cId="0" sldId="274"/>
            <ac:picMk id="34" creationId="{CF13C137-1ED4-3F97-D1AE-F2E90A728941}"/>
          </ac:picMkLst>
        </pc:picChg>
      </pc:sldChg>
      <pc:sldChg chg="addSp modSp add del mod">
        <pc:chgData name="Nirmit Shah" userId="19542b5f-727d-48fc-a6e5-31748f5f223f" providerId="ADAL" clId="{6E744BBD-6A1F-4C63-AAA4-E23759909C2A}" dt="2026-04-20T07:12:31.560" v="4142" actId="2696"/>
        <pc:sldMkLst>
          <pc:docMk/>
          <pc:sldMk cId="0" sldId="275"/>
        </pc:sldMkLst>
        <pc:spChg chg="mod">
          <ac:chgData name="Nirmit Shah" userId="19542b5f-727d-48fc-a6e5-31748f5f223f" providerId="ADAL" clId="{6E744BBD-6A1F-4C63-AAA4-E23759909C2A}" dt="2026-04-20T04:55:03.137" v="2976" actId="403"/>
          <ac:spMkLst>
            <pc:docMk/>
            <pc:sldMk cId="0" sldId="275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05:38.723" v="4078" actId="14100"/>
          <ac:spMkLst>
            <pc:docMk/>
            <pc:sldMk cId="0" sldId="275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51:55.609" v="2954" actId="164"/>
          <ac:spMkLst>
            <pc:docMk/>
            <pc:sldMk cId="0" sldId="275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52:27.857" v="2961" actId="403"/>
          <ac:spMkLst>
            <pc:docMk/>
            <pc:sldMk cId="0" sldId="275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05:58.476" v="4080" actId="14100"/>
          <ac:spMkLst>
            <pc:docMk/>
            <pc:sldMk cId="0" sldId="275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51:55.609" v="2954" actId="164"/>
          <ac:spMkLst>
            <pc:docMk/>
            <pc:sldMk cId="0" sldId="275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52:37.024" v="2964" actId="403"/>
          <ac:spMkLst>
            <pc:docMk/>
            <pc:sldMk cId="0" sldId="275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05:19.977" v="4075" actId="107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55:18.628" v="2979" actId="1076"/>
          <ac:spMkLst>
            <pc:docMk/>
            <pc:sldMk cId="0" sldId="275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06:25.853" v="4083" actId="14100"/>
          <ac:spMkLst>
            <pc:docMk/>
            <pc:sldMk cId="0" sldId="275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51:48.061" v="2953" actId="164"/>
          <ac:spMkLst>
            <pc:docMk/>
            <pc:sldMk cId="0" sldId="275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53:15.318" v="2970" actId="403"/>
          <ac:spMkLst>
            <pc:docMk/>
            <pc:sldMk cId="0" sldId="275"/>
            <ac:spMk id="1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06:59.749" v="4088" actId="14100"/>
          <ac:spMkLst>
            <pc:docMk/>
            <pc:sldMk cId="0" sldId="275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51:48.061" v="2953" actId="164"/>
          <ac:spMkLst>
            <pc:docMk/>
            <pc:sldMk cId="0" sldId="275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4:53:09.834" v="2969" actId="403"/>
          <ac:spMkLst>
            <pc:docMk/>
            <pc:sldMk cId="0" sldId="275"/>
            <ac:spMk id="2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11:11.059" v="3011" actId="114"/>
          <ac:spMkLst>
            <pc:docMk/>
            <pc:sldMk cId="0" sldId="275"/>
            <ac:spMk id="21" creationId="{00000000-0000-0000-0000-000000000000}"/>
          </ac:spMkLst>
        </pc:spChg>
        <pc:grpChg chg="add mod">
          <ac:chgData name="Nirmit Shah" userId="19542b5f-727d-48fc-a6e5-31748f5f223f" providerId="ADAL" clId="{6E744BBD-6A1F-4C63-AAA4-E23759909C2A}" dt="2026-04-20T07:06:14.579" v="4081" actId="14100"/>
          <ac:grpSpMkLst>
            <pc:docMk/>
            <pc:sldMk cId="0" sldId="275"/>
            <ac:grpSpMk id="24" creationId="{9373B6B8-7695-B120-00D7-A7879BD55C77}"/>
          </ac:grpSpMkLst>
        </pc:grpChg>
        <pc:grpChg chg="add mod">
          <ac:chgData name="Nirmit Shah" userId="19542b5f-727d-48fc-a6e5-31748f5f223f" providerId="ADAL" clId="{6E744BBD-6A1F-4C63-AAA4-E23759909C2A}" dt="2026-04-20T07:05:26.031" v="4076" actId="14100"/>
          <ac:grpSpMkLst>
            <pc:docMk/>
            <pc:sldMk cId="0" sldId="275"/>
            <ac:grpSpMk id="25" creationId="{F8BD0942-D7BF-89DA-608C-D5081454749B}"/>
          </ac:grpSpMkLst>
        </pc:grpChg>
        <pc:picChg chg="mod">
          <ac:chgData name="Nirmit Shah" userId="19542b5f-727d-48fc-a6e5-31748f5f223f" providerId="ADAL" clId="{6E744BBD-6A1F-4C63-AAA4-E23759909C2A}" dt="2026-04-20T04:51:55.609" v="2954" actId="164"/>
          <ac:picMkLst>
            <pc:docMk/>
            <pc:sldMk cId="0" sldId="275"/>
            <ac:picMk id="8" creationId="{00000000-0000-0000-0000-000000000000}"/>
          </ac:picMkLst>
        </pc:picChg>
        <pc:picChg chg="mod">
          <ac:chgData name="Nirmit Shah" userId="19542b5f-727d-48fc-a6e5-31748f5f223f" providerId="ADAL" clId="{6E744BBD-6A1F-4C63-AAA4-E23759909C2A}" dt="2026-04-20T04:51:48.061" v="2953" actId="164"/>
          <ac:picMkLst>
            <pc:docMk/>
            <pc:sldMk cId="0" sldId="275"/>
            <ac:picMk id="17" creationId="{00000000-0000-0000-0000-000000000000}"/>
          </ac:picMkLst>
        </pc:picChg>
        <pc:picChg chg="add mod">
          <ac:chgData name="Nirmit Shah" userId="19542b5f-727d-48fc-a6e5-31748f5f223f" providerId="ADAL" clId="{6E744BBD-6A1F-4C63-AAA4-E23759909C2A}" dt="2026-04-20T04:11:48.922" v="1895"/>
          <ac:picMkLst>
            <pc:docMk/>
            <pc:sldMk cId="0" sldId="275"/>
            <ac:picMk id="23" creationId="{D287D874-8B42-6061-C89F-C88941450E86}"/>
          </ac:picMkLst>
        </pc:picChg>
      </pc:sldChg>
      <pc:sldChg chg="addSp delSp modSp mod">
        <pc:chgData name="Nirmit Shah" userId="19542b5f-727d-48fc-a6e5-31748f5f223f" providerId="ADAL" clId="{6E744BBD-6A1F-4C63-AAA4-E23759909C2A}" dt="2026-04-21T04:55:14.960" v="6852" actId="20577"/>
        <pc:sldMkLst>
          <pc:docMk/>
          <pc:sldMk cId="0" sldId="276"/>
        </pc:sldMkLst>
        <pc:spChg chg="mod">
          <ac:chgData name="Nirmit Shah" userId="19542b5f-727d-48fc-a6e5-31748f5f223f" providerId="ADAL" clId="{6E744BBD-6A1F-4C63-AAA4-E23759909C2A}" dt="2026-04-20T07:18:50.100" v="4235" actId="2711"/>
          <ac:spMkLst>
            <pc:docMk/>
            <pc:sldMk cId="0" sldId="276"/>
            <ac:spMk id="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50.100" v="4235" actId="2711"/>
          <ac:spMkLst>
            <pc:docMk/>
            <pc:sldMk cId="0" sldId="276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50.100" v="4235" actId="2711"/>
          <ac:spMkLst>
            <pc:docMk/>
            <pc:sldMk cId="0" sldId="276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11:19.412" v="3012" actId="164"/>
          <ac:spMkLst>
            <pc:docMk/>
            <pc:sldMk cId="0" sldId="276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11:19.412" v="3012" actId="164"/>
          <ac:spMkLst>
            <pc:docMk/>
            <pc:sldMk cId="0" sldId="276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12:03.247" v="3025" actId="403"/>
          <ac:spMkLst>
            <pc:docMk/>
            <pc:sldMk cId="0" sldId="276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11:19.412" v="3012" actId="164"/>
          <ac:spMkLst>
            <pc:docMk/>
            <pc:sldMk cId="0" sldId="276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11:19.412" v="3012" actId="164"/>
          <ac:spMkLst>
            <pc:docMk/>
            <pc:sldMk cId="0" sldId="276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13:20.381" v="3045" actId="20577"/>
          <ac:spMkLst>
            <pc:docMk/>
            <pc:sldMk cId="0" sldId="276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50.100" v="4235" actId="2711"/>
          <ac:spMkLst>
            <pc:docMk/>
            <pc:sldMk cId="0" sldId="276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50.100" v="4235" actId="2711"/>
          <ac:spMkLst>
            <pc:docMk/>
            <pc:sldMk cId="0" sldId="276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11:25.916" v="3013" actId="164"/>
          <ac:spMkLst>
            <pc:docMk/>
            <pc:sldMk cId="0" sldId="276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11:25.916" v="3013" actId="164"/>
          <ac:spMkLst>
            <pc:docMk/>
            <pc:sldMk cId="0" sldId="276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08:20.355" v="4099" actId="404"/>
          <ac:spMkLst>
            <pc:docMk/>
            <pc:sldMk cId="0" sldId="276"/>
            <ac:spMk id="1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11:25.916" v="3013" actId="164"/>
          <ac:spMkLst>
            <pc:docMk/>
            <pc:sldMk cId="0" sldId="276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11:25.916" v="3013" actId="164"/>
          <ac:spMkLst>
            <pc:docMk/>
            <pc:sldMk cId="0" sldId="276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08:34.203" v="4102" actId="403"/>
          <ac:spMkLst>
            <pc:docMk/>
            <pc:sldMk cId="0" sldId="276"/>
            <ac:spMk id="2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50.100" v="4235" actId="2711"/>
          <ac:spMkLst>
            <pc:docMk/>
            <pc:sldMk cId="0" sldId="276"/>
            <ac:spMk id="21" creationId="{00000000-0000-0000-0000-000000000000}"/>
          </ac:spMkLst>
        </pc:spChg>
        <pc:spChg chg="add del mod">
          <ac:chgData name="Nirmit Shah" userId="19542b5f-727d-48fc-a6e5-31748f5f223f" providerId="ADAL" clId="{6E744BBD-6A1F-4C63-AAA4-E23759909C2A}" dt="2026-04-21T04:55:14.960" v="6852" actId="20577"/>
          <ac:spMkLst>
            <pc:docMk/>
            <pc:sldMk cId="0" sldId="276"/>
            <ac:spMk id="22" creationId="{00000000-0000-0000-0000-000000000000}"/>
          </ac:spMkLst>
        </pc:spChg>
        <pc:grpChg chg="add mod">
          <ac:chgData name="Nirmit Shah" userId="19542b5f-727d-48fc-a6e5-31748f5f223f" providerId="ADAL" clId="{6E744BBD-6A1F-4C63-AAA4-E23759909C2A}" dt="2026-04-20T07:18:50.100" v="4235" actId="2711"/>
          <ac:grpSpMkLst>
            <pc:docMk/>
            <pc:sldMk cId="0" sldId="276"/>
            <ac:grpSpMk id="24" creationId="{475556D5-0081-3049-5952-9DA640E940C9}"/>
          </ac:grpSpMkLst>
        </pc:grpChg>
        <pc:grpChg chg="add mod">
          <ac:chgData name="Nirmit Shah" userId="19542b5f-727d-48fc-a6e5-31748f5f223f" providerId="ADAL" clId="{6E744BBD-6A1F-4C63-AAA4-E23759909C2A}" dt="2026-04-20T07:18:50.100" v="4235" actId="2711"/>
          <ac:grpSpMkLst>
            <pc:docMk/>
            <pc:sldMk cId="0" sldId="276"/>
            <ac:grpSpMk id="25" creationId="{997BC23D-F900-A003-6C4F-A8091243E862}"/>
          </ac:grpSpMkLst>
        </pc:grpChg>
        <pc:picChg chg="mod">
          <ac:chgData name="Nirmit Shah" userId="19542b5f-727d-48fc-a6e5-31748f5f223f" providerId="ADAL" clId="{6E744BBD-6A1F-4C63-AAA4-E23759909C2A}" dt="2026-04-20T05:11:19.412" v="3012" actId="164"/>
          <ac:picMkLst>
            <pc:docMk/>
            <pc:sldMk cId="0" sldId="276"/>
            <ac:picMk id="8" creationId="{00000000-0000-0000-0000-000000000000}"/>
          </ac:picMkLst>
        </pc:picChg>
        <pc:picChg chg="mod">
          <ac:chgData name="Nirmit Shah" userId="19542b5f-727d-48fc-a6e5-31748f5f223f" providerId="ADAL" clId="{6E744BBD-6A1F-4C63-AAA4-E23759909C2A}" dt="2026-04-20T05:11:25.916" v="3013" actId="164"/>
          <ac:picMkLst>
            <pc:docMk/>
            <pc:sldMk cId="0" sldId="276"/>
            <ac:picMk id="17" creationId="{00000000-0000-0000-0000-000000000000}"/>
          </ac:picMkLst>
        </pc:picChg>
        <pc:picChg chg="add mod">
          <ac:chgData name="Nirmit Shah" userId="19542b5f-727d-48fc-a6e5-31748f5f223f" providerId="ADAL" clId="{6E744BBD-6A1F-4C63-AAA4-E23759909C2A}" dt="2026-04-20T07:18:50.100" v="4235" actId="2711"/>
          <ac:picMkLst>
            <pc:docMk/>
            <pc:sldMk cId="0" sldId="276"/>
            <ac:picMk id="23" creationId="{45AD22D6-AEFC-C8B9-7AF5-2CDB376AE26D}"/>
          </ac:picMkLst>
        </pc:picChg>
      </pc:sldChg>
      <pc:sldChg chg="addSp modSp mod ord">
        <pc:chgData name="Nirmit Shah" userId="19542b5f-727d-48fc-a6e5-31748f5f223f" providerId="ADAL" clId="{6E744BBD-6A1F-4C63-AAA4-E23759909C2A}" dt="2026-04-21T06:34:27.459" v="7404" actId="20577"/>
        <pc:sldMkLst>
          <pc:docMk/>
          <pc:sldMk cId="0" sldId="277"/>
        </pc:sldMkLst>
        <pc:spChg chg="mod">
          <ac:chgData name="Nirmit Shah" userId="19542b5f-727d-48fc-a6e5-31748f5f223f" providerId="ADAL" clId="{6E744BBD-6A1F-4C63-AAA4-E23759909C2A}" dt="2026-04-20T06:39:49.748" v="3436" actId="20577"/>
          <ac:spMkLst>
            <pc:docMk/>
            <pc:sldMk cId="0" sldId="277"/>
            <ac:spMk id="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20:39.508" v="3255" actId="1076"/>
          <ac:spMkLst>
            <pc:docMk/>
            <pc:sldMk cId="0" sldId="277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56.558" v="4236" actId="2711"/>
          <ac:spMkLst>
            <pc:docMk/>
            <pc:sldMk cId="0" sldId="277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23:07.608" v="3283" actId="1076"/>
          <ac:spMkLst>
            <pc:docMk/>
            <pc:sldMk cId="0" sldId="277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27:19.027" v="3323" actId="113"/>
          <ac:spMkLst>
            <pc:docMk/>
            <pc:sldMk cId="0" sldId="277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27:14.123" v="3321" actId="113"/>
          <ac:spMkLst>
            <pc:docMk/>
            <pc:sldMk cId="0" sldId="277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56.558" v="4236" actId="2711"/>
          <ac:spMkLst>
            <pc:docMk/>
            <pc:sldMk cId="0" sldId="277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27:28.870" v="3327" actId="207"/>
          <ac:spMkLst>
            <pc:docMk/>
            <pc:sldMk cId="0" sldId="277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56.558" v="4236" actId="2711"/>
          <ac:spMkLst>
            <pc:docMk/>
            <pc:sldMk cId="0" sldId="277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17:06.827" v="3137" actId="1076"/>
          <ac:spMkLst>
            <pc:docMk/>
            <pc:sldMk cId="0" sldId="277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56.558" v="4236" actId="2711"/>
          <ac:spMkLst>
            <pc:docMk/>
            <pc:sldMk cId="0" sldId="277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56.558" v="4236" actId="2711"/>
          <ac:spMkLst>
            <pc:docMk/>
            <pc:sldMk cId="0" sldId="277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21:09.333" v="3257" actId="1076"/>
          <ac:spMkLst>
            <pc:docMk/>
            <pc:sldMk cId="0" sldId="277"/>
            <ac:spMk id="2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56.558" v="4236" actId="2711"/>
          <ac:spMkLst>
            <pc:docMk/>
            <pc:sldMk cId="0" sldId="277"/>
            <ac:spMk id="2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18:59.717" v="3239" actId="1076"/>
          <ac:spMkLst>
            <pc:docMk/>
            <pc:sldMk cId="0" sldId="277"/>
            <ac:spMk id="2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18:27.139" v="3227" actId="1076"/>
          <ac:spMkLst>
            <pc:docMk/>
            <pc:sldMk cId="0" sldId="277"/>
            <ac:spMk id="2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18:49.469" v="3238" actId="1076"/>
          <ac:spMkLst>
            <pc:docMk/>
            <pc:sldMk cId="0" sldId="277"/>
            <ac:spMk id="2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56.558" v="4236" actId="2711"/>
          <ac:spMkLst>
            <pc:docMk/>
            <pc:sldMk cId="0" sldId="277"/>
            <ac:spMk id="2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56.558" v="4236" actId="2711"/>
          <ac:spMkLst>
            <pc:docMk/>
            <pc:sldMk cId="0" sldId="277"/>
            <ac:spMk id="2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23:25.223" v="3287" actId="1076"/>
          <ac:spMkLst>
            <pc:docMk/>
            <pc:sldMk cId="0" sldId="277"/>
            <ac:spMk id="2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56.558" v="4236" actId="2711"/>
          <ac:spMkLst>
            <pc:docMk/>
            <pc:sldMk cId="0" sldId="277"/>
            <ac:spMk id="2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25:45.765" v="3312" actId="164"/>
          <ac:spMkLst>
            <pc:docMk/>
            <pc:sldMk cId="0" sldId="277"/>
            <ac:spMk id="3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23:10.030" v="3284" actId="1076"/>
          <ac:spMkLst>
            <pc:docMk/>
            <pc:sldMk cId="0" sldId="277"/>
            <ac:spMk id="3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23:19.944" v="3286" actId="14100"/>
          <ac:spMkLst>
            <pc:docMk/>
            <pc:sldMk cId="0" sldId="277"/>
            <ac:spMk id="3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26:53.607" v="3319" actId="403"/>
          <ac:spMkLst>
            <pc:docMk/>
            <pc:sldMk cId="0" sldId="277"/>
            <ac:spMk id="3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25:23.325" v="3309" actId="164"/>
          <ac:spMkLst>
            <pc:docMk/>
            <pc:sldMk cId="0" sldId="277"/>
            <ac:spMk id="3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26:43.741" v="3315" actId="403"/>
          <ac:spMkLst>
            <pc:docMk/>
            <pc:sldMk cId="0" sldId="277"/>
            <ac:spMk id="3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25:23.325" v="3309" actId="164"/>
          <ac:spMkLst>
            <pc:docMk/>
            <pc:sldMk cId="0" sldId="277"/>
            <ac:spMk id="3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26:46.688" v="3316" actId="403"/>
          <ac:spMkLst>
            <pc:docMk/>
            <pc:sldMk cId="0" sldId="277"/>
            <ac:spMk id="3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7:18:56.558" v="4236" actId="2711"/>
          <ac:spMkLst>
            <pc:docMk/>
            <pc:sldMk cId="0" sldId="277"/>
            <ac:spMk id="3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0T05:26:48.887" v="3317" actId="403"/>
          <ac:spMkLst>
            <pc:docMk/>
            <pc:sldMk cId="0" sldId="277"/>
            <ac:spMk id="4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21T04:55:24.124" v="6854" actId="20577"/>
          <ac:spMkLst>
            <pc:docMk/>
            <pc:sldMk cId="0" sldId="277"/>
            <ac:spMk id="41" creationId="{00000000-0000-0000-0000-000000000000}"/>
          </ac:spMkLst>
        </pc:spChg>
        <pc:spChg chg="add mod ord">
          <ac:chgData name="Nirmit Shah" userId="19542b5f-727d-48fc-a6e5-31748f5f223f" providerId="ADAL" clId="{6E744BBD-6A1F-4C63-AAA4-E23759909C2A}" dt="2026-04-20T05:25:23.325" v="3309" actId="164"/>
          <ac:spMkLst>
            <pc:docMk/>
            <pc:sldMk cId="0" sldId="277"/>
            <ac:spMk id="42" creationId="{ADCDF452-5975-5910-B427-34CDB8A8AA3F}"/>
          </ac:spMkLst>
        </pc:spChg>
        <pc:spChg chg="add mod">
          <ac:chgData name="Nirmit Shah" userId="19542b5f-727d-48fc-a6e5-31748f5f223f" providerId="ADAL" clId="{6E744BBD-6A1F-4C63-AAA4-E23759909C2A}" dt="2026-04-21T05:04:54.441" v="7239" actId="1035"/>
          <ac:spMkLst>
            <pc:docMk/>
            <pc:sldMk cId="0" sldId="277"/>
            <ac:spMk id="45" creationId="{716E082D-B32F-6821-9B6D-88B804057816}"/>
          </ac:spMkLst>
        </pc:spChg>
        <pc:spChg chg="add mod">
          <ac:chgData name="Nirmit Shah" userId="19542b5f-727d-48fc-a6e5-31748f5f223f" providerId="ADAL" clId="{6E744BBD-6A1F-4C63-AAA4-E23759909C2A}" dt="2026-04-21T05:11:23.051" v="7287" actId="20577"/>
          <ac:spMkLst>
            <pc:docMk/>
            <pc:sldMk cId="0" sldId="277"/>
            <ac:spMk id="46" creationId="{4AE27DD4-B0DB-E4A0-B35D-41648466FDD5}"/>
          </ac:spMkLst>
        </pc:spChg>
        <pc:spChg chg="add mod">
          <ac:chgData name="Nirmit Shah" userId="19542b5f-727d-48fc-a6e5-31748f5f223f" providerId="ADAL" clId="{6E744BBD-6A1F-4C63-AAA4-E23759909C2A}" dt="2026-04-21T06:33:00.063" v="7290" actId="1076"/>
          <ac:spMkLst>
            <pc:docMk/>
            <pc:sldMk cId="0" sldId="277"/>
            <ac:spMk id="47" creationId="{BC33E952-44A5-D6A5-0D8D-4DA51ADCC621}"/>
          </ac:spMkLst>
        </pc:spChg>
        <pc:spChg chg="add mod">
          <ac:chgData name="Nirmit Shah" userId="19542b5f-727d-48fc-a6e5-31748f5f223f" providerId="ADAL" clId="{6E744BBD-6A1F-4C63-AAA4-E23759909C2A}" dt="2026-04-21T06:33:38.742" v="7368" actId="14100"/>
          <ac:spMkLst>
            <pc:docMk/>
            <pc:sldMk cId="0" sldId="277"/>
            <ac:spMk id="48" creationId="{74FE70E8-3BE0-7D55-DFD5-7480B157244D}"/>
          </ac:spMkLst>
        </pc:spChg>
        <pc:spChg chg="add mod">
          <ac:chgData name="Nirmit Shah" userId="19542b5f-727d-48fc-a6e5-31748f5f223f" providerId="ADAL" clId="{6E744BBD-6A1F-4C63-AAA4-E23759909C2A}" dt="2026-04-21T06:33:53.060" v="7370" actId="1076"/>
          <ac:spMkLst>
            <pc:docMk/>
            <pc:sldMk cId="0" sldId="277"/>
            <ac:spMk id="49" creationId="{880033DE-FA08-A48F-50E6-01B019E16C39}"/>
          </ac:spMkLst>
        </pc:spChg>
        <pc:spChg chg="add mod">
          <ac:chgData name="Nirmit Shah" userId="19542b5f-727d-48fc-a6e5-31748f5f223f" providerId="ADAL" clId="{6E744BBD-6A1F-4C63-AAA4-E23759909C2A}" dt="2026-04-21T06:34:27.459" v="7404" actId="20577"/>
          <ac:spMkLst>
            <pc:docMk/>
            <pc:sldMk cId="0" sldId="277"/>
            <ac:spMk id="50" creationId="{BCA0AA3E-407B-F671-BA1A-BCF3D5FA18A1}"/>
          </ac:spMkLst>
        </pc:spChg>
        <pc:grpChg chg="add mod">
          <ac:chgData name="Nirmit Shah" userId="19542b5f-727d-48fc-a6e5-31748f5f223f" providerId="ADAL" clId="{6E744BBD-6A1F-4C63-AAA4-E23759909C2A}" dt="2026-04-20T05:25:55.425" v="3314" actId="1076"/>
          <ac:grpSpMkLst>
            <pc:docMk/>
            <pc:sldMk cId="0" sldId="277"/>
            <ac:grpSpMk id="43" creationId="{CB3C5DDA-4ABF-7C3B-E4C7-AF8E458F8B0F}"/>
          </ac:grpSpMkLst>
        </pc:grpChg>
        <pc:grpChg chg="mod">
          <ac:chgData name="Nirmit Shah" userId="19542b5f-727d-48fc-a6e5-31748f5f223f" providerId="ADAL" clId="{6E744BBD-6A1F-4C63-AAA4-E23759909C2A}" dt="2026-04-20T05:25:49.659" v="3313" actId="1076"/>
          <ac:grpSpMkLst>
            <pc:docMk/>
            <pc:sldMk cId="0" sldId="277"/>
            <ac:grpSpMk id="44" creationId="{70925B07-82E6-3B58-91A5-764B76004230}"/>
          </ac:grpSpMkLst>
        </pc:grpChg>
      </pc:sldChg>
      <pc:sldChg chg="modSp del mod modShow">
        <pc:chgData name="Nirmit Shah" userId="19542b5f-727d-48fc-a6e5-31748f5f223f" providerId="ADAL" clId="{6E744BBD-6A1F-4C63-AAA4-E23759909C2A}" dt="2026-04-20T07:19:01.042" v="4237" actId="2696"/>
        <pc:sldMkLst>
          <pc:docMk/>
          <pc:sldMk cId="0" sldId="278"/>
        </pc:sldMkLst>
      </pc:sldChg>
      <pc:sldChg chg="addSp delSp modSp add mod">
        <pc:chgData name="Nirmit Shah" userId="19542b5f-727d-48fc-a6e5-31748f5f223f" providerId="ADAL" clId="{6E744BBD-6A1F-4C63-AAA4-E23759909C2A}" dt="2026-04-21T05:00:25.485" v="7085" actId="20577"/>
        <pc:sldMkLst>
          <pc:docMk/>
          <pc:sldMk cId="1038798475" sldId="279"/>
        </pc:sldMkLst>
        <pc:spChg chg="mod">
          <ac:chgData name="Nirmit Shah" userId="19542b5f-727d-48fc-a6e5-31748f5f223f" providerId="ADAL" clId="{6E744BBD-6A1F-4C63-AAA4-E23759909C2A}" dt="2026-04-21T05:00:25.485" v="7085" actId="20577"/>
          <ac:spMkLst>
            <pc:docMk/>
            <pc:sldMk cId="1038798475" sldId="279"/>
            <ac:spMk id="2" creationId="{E5CBA59F-CBAD-6106-24AB-648DA611E62A}"/>
          </ac:spMkLst>
        </pc:spChg>
        <pc:spChg chg="mod">
          <ac:chgData name="Nirmit Shah" userId="19542b5f-727d-48fc-a6e5-31748f5f223f" providerId="ADAL" clId="{6E744BBD-6A1F-4C63-AAA4-E23759909C2A}" dt="2026-04-20T07:17:46.380" v="4227" actId="2711"/>
          <ac:spMkLst>
            <pc:docMk/>
            <pc:sldMk cId="1038798475" sldId="279"/>
            <ac:spMk id="3" creationId="{A656B19B-F9E0-7DAD-2D9F-1D7BF45E390C}"/>
          </ac:spMkLst>
        </pc:spChg>
        <pc:spChg chg="mod">
          <ac:chgData name="Nirmit Shah" userId="19542b5f-727d-48fc-a6e5-31748f5f223f" providerId="ADAL" clId="{6E744BBD-6A1F-4C63-AAA4-E23759909C2A}" dt="2026-04-21T04:48:10.614" v="6293"/>
          <ac:spMkLst>
            <pc:docMk/>
            <pc:sldMk cId="1038798475" sldId="279"/>
            <ac:spMk id="5" creationId="{DDA091A7-811F-959B-B5BF-CE960B147B8C}"/>
          </ac:spMkLst>
        </pc:spChg>
        <pc:spChg chg="mod">
          <ac:chgData name="Nirmit Shah" userId="19542b5f-727d-48fc-a6e5-31748f5f223f" providerId="ADAL" clId="{6E744BBD-6A1F-4C63-AAA4-E23759909C2A}" dt="2026-04-21T04:48:18.019" v="6312" actId="20577"/>
          <ac:spMkLst>
            <pc:docMk/>
            <pc:sldMk cId="1038798475" sldId="279"/>
            <ac:spMk id="6" creationId="{6DFF1429-955D-6C6F-1369-D3A77CC5656E}"/>
          </ac:spMkLst>
        </pc:spChg>
        <pc:spChg chg="mod">
          <ac:chgData name="Nirmit Shah" userId="19542b5f-727d-48fc-a6e5-31748f5f223f" providerId="ADAL" clId="{6E744BBD-6A1F-4C63-AAA4-E23759909C2A}" dt="2026-04-21T04:48:10.614" v="6293"/>
          <ac:spMkLst>
            <pc:docMk/>
            <pc:sldMk cId="1038798475" sldId="279"/>
            <ac:spMk id="8" creationId="{E712768D-3E65-F866-BEA0-4620FF18D6D1}"/>
          </ac:spMkLst>
        </pc:spChg>
        <pc:spChg chg="mod">
          <ac:chgData name="Nirmit Shah" userId="19542b5f-727d-48fc-a6e5-31748f5f223f" providerId="ADAL" clId="{6E744BBD-6A1F-4C63-AAA4-E23759909C2A}" dt="2026-04-21T04:48:28.721" v="6331" actId="20577"/>
          <ac:spMkLst>
            <pc:docMk/>
            <pc:sldMk cId="1038798475" sldId="279"/>
            <ac:spMk id="9" creationId="{2D3D5B01-0928-1A73-9896-D97D4D767637}"/>
          </ac:spMkLst>
        </pc:spChg>
        <pc:spChg chg="mod">
          <ac:chgData name="Nirmit Shah" userId="19542b5f-727d-48fc-a6e5-31748f5f223f" providerId="ADAL" clId="{6E744BBD-6A1F-4C63-AAA4-E23759909C2A}" dt="2026-04-21T04:48:10.614" v="6293"/>
          <ac:spMkLst>
            <pc:docMk/>
            <pc:sldMk cId="1038798475" sldId="279"/>
            <ac:spMk id="10" creationId="{8AEAB2A6-7925-E164-6ACF-6F8F03E48514}"/>
          </ac:spMkLst>
        </pc:spChg>
        <pc:spChg chg="mod">
          <ac:chgData name="Nirmit Shah" userId="19542b5f-727d-48fc-a6e5-31748f5f223f" providerId="ADAL" clId="{6E744BBD-6A1F-4C63-AAA4-E23759909C2A}" dt="2026-04-21T04:48:40.774" v="6356" actId="20577"/>
          <ac:spMkLst>
            <pc:docMk/>
            <pc:sldMk cId="1038798475" sldId="279"/>
            <ac:spMk id="12" creationId="{AD7FECE0-31A2-0EA6-AED2-B6F2C04AEFF8}"/>
          </ac:spMkLst>
        </pc:spChg>
        <pc:spChg chg="mod">
          <ac:chgData name="Nirmit Shah" userId="19542b5f-727d-48fc-a6e5-31748f5f223f" providerId="ADAL" clId="{6E744BBD-6A1F-4C63-AAA4-E23759909C2A}" dt="2026-04-21T04:48:10.614" v="6293"/>
          <ac:spMkLst>
            <pc:docMk/>
            <pc:sldMk cId="1038798475" sldId="279"/>
            <ac:spMk id="13" creationId="{0E9C0AA1-62B4-8D75-714B-3600F9CAE7E6}"/>
          </ac:spMkLst>
        </pc:spChg>
        <pc:spChg chg="mod">
          <ac:chgData name="Nirmit Shah" userId="19542b5f-727d-48fc-a6e5-31748f5f223f" providerId="ADAL" clId="{6E744BBD-6A1F-4C63-AAA4-E23759909C2A}" dt="2026-04-21T04:48:49.952" v="6379" actId="20577"/>
          <ac:spMkLst>
            <pc:docMk/>
            <pc:sldMk cId="1038798475" sldId="279"/>
            <ac:spMk id="15" creationId="{D68D6DBB-B8C3-B4BA-9529-474F41BAEAD8}"/>
          </ac:spMkLst>
        </pc:spChg>
        <pc:spChg chg="mod">
          <ac:chgData name="Nirmit Shah" userId="19542b5f-727d-48fc-a6e5-31748f5f223f" providerId="ADAL" clId="{6E744BBD-6A1F-4C63-AAA4-E23759909C2A}" dt="2026-04-21T04:48:10.614" v="6293"/>
          <ac:spMkLst>
            <pc:docMk/>
            <pc:sldMk cId="1038798475" sldId="279"/>
            <ac:spMk id="16" creationId="{92731121-903B-29BA-EA67-87A234E77DCE}"/>
          </ac:spMkLst>
        </pc:spChg>
        <pc:spChg chg="mod">
          <ac:chgData name="Nirmit Shah" userId="19542b5f-727d-48fc-a6e5-31748f5f223f" providerId="ADAL" clId="{6E744BBD-6A1F-4C63-AAA4-E23759909C2A}" dt="2026-04-21T04:48:10.614" v="6293"/>
          <ac:spMkLst>
            <pc:docMk/>
            <pc:sldMk cId="1038798475" sldId="279"/>
            <ac:spMk id="17" creationId="{0B31DCF0-326D-8C9C-9D50-03B1BCDEC54A}"/>
          </ac:spMkLst>
        </pc:spChg>
        <pc:spChg chg="mod">
          <ac:chgData name="Nirmit Shah" userId="19542b5f-727d-48fc-a6e5-31748f5f223f" providerId="ADAL" clId="{6E744BBD-6A1F-4C63-AAA4-E23759909C2A}" dt="2026-04-21T04:49:06.322" v="6420" actId="20577"/>
          <ac:spMkLst>
            <pc:docMk/>
            <pc:sldMk cId="1038798475" sldId="279"/>
            <ac:spMk id="18" creationId="{79A0D7CA-0788-5950-8632-315162AC3DFF}"/>
          </ac:spMkLst>
        </pc:spChg>
        <pc:spChg chg="mod">
          <ac:chgData name="Nirmit Shah" userId="19542b5f-727d-48fc-a6e5-31748f5f223f" providerId="ADAL" clId="{6E744BBD-6A1F-4C63-AAA4-E23759909C2A}" dt="2026-04-21T04:49:17.294" v="6443" actId="20577"/>
          <ac:spMkLst>
            <pc:docMk/>
            <pc:sldMk cId="1038798475" sldId="279"/>
            <ac:spMk id="21" creationId="{78EA07B6-BE5D-9CA0-7ABA-279E09475525}"/>
          </ac:spMkLst>
        </pc:spChg>
        <pc:spChg chg="mod">
          <ac:chgData name="Nirmit Shah" userId="19542b5f-727d-48fc-a6e5-31748f5f223f" providerId="ADAL" clId="{6E744BBD-6A1F-4C63-AAA4-E23759909C2A}" dt="2026-04-21T04:53:35.158" v="6808" actId="1037"/>
          <ac:spMkLst>
            <pc:docMk/>
            <pc:sldMk cId="1038798475" sldId="279"/>
            <ac:spMk id="23" creationId="{4D2D83EE-2E52-7844-18E2-6E95F8D67494}"/>
          </ac:spMkLst>
        </pc:spChg>
        <pc:spChg chg="mod">
          <ac:chgData name="Nirmit Shah" userId="19542b5f-727d-48fc-a6e5-31748f5f223f" providerId="ADAL" clId="{6E744BBD-6A1F-4C63-AAA4-E23759909C2A}" dt="2026-04-21T04:59:07.390" v="6982" actId="1036"/>
          <ac:spMkLst>
            <pc:docMk/>
            <pc:sldMk cId="1038798475" sldId="279"/>
            <ac:spMk id="25" creationId="{24E57C5B-5D55-EFC5-3627-ECC80BC78708}"/>
          </ac:spMkLst>
        </pc:spChg>
        <pc:spChg chg="add mod">
          <ac:chgData name="Nirmit Shah" userId="19542b5f-727d-48fc-a6e5-31748f5f223f" providerId="ADAL" clId="{6E744BBD-6A1F-4C63-AAA4-E23759909C2A}" dt="2026-04-21T04:52:53.540" v="6764" actId="1036"/>
          <ac:spMkLst>
            <pc:docMk/>
            <pc:sldMk cId="1038798475" sldId="279"/>
            <ac:spMk id="26" creationId="{912003F6-EDD9-3C16-189A-4622B69EB0D9}"/>
          </ac:spMkLst>
        </pc:spChg>
        <pc:spChg chg="del">
          <ac:chgData name="Nirmit Shah" userId="19542b5f-727d-48fc-a6e5-31748f5f223f" providerId="ADAL" clId="{6E744BBD-6A1F-4C63-AAA4-E23759909C2A}" dt="2026-04-20T04:08:01.260" v="1821" actId="478"/>
          <ac:spMkLst>
            <pc:docMk/>
            <pc:sldMk cId="1038798475" sldId="279"/>
            <ac:spMk id="26" creationId="{C5FE8415-D621-7E69-61C9-A12EBCC47F9E}"/>
          </ac:spMkLst>
        </pc:spChg>
        <pc:spChg chg="mod">
          <ac:chgData name="Nirmit Shah" userId="19542b5f-727d-48fc-a6e5-31748f5f223f" providerId="ADAL" clId="{6E744BBD-6A1F-4C63-AAA4-E23759909C2A}" dt="2026-04-21T04:52:30.172" v="6724"/>
          <ac:spMkLst>
            <pc:docMk/>
            <pc:sldMk cId="1038798475" sldId="279"/>
            <ac:spMk id="28" creationId="{16239A5F-D4EA-18EB-7217-197BBCF4F9F4}"/>
          </ac:spMkLst>
        </pc:spChg>
        <pc:spChg chg="mod">
          <ac:chgData name="Nirmit Shah" userId="19542b5f-727d-48fc-a6e5-31748f5f223f" providerId="ADAL" clId="{6E744BBD-6A1F-4C63-AAA4-E23759909C2A}" dt="2026-04-21T04:52:30.172" v="6724"/>
          <ac:spMkLst>
            <pc:docMk/>
            <pc:sldMk cId="1038798475" sldId="279"/>
            <ac:spMk id="29" creationId="{1AF1DB7D-52E3-4973-BDE0-56C3EED4EB99}"/>
          </ac:spMkLst>
        </pc:spChg>
        <pc:spChg chg="mod">
          <ac:chgData name="Nirmit Shah" userId="19542b5f-727d-48fc-a6e5-31748f5f223f" providerId="ADAL" clId="{6E744BBD-6A1F-4C63-AAA4-E23759909C2A}" dt="2026-04-21T04:52:30.172" v="6724"/>
          <ac:spMkLst>
            <pc:docMk/>
            <pc:sldMk cId="1038798475" sldId="279"/>
            <ac:spMk id="30" creationId="{1B10F137-92F0-1EAE-3941-B74A8D166769}"/>
          </ac:spMkLst>
        </pc:spChg>
        <pc:spChg chg="mod">
          <ac:chgData name="Nirmit Shah" userId="19542b5f-727d-48fc-a6e5-31748f5f223f" providerId="ADAL" clId="{6E744BBD-6A1F-4C63-AAA4-E23759909C2A}" dt="2026-04-21T04:52:30.172" v="6724"/>
          <ac:spMkLst>
            <pc:docMk/>
            <pc:sldMk cId="1038798475" sldId="279"/>
            <ac:spMk id="31" creationId="{8175BC3F-B623-1BC2-154E-A56821036F22}"/>
          </ac:spMkLst>
        </pc:spChg>
        <pc:spChg chg="mod">
          <ac:chgData name="Nirmit Shah" userId="19542b5f-727d-48fc-a6e5-31748f5f223f" providerId="ADAL" clId="{6E744BBD-6A1F-4C63-AAA4-E23759909C2A}" dt="2026-04-21T04:52:30.172" v="6724"/>
          <ac:spMkLst>
            <pc:docMk/>
            <pc:sldMk cId="1038798475" sldId="279"/>
            <ac:spMk id="33" creationId="{FD604D21-C688-5910-91AF-77A8200DB115}"/>
          </ac:spMkLst>
        </pc:spChg>
        <pc:spChg chg="mod">
          <ac:chgData name="Nirmit Shah" userId="19542b5f-727d-48fc-a6e5-31748f5f223f" providerId="ADAL" clId="{6E744BBD-6A1F-4C63-AAA4-E23759909C2A}" dt="2026-04-21T04:52:30.172" v="6724"/>
          <ac:spMkLst>
            <pc:docMk/>
            <pc:sldMk cId="1038798475" sldId="279"/>
            <ac:spMk id="35" creationId="{1CEE900B-5FD7-F40A-1D67-1CCE6F9BAC72}"/>
          </ac:spMkLst>
        </pc:spChg>
        <pc:spChg chg="mod">
          <ac:chgData name="Nirmit Shah" userId="19542b5f-727d-48fc-a6e5-31748f5f223f" providerId="ADAL" clId="{6E744BBD-6A1F-4C63-AAA4-E23759909C2A}" dt="2026-04-21T04:52:30.172" v="6724"/>
          <ac:spMkLst>
            <pc:docMk/>
            <pc:sldMk cId="1038798475" sldId="279"/>
            <ac:spMk id="36" creationId="{D9D173DB-82FF-37BA-252B-1653B4BC4345}"/>
          </ac:spMkLst>
        </pc:spChg>
        <pc:spChg chg="mod">
          <ac:chgData name="Nirmit Shah" userId="19542b5f-727d-48fc-a6e5-31748f5f223f" providerId="ADAL" clId="{6E744BBD-6A1F-4C63-AAA4-E23759909C2A}" dt="2026-04-21T04:54:12.256" v="6834" actId="20577"/>
          <ac:spMkLst>
            <pc:docMk/>
            <pc:sldMk cId="1038798475" sldId="279"/>
            <ac:spMk id="39" creationId="{C766B016-4C32-86CE-80B4-C933B47B3B5C}"/>
          </ac:spMkLst>
        </pc:spChg>
        <pc:spChg chg="mod">
          <ac:chgData name="Nirmit Shah" userId="19542b5f-727d-48fc-a6e5-31748f5f223f" providerId="ADAL" clId="{6E744BBD-6A1F-4C63-AAA4-E23759909C2A}" dt="2026-04-21T04:52:30.172" v="6724"/>
          <ac:spMkLst>
            <pc:docMk/>
            <pc:sldMk cId="1038798475" sldId="279"/>
            <ac:spMk id="40" creationId="{F47DCC0F-A4DE-46DC-1B39-2E4127817EA0}"/>
          </ac:spMkLst>
        </pc:spChg>
        <pc:spChg chg="mod">
          <ac:chgData name="Nirmit Shah" userId="19542b5f-727d-48fc-a6e5-31748f5f223f" providerId="ADAL" clId="{6E744BBD-6A1F-4C63-AAA4-E23759909C2A}" dt="2026-04-21T04:52:30.172" v="6724"/>
          <ac:spMkLst>
            <pc:docMk/>
            <pc:sldMk cId="1038798475" sldId="279"/>
            <ac:spMk id="41" creationId="{9B60896C-EFA6-1D00-DA96-3D99EA62A12D}"/>
          </ac:spMkLst>
        </pc:spChg>
        <pc:spChg chg="add mod">
          <ac:chgData name="Nirmit Shah" userId="19542b5f-727d-48fc-a6e5-31748f5f223f" providerId="ADAL" clId="{6E744BBD-6A1F-4C63-AAA4-E23759909C2A}" dt="2026-04-21T04:53:57.730" v="6832" actId="1035"/>
          <ac:spMkLst>
            <pc:docMk/>
            <pc:sldMk cId="1038798475" sldId="279"/>
            <ac:spMk id="43" creationId="{50A30D6F-AE56-73E9-84ED-8260227B2A57}"/>
          </ac:spMkLst>
        </pc:spChg>
        <pc:spChg chg="add del mod">
          <ac:chgData name="Nirmit Shah" userId="19542b5f-727d-48fc-a6e5-31748f5f223f" providerId="ADAL" clId="{6E744BBD-6A1F-4C63-AAA4-E23759909C2A}" dt="2026-04-21T04:48:09.667" v="6292" actId="478"/>
          <ac:spMkLst>
            <pc:docMk/>
            <pc:sldMk cId="1038798475" sldId="279"/>
            <ac:spMk id="44" creationId="{AEF6505A-75CD-5AA7-41A2-4371619B644C}"/>
          </ac:spMkLst>
        </pc:spChg>
        <pc:spChg chg="mod">
          <ac:chgData name="Nirmit Shah" userId="19542b5f-727d-48fc-a6e5-31748f5f223f" providerId="ADAL" clId="{6E744BBD-6A1F-4C63-AAA4-E23759909C2A}" dt="2026-04-21T04:52:56.535" v="6765"/>
          <ac:spMkLst>
            <pc:docMk/>
            <pc:sldMk cId="1038798475" sldId="279"/>
            <ac:spMk id="47" creationId="{2976E52D-7BCA-DD6C-A799-04FE17886821}"/>
          </ac:spMkLst>
        </pc:spChg>
        <pc:spChg chg="mod">
          <ac:chgData name="Nirmit Shah" userId="19542b5f-727d-48fc-a6e5-31748f5f223f" providerId="ADAL" clId="{6E744BBD-6A1F-4C63-AAA4-E23759909C2A}" dt="2026-04-21T04:52:56.535" v="6765"/>
          <ac:spMkLst>
            <pc:docMk/>
            <pc:sldMk cId="1038798475" sldId="279"/>
            <ac:spMk id="48" creationId="{4BBDFB3D-FCE0-F59F-2881-667747F0A2E7}"/>
          </ac:spMkLst>
        </pc:spChg>
        <pc:spChg chg="mod">
          <ac:chgData name="Nirmit Shah" userId="19542b5f-727d-48fc-a6e5-31748f5f223f" providerId="ADAL" clId="{6E744BBD-6A1F-4C63-AAA4-E23759909C2A}" dt="2026-04-21T04:56:31.707" v="6919" actId="20577"/>
          <ac:spMkLst>
            <pc:docMk/>
            <pc:sldMk cId="1038798475" sldId="279"/>
            <ac:spMk id="49" creationId="{0E1B9DFF-6BF8-B446-DE59-DA2A5DB3DC42}"/>
          </ac:spMkLst>
        </pc:spChg>
        <pc:spChg chg="mod">
          <ac:chgData name="Nirmit Shah" userId="19542b5f-727d-48fc-a6e5-31748f5f223f" providerId="ADAL" clId="{6E744BBD-6A1F-4C63-AAA4-E23759909C2A}" dt="2026-04-21T04:57:04.154" v="6926" actId="20577"/>
          <ac:spMkLst>
            <pc:docMk/>
            <pc:sldMk cId="1038798475" sldId="279"/>
            <ac:spMk id="50" creationId="{9F11A395-8861-8A3B-0095-83D509BB0B5D}"/>
          </ac:spMkLst>
        </pc:spChg>
        <pc:spChg chg="mod">
          <ac:chgData name="Nirmit Shah" userId="19542b5f-727d-48fc-a6e5-31748f5f223f" providerId="ADAL" clId="{6E744BBD-6A1F-4C63-AAA4-E23759909C2A}" dt="2026-04-21T04:52:56.535" v="6765"/>
          <ac:spMkLst>
            <pc:docMk/>
            <pc:sldMk cId="1038798475" sldId="279"/>
            <ac:spMk id="52" creationId="{C05E60E0-FF0F-0C0F-825D-00AEA0C6C0CD}"/>
          </ac:spMkLst>
        </pc:spChg>
        <pc:spChg chg="mod">
          <ac:chgData name="Nirmit Shah" userId="19542b5f-727d-48fc-a6e5-31748f5f223f" providerId="ADAL" clId="{6E744BBD-6A1F-4C63-AAA4-E23759909C2A}" dt="2026-04-21T04:52:56.535" v="6765"/>
          <ac:spMkLst>
            <pc:docMk/>
            <pc:sldMk cId="1038798475" sldId="279"/>
            <ac:spMk id="53" creationId="{209A5802-1C11-5A1F-FB29-03805AE0C0F7}"/>
          </ac:spMkLst>
        </pc:spChg>
        <pc:spChg chg="mod">
          <ac:chgData name="Nirmit Shah" userId="19542b5f-727d-48fc-a6e5-31748f5f223f" providerId="ADAL" clId="{6E744BBD-6A1F-4C63-AAA4-E23759909C2A}" dt="2026-04-21T04:57:14.214" v="6927"/>
          <ac:spMkLst>
            <pc:docMk/>
            <pc:sldMk cId="1038798475" sldId="279"/>
            <ac:spMk id="54" creationId="{F1C8663F-8141-0F2A-4425-EB8F32E7B643}"/>
          </ac:spMkLst>
        </pc:spChg>
        <pc:spChg chg="mod">
          <ac:chgData name="Nirmit Shah" userId="19542b5f-727d-48fc-a6e5-31748f5f223f" providerId="ADAL" clId="{6E744BBD-6A1F-4C63-AAA4-E23759909C2A}" dt="2026-04-21T04:57:39.263" v="6933" actId="20577"/>
          <ac:spMkLst>
            <pc:docMk/>
            <pc:sldMk cId="1038798475" sldId="279"/>
            <ac:spMk id="55" creationId="{A8215ACE-444B-17CC-F9E6-5C828CE602F1}"/>
          </ac:spMkLst>
        </pc:spChg>
        <pc:spChg chg="mod">
          <ac:chgData name="Nirmit Shah" userId="19542b5f-727d-48fc-a6e5-31748f5f223f" providerId="ADAL" clId="{6E744BBD-6A1F-4C63-AAA4-E23759909C2A}" dt="2026-04-21T04:52:56.535" v="6765"/>
          <ac:spMkLst>
            <pc:docMk/>
            <pc:sldMk cId="1038798475" sldId="279"/>
            <ac:spMk id="58" creationId="{43FAF85D-3749-7777-D890-A782C93E53FC}"/>
          </ac:spMkLst>
        </pc:spChg>
        <pc:spChg chg="mod">
          <ac:chgData name="Nirmit Shah" userId="19542b5f-727d-48fc-a6e5-31748f5f223f" providerId="ADAL" clId="{6E744BBD-6A1F-4C63-AAA4-E23759909C2A}" dt="2026-04-21T04:57:53.909" v="6952" actId="20577"/>
          <ac:spMkLst>
            <pc:docMk/>
            <pc:sldMk cId="1038798475" sldId="279"/>
            <ac:spMk id="59" creationId="{B4A53FD6-CD2A-AE2D-C0F7-8D4ABFC3B1B1}"/>
          </ac:spMkLst>
        </pc:spChg>
        <pc:spChg chg="mod">
          <ac:chgData name="Nirmit Shah" userId="19542b5f-727d-48fc-a6e5-31748f5f223f" providerId="ADAL" clId="{6E744BBD-6A1F-4C63-AAA4-E23759909C2A}" dt="2026-04-21T04:58:45.731" v="6978" actId="20577"/>
          <ac:spMkLst>
            <pc:docMk/>
            <pc:sldMk cId="1038798475" sldId="279"/>
            <ac:spMk id="60" creationId="{DB105819-ED40-EE30-D8BF-F9A52D9F2894}"/>
          </ac:spMkLst>
        </pc:spChg>
        <pc:grpChg chg="mod">
          <ac:chgData name="Nirmit Shah" userId="19542b5f-727d-48fc-a6e5-31748f5f223f" providerId="ADAL" clId="{6E744BBD-6A1F-4C63-AAA4-E23759909C2A}" dt="2026-04-21T04:51:52.636" v="6721" actId="1035"/>
          <ac:grpSpMkLst>
            <pc:docMk/>
            <pc:sldMk cId="1038798475" sldId="279"/>
            <ac:grpSpMk id="4" creationId="{B4E31BF0-0899-2A0E-EA3C-E88B136D1B6E}"/>
          </ac:grpSpMkLst>
        </pc:grpChg>
        <pc:grpChg chg="mod">
          <ac:chgData name="Nirmit Shah" userId="19542b5f-727d-48fc-a6e5-31748f5f223f" providerId="ADAL" clId="{6E744BBD-6A1F-4C63-AAA4-E23759909C2A}" dt="2026-04-21T04:52:53.540" v="6764" actId="1036"/>
          <ac:grpSpMkLst>
            <pc:docMk/>
            <pc:sldMk cId="1038798475" sldId="279"/>
            <ac:grpSpMk id="27" creationId="{07C4F60B-B5DC-2A2E-FA70-E603794ED882}"/>
          </ac:grpSpMkLst>
        </pc:grpChg>
        <pc:grpChg chg="mod">
          <ac:chgData name="Nirmit Shah" userId="19542b5f-727d-48fc-a6e5-31748f5f223f" providerId="ADAL" clId="{6E744BBD-6A1F-4C63-AAA4-E23759909C2A}" dt="2026-04-21T04:52:53.540" v="6764" actId="1036"/>
          <ac:grpSpMkLst>
            <pc:docMk/>
            <pc:sldMk cId="1038798475" sldId="279"/>
            <ac:grpSpMk id="32" creationId="{6CAA5769-D571-7C61-E486-8A7F7332A4A4}"/>
          </ac:grpSpMkLst>
        </pc:grpChg>
        <pc:grpChg chg="mod">
          <ac:chgData name="Nirmit Shah" userId="19542b5f-727d-48fc-a6e5-31748f5f223f" providerId="ADAL" clId="{6E744BBD-6A1F-4C63-AAA4-E23759909C2A}" dt="2026-04-21T04:52:53.540" v="6764" actId="1036"/>
          <ac:grpSpMkLst>
            <pc:docMk/>
            <pc:sldMk cId="1038798475" sldId="279"/>
            <ac:grpSpMk id="37" creationId="{27D15A3E-FE3F-78E9-C48F-FA4D9018F952}"/>
          </ac:grpSpMkLst>
        </pc:grpChg>
        <pc:grpChg chg="del">
          <ac:chgData name="Nirmit Shah" userId="19542b5f-727d-48fc-a6e5-31748f5f223f" providerId="ADAL" clId="{6E744BBD-6A1F-4C63-AAA4-E23759909C2A}" dt="2026-04-20T04:08:01.260" v="1821" actId="478"/>
          <ac:grpSpMkLst>
            <pc:docMk/>
            <pc:sldMk cId="1038798475" sldId="279"/>
            <ac:grpSpMk id="40" creationId="{A600083C-A620-5AF0-EFBC-7C7E79DF2E8B}"/>
          </ac:grpSpMkLst>
        </pc:grpChg>
        <pc:grpChg chg="del">
          <ac:chgData name="Nirmit Shah" userId="19542b5f-727d-48fc-a6e5-31748f5f223f" providerId="ADAL" clId="{6E744BBD-6A1F-4C63-AAA4-E23759909C2A}" dt="2026-04-20T04:08:01.260" v="1821" actId="478"/>
          <ac:grpSpMkLst>
            <pc:docMk/>
            <pc:sldMk cId="1038798475" sldId="279"/>
            <ac:grpSpMk id="41" creationId="{A14AC562-2B87-580C-8D12-D81965900FE6}"/>
          </ac:grpSpMkLst>
        </pc:grpChg>
        <pc:grpChg chg="del">
          <ac:chgData name="Nirmit Shah" userId="19542b5f-727d-48fc-a6e5-31748f5f223f" providerId="ADAL" clId="{6E744BBD-6A1F-4C63-AAA4-E23759909C2A}" dt="2026-04-20T04:08:01.260" v="1821" actId="478"/>
          <ac:grpSpMkLst>
            <pc:docMk/>
            <pc:sldMk cId="1038798475" sldId="279"/>
            <ac:grpSpMk id="42" creationId="{F270F3F4-D6AF-9EF5-F801-E72135064827}"/>
          </ac:grpSpMkLst>
        </pc:grpChg>
        <pc:grpChg chg="del">
          <ac:chgData name="Nirmit Shah" userId="19542b5f-727d-48fc-a6e5-31748f5f223f" providerId="ADAL" clId="{6E744BBD-6A1F-4C63-AAA4-E23759909C2A}" dt="2026-04-20T04:08:01.260" v="1821" actId="478"/>
          <ac:grpSpMkLst>
            <pc:docMk/>
            <pc:sldMk cId="1038798475" sldId="279"/>
            <ac:grpSpMk id="43" creationId="{9EFCC385-C0A3-835D-0501-E7FE194F7D6D}"/>
          </ac:grpSpMkLst>
        </pc:grpChg>
        <pc:grpChg chg="mod">
          <ac:chgData name="Nirmit Shah" userId="19542b5f-727d-48fc-a6e5-31748f5f223f" providerId="ADAL" clId="{6E744BBD-6A1F-4C63-AAA4-E23759909C2A}" dt="2026-04-21T04:53:57.730" v="6832" actId="1035"/>
          <ac:grpSpMkLst>
            <pc:docMk/>
            <pc:sldMk cId="1038798475" sldId="279"/>
            <ac:grpSpMk id="46" creationId="{53AF5A97-29C5-8CA8-26F1-6A7A9C418616}"/>
          </ac:grpSpMkLst>
        </pc:grpChg>
        <pc:grpChg chg="mod">
          <ac:chgData name="Nirmit Shah" userId="19542b5f-727d-48fc-a6e5-31748f5f223f" providerId="ADAL" clId="{6E744BBD-6A1F-4C63-AAA4-E23759909C2A}" dt="2026-04-21T04:53:57.730" v="6832" actId="1035"/>
          <ac:grpSpMkLst>
            <pc:docMk/>
            <pc:sldMk cId="1038798475" sldId="279"/>
            <ac:grpSpMk id="51" creationId="{BAC828BE-6A7A-92D9-3C4B-DF387974B9BB}"/>
          </ac:grpSpMkLst>
        </pc:grpChg>
        <pc:grpChg chg="mod">
          <ac:chgData name="Nirmit Shah" userId="19542b5f-727d-48fc-a6e5-31748f5f223f" providerId="ADAL" clId="{6E744BBD-6A1F-4C63-AAA4-E23759909C2A}" dt="2026-04-21T04:53:57.730" v="6832" actId="1035"/>
          <ac:grpSpMkLst>
            <pc:docMk/>
            <pc:sldMk cId="1038798475" sldId="279"/>
            <ac:grpSpMk id="56" creationId="{76DE7B2F-0444-A1B0-7A26-E206310433A7}"/>
          </ac:grpSpMkLst>
        </pc:grpChg>
        <pc:picChg chg="add del mod">
          <ac:chgData name="Nirmit Shah" userId="19542b5f-727d-48fc-a6e5-31748f5f223f" providerId="ADAL" clId="{6E744BBD-6A1F-4C63-AAA4-E23759909C2A}" dt="2026-04-21T04:49:56.865" v="6452" actId="478"/>
          <ac:picMkLst>
            <pc:docMk/>
            <pc:sldMk cId="1038798475" sldId="279"/>
            <ac:picMk id="24" creationId="{316B0FC5-35C5-54EA-3B0F-E9D550256179}"/>
          </ac:picMkLst>
        </pc:picChg>
        <pc:picChg chg="add mod">
          <ac:chgData name="Nirmit Shah" userId="19542b5f-727d-48fc-a6e5-31748f5f223f" providerId="ADAL" clId="{6E744BBD-6A1F-4C63-AAA4-E23759909C2A}" dt="2026-04-20T07:17:46.380" v="4227" actId="2711"/>
          <ac:picMkLst>
            <pc:docMk/>
            <pc:sldMk cId="1038798475" sldId="279"/>
            <ac:picMk id="45" creationId="{02D6A990-9F52-EB60-793C-5A3550057DB1}"/>
          </ac:picMkLst>
        </pc:picChg>
      </pc:sldChg>
      <pc:sldChg chg="addSp delSp modSp add mod">
        <pc:chgData name="Nirmit Shah" userId="19542b5f-727d-48fc-a6e5-31748f5f223f" providerId="ADAL" clId="{6E744BBD-6A1F-4C63-AAA4-E23759909C2A}" dt="2026-04-21T04:54:17.470" v="6836" actId="20577"/>
        <pc:sldMkLst>
          <pc:docMk/>
          <pc:sldMk cId="4077648108" sldId="280"/>
        </pc:sldMkLst>
        <pc:spChg chg="mod">
          <ac:chgData name="Nirmit Shah" userId="19542b5f-727d-48fc-a6e5-31748f5f223f" providerId="ADAL" clId="{6E744BBD-6A1F-4C63-AAA4-E23759909C2A}" dt="2026-04-21T04:33:59.661" v="4971" actId="20577"/>
          <ac:spMkLst>
            <pc:docMk/>
            <pc:sldMk cId="4077648108" sldId="280"/>
            <ac:spMk id="2" creationId="{D646C114-7A27-E0E3-A88A-DC4FAB2F180C}"/>
          </ac:spMkLst>
        </pc:spChg>
        <pc:spChg chg="mod">
          <ac:chgData name="Nirmit Shah" userId="19542b5f-727d-48fc-a6e5-31748f5f223f" providerId="ADAL" clId="{6E744BBD-6A1F-4C63-AAA4-E23759909C2A}" dt="2026-04-20T07:17:53.061" v="4228" actId="2711"/>
          <ac:spMkLst>
            <pc:docMk/>
            <pc:sldMk cId="4077648108" sldId="280"/>
            <ac:spMk id="3" creationId="{DF09AB35-CE72-6BF1-C701-EAE750592955}"/>
          </ac:spMkLst>
        </pc:spChg>
        <pc:spChg chg="mod">
          <ac:chgData name="Nirmit Shah" userId="19542b5f-727d-48fc-a6e5-31748f5f223f" providerId="ADAL" clId="{6E744BBD-6A1F-4C63-AAA4-E23759909C2A}" dt="2026-04-21T04:34:25.284" v="4999" actId="20577"/>
          <ac:spMkLst>
            <pc:docMk/>
            <pc:sldMk cId="4077648108" sldId="280"/>
            <ac:spMk id="6" creationId="{37895DC4-C512-D496-F977-08F380AABDB2}"/>
          </ac:spMkLst>
        </pc:spChg>
        <pc:spChg chg="mod">
          <ac:chgData name="Nirmit Shah" userId="19542b5f-727d-48fc-a6e5-31748f5f223f" providerId="ADAL" clId="{6E744BBD-6A1F-4C63-AAA4-E23759909C2A}" dt="2026-04-21T04:34:14.641" v="4975"/>
          <ac:spMkLst>
            <pc:docMk/>
            <pc:sldMk cId="4077648108" sldId="280"/>
            <ac:spMk id="8" creationId="{B0DF8B3E-445E-6499-00D4-28E17141A81B}"/>
          </ac:spMkLst>
        </pc:spChg>
        <pc:spChg chg="mod">
          <ac:chgData name="Nirmit Shah" userId="19542b5f-727d-48fc-a6e5-31748f5f223f" providerId="ADAL" clId="{6E744BBD-6A1F-4C63-AAA4-E23759909C2A}" dt="2026-04-21T04:34:43.469" v="5041" actId="20577"/>
          <ac:spMkLst>
            <pc:docMk/>
            <pc:sldMk cId="4077648108" sldId="280"/>
            <ac:spMk id="9" creationId="{8CBBE070-09FD-C2FB-09D4-0614D25D4992}"/>
          </ac:spMkLst>
        </pc:spChg>
        <pc:spChg chg="mod">
          <ac:chgData name="Nirmit Shah" userId="19542b5f-727d-48fc-a6e5-31748f5f223f" providerId="ADAL" clId="{6E744BBD-6A1F-4C63-AAA4-E23759909C2A}" dt="2026-04-21T04:34:14.641" v="4975"/>
          <ac:spMkLst>
            <pc:docMk/>
            <pc:sldMk cId="4077648108" sldId="280"/>
            <ac:spMk id="10" creationId="{37BC2D60-BF7C-2C2E-87D4-1B0E0CE5D71F}"/>
          </ac:spMkLst>
        </pc:spChg>
        <pc:spChg chg="mod">
          <ac:chgData name="Nirmit Shah" userId="19542b5f-727d-48fc-a6e5-31748f5f223f" providerId="ADAL" clId="{6E744BBD-6A1F-4C63-AAA4-E23759909C2A}" dt="2026-04-21T04:36:17.244" v="5171" actId="208"/>
          <ac:spMkLst>
            <pc:docMk/>
            <pc:sldMk cId="4077648108" sldId="280"/>
            <ac:spMk id="11" creationId="{D5767534-F24C-40F7-3F16-D8D4BA718216}"/>
          </ac:spMkLst>
        </pc:spChg>
        <pc:spChg chg="mod">
          <ac:chgData name="Nirmit Shah" userId="19542b5f-727d-48fc-a6e5-31748f5f223f" providerId="ADAL" clId="{6E744BBD-6A1F-4C63-AAA4-E23759909C2A}" dt="2026-04-21T04:35:02.263" v="5077" actId="20577"/>
          <ac:spMkLst>
            <pc:docMk/>
            <pc:sldMk cId="4077648108" sldId="280"/>
            <ac:spMk id="12" creationId="{3D27FC78-83EB-764D-02C9-CA2CF4DA1F7E}"/>
          </ac:spMkLst>
        </pc:spChg>
        <pc:spChg chg="mod">
          <ac:chgData name="Nirmit Shah" userId="19542b5f-727d-48fc-a6e5-31748f5f223f" providerId="ADAL" clId="{6E744BBD-6A1F-4C63-AAA4-E23759909C2A}" dt="2026-04-21T04:36:03.438" v="5168" actId="208"/>
          <ac:spMkLst>
            <pc:docMk/>
            <pc:sldMk cId="4077648108" sldId="280"/>
            <ac:spMk id="14" creationId="{EA025D7C-BCEC-D77E-DF48-53E53F468847}"/>
          </ac:spMkLst>
        </pc:spChg>
        <pc:spChg chg="mod">
          <ac:chgData name="Nirmit Shah" userId="19542b5f-727d-48fc-a6e5-31748f5f223f" providerId="ADAL" clId="{6E744BBD-6A1F-4C63-AAA4-E23759909C2A}" dt="2026-04-21T04:35:17.311" v="5106" actId="20577"/>
          <ac:spMkLst>
            <pc:docMk/>
            <pc:sldMk cId="4077648108" sldId="280"/>
            <ac:spMk id="15" creationId="{D302B189-D079-28D3-E6A1-F3740B15977B}"/>
          </ac:spMkLst>
        </pc:spChg>
        <pc:spChg chg="mod">
          <ac:chgData name="Nirmit Shah" userId="19542b5f-727d-48fc-a6e5-31748f5f223f" providerId="ADAL" clId="{6E744BBD-6A1F-4C63-AAA4-E23759909C2A}" dt="2026-04-21T04:34:14.641" v="4975"/>
          <ac:spMkLst>
            <pc:docMk/>
            <pc:sldMk cId="4077648108" sldId="280"/>
            <ac:spMk id="16" creationId="{51E74598-DDF3-CDEA-1323-77398226916C}"/>
          </ac:spMkLst>
        </pc:spChg>
        <pc:spChg chg="mod">
          <ac:chgData name="Nirmit Shah" userId="19542b5f-727d-48fc-a6e5-31748f5f223f" providerId="ADAL" clId="{6E744BBD-6A1F-4C63-AAA4-E23759909C2A}" dt="2026-04-21T04:34:14.641" v="4975"/>
          <ac:spMkLst>
            <pc:docMk/>
            <pc:sldMk cId="4077648108" sldId="280"/>
            <ac:spMk id="17" creationId="{0CEA5C16-B9D6-6571-196C-FDF2823CB5C8}"/>
          </ac:spMkLst>
        </pc:spChg>
        <pc:spChg chg="mod">
          <ac:chgData name="Nirmit Shah" userId="19542b5f-727d-48fc-a6e5-31748f5f223f" providerId="ADAL" clId="{6E744BBD-6A1F-4C63-AAA4-E23759909C2A}" dt="2026-04-21T04:35:25.239" v="5128" actId="20577"/>
          <ac:spMkLst>
            <pc:docMk/>
            <pc:sldMk cId="4077648108" sldId="280"/>
            <ac:spMk id="18" creationId="{EC26B7A3-146B-4B6D-25F6-D9FE054ED6D3}"/>
          </ac:spMkLst>
        </pc:spChg>
        <pc:spChg chg="mod">
          <ac:chgData name="Nirmit Shah" userId="19542b5f-727d-48fc-a6e5-31748f5f223f" providerId="ADAL" clId="{6E744BBD-6A1F-4C63-AAA4-E23759909C2A}" dt="2026-04-21T04:34:14.641" v="4975"/>
          <ac:spMkLst>
            <pc:docMk/>
            <pc:sldMk cId="4077648108" sldId="280"/>
            <ac:spMk id="20" creationId="{E588AB80-A0CC-9681-A789-6E86F2788C19}"/>
          </ac:spMkLst>
        </pc:spChg>
        <pc:spChg chg="mod">
          <ac:chgData name="Nirmit Shah" userId="19542b5f-727d-48fc-a6e5-31748f5f223f" providerId="ADAL" clId="{6E744BBD-6A1F-4C63-AAA4-E23759909C2A}" dt="2026-04-21T04:35:33.345" v="5147" actId="20577"/>
          <ac:spMkLst>
            <pc:docMk/>
            <pc:sldMk cId="4077648108" sldId="280"/>
            <ac:spMk id="21" creationId="{84660A56-60CF-9783-C576-3B20473F1B77}"/>
          </ac:spMkLst>
        </pc:spChg>
        <pc:spChg chg="mod">
          <ac:chgData name="Nirmit Shah" userId="19542b5f-727d-48fc-a6e5-31748f5f223f" providerId="ADAL" clId="{6E744BBD-6A1F-4C63-AAA4-E23759909C2A}" dt="2026-04-21T04:34:14.641" v="4975"/>
          <ac:spMkLst>
            <pc:docMk/>
            <pc:sldMk cId="4077648108" sldId="280"/>
            <ac:spMk id="23" creationId="{853D6D9A-6C93-1BAB-6369-5103183A63D0}"/>
          </ac:spMkLst>
        </pc:spChg>
        <pc:spChg chg="mod">
          <ac:chgData name="Nirmit Shah" userId="19542b5f-727d-48fc-a6e5-31748f5f223f" providerId="ADAL" clId="{6E744BBD-6A1F-4C63-AAA4-E23759909C2A}" dt="2026-04-21T04:35:49.331" v="5166" actId="20577"/>
          <ac:spMkLst>
            <pc:docMk/>
            <pc:sldMk cId="4077648108" sldId="280"/>
            <ac:spMk id="24" creationId="{198214B4-5339-4C58-0298-4D78742CF66C}"/>
          </ac:spMkLst>
        </pc:spChg>
        <pc:spChg chg="mod">
          <ac:chgData name="Nirmit Shah" userId="19542b5f-727d-48fc-a6e5-31748f5f223f" providerId="ADAL" clId="{6E744BBD-6A1F-4C63-AAA4-E23759909C2A}" dt="2026-04-21T04:46:09.525" v="6206" actId="1076"/>
          <ac:spMkLst>
            <pc:docMk/>
            <pc:sldMk cId="4077648108" sldId="280"/>
            <ac:spMk id="25" creationId="{E6BEDE0F-1096-480A-8BB1-70A79BF4E67A}"/>
          </ac:spMkLst>
        </pc:spChg>
        <pc:spChg chg="del">
          <ac:chgData name="Nirmit Shah" userId="19542b5f-727d-48fc-a6e5-31748f5f223f" providerId="ADAL" clId="{6E744BBD-6A1F-4C63-AAA4-E23759909C2A}" dt="2026-04-20T04:08:30.268" v="1854" actId="478"/>
          <ac:spMkLst>
            <pc:docMk/>
            <pc:sldMk cId="4077648108" sldId="280"/>
            <ac:spMk id="26" creationId="{58972EEC-8C92-11B6-B5AD-4F7E6FEB63CF}"/>
          </ac:spMkLst>
        </pc:spChg>
        <pc:spChg chg="mod">
          <ac:chgData name="Nirmit Shah" userId="19542b5f-727d-48fc-a6e5-31748f5f223f" providerId="ADAL" clId="{6E744BBD-6A1F-4C63-AAA4-E23759909C2A}" dt="2026-04-21T04:46:09.525" v="6206" actId="1076"/>
          <ac:spMkLst>
            <pc:docMk/>
            <pc:sldMk cId="4077648108" sldId="280"/>
            <ac:spMk id="26" creationId="{A34C517C-B634-119B-17AE-32E833A23D70}"/>
          </ac:spMkLst>
        </pc:spChg>
        <pc:spChg chg="add mod ord">
          <ac:chgData name="Nirmit Shah" userId="19542b5f-727d-48fc-a6e5-31748f5f223f" providerId="ADAL" clId="{6E744BBD-6A1F-4C63-AAA4-E23759909C2A}" dt="2026-04-21T04:46:13.087" v="6207" actId="167"/>
          <ac:spMkLst>
            <pc:docMk/>
            <pc:sldMk cId="4077648108" sldId="280"/>
            <ac:spMk id="27" creationId="{56DF49D8-7463-F859-735E-A1BA8CCFE33F}"/>
          </ac:spMkLst>
        </pc:spChg>
        <pc:spChg chg="add mod">
          <ac:chgData name="Nirmit Shah" userId="19542b5f-727d-48fc-a6e5-31748f5f223f" providerId="ADAL" clId="{6E744BBD-6A1F-4C63-AAA4-E23759909C2A}" dt="2026-04-21T04:46:30.652" v="6227" actId="1035"/>
          <ac:spMkLst>
            <pc:docMk/>
            <pc:sldMk cId="4077648108" sldId="280"/>
            <ac:spMk id="29" creationId="{570B2E78-2675-BB83-FAEB-7638B9F065F5}"/>
          </ac:spMkLst>
        </pc:spChg>
        <pc:spChg chg="mod">
          <ac:chgData name="Nirmit Shah" userId="19542b5f-727d-48fc-a6e5-31748f5f223f" providerId="ADAL" clId="{6E744BBD-6A1F-4C63-AAA4-E23759909C2A}" dt="2026-04-21T04:39:09.354" v="5288"/>
          <ac:spMkLst>
            <pc:docMk/>
            <pc:sldMk cId="4077648108" sldId="280"/>
            <ac:spMk id="31" creationId="{E18A7ABE-444D-0C41-0391-AA13A14B02F5}"/>
          </ac:spMkLst>
        </pc:spChg>
        <pc:spChg chg="mod">
          <ac:chgData name="Nirmit Shah" userId="19542b5f-727d-48fc-a6e5-31748f5f223f" providerId="ADAL" clId="{6E744BBD-6A1F-4C63-AAA4-E23759909C2A}" dt="2026-04-21T04:39:09.354" v="5288"/>
          <ac:spMkLst>
            <pc:docMk/>
            <pc:sldMk cId="4077648108" sldId="280"/>
            <ac:spMk id="32" creationId="{857B0A4C-EA8D-09E9-CD6B-0D0C9562389D}"/>
          </ac:spMkLst>
        </pc:spChg>
        <pc:spChg chg="mod">
          <ac:chgData name="Nirmit Shah" userId="19542b5f-727d-48fc-a6e5-31748f5f223f" providerId="ADAL" clId="{6E744BBD-6A1F-4C63-AAA4-E23759909C2A}" dt="2026-04-21T04:41:36.598" v="5563" actId="1035"/>
          <ac:spMkLst>
            <pc:docMk/>
            <pc:sldMk cId="4077648108" sldId="280"/>
            <ac:spMk id="33" creationId="{EADAAEAD-33E7-AA00-9A8B-339A9CFF1D0C}"/>
          </ac:spMkLst>
        </pc:spChg>
        <pc:spChg chg="mod">
          <ac:chgData name="Nirmit Shah" userId="19542b5f-727d-48fc-a6e5-31748f5f223f" providerId="ADAL" clId="{6E744BBD-6A1F-4C63-AAA4-E23759909C2A}" dt="2026-04-21T04:41:21.359" v="5556" actId="20577"/>
          <ac:spMkLst>
            <pc:docMk/>
            <pc:sldMk cId="4077648108" sldId="280"/>
            <ac:spMk id="34" creationId="{3630A6C8-15AE-F132-8EEE-36F9260F91A3}"/>
          </ac:spMkLst>
        </pc:spChg>
        <pc:spChg chg="mod">
          <ac:chgData name="Nirmit Shah" userId="19542b5f-727d-48fc-a6e5-31748f5f223f" providerId="ADAL" clId="{6E744BBD-6A1F-4C63-AAA4-E23759909C2A}" dt="2026-04-21T04:39:09.354" v="5288"/>
          <ac:spMkLst>
            <pc:docMk/>
            <pc:sldMk cId="4077648108" sldId="280"/>
            <ac:spMk id="36" creationId="{88CCCD86-544B-8728-68DB-CB94E0E3C384}"/>
          </ac:spMkLst>
        </pc:spChg>
        <pc:spChg chg="mod">
          <ac:chgData name="Nirmit Shah" userId="19542b5f-727d-48fc-a6e5-31748f5f223f" providerId="ADAL" clId="{6E744BBD-6A1F-4C63-AAA4-E23759909C2A}" dt="2026-04-21T04:39:09.354" v="5288"/>
          <ac:spMkLst>
            <pc:docMk/>
            <pc:sldMk cId="4077648108" sldId="280"/>
            <ac:spMk id="37" creationId="{12F2F37E-8B4A-E927-DB0D-B96F3A8B6C50}"/>
          </ac:spMkLst>
        </pc:spChg>
        <pc:spChg chg="mod">
          <ac:chgData name="Nirmit Shah" userId="19542b5f-727d-48fc-a6e5-31748f5f223f" providerId="ADAL" clId="{6E744BBD-6A1F-4C63-AAA4-E23759909C2A}" dt="2026-04-21T04:41:54.681" v="5606" actId="20577"/>
          <ac:spMkLst>
            <pc:docMk/>
            <pc:sldMk cId="4077648108" sldId="280"/>
            <ac:spMk id="38" creationId="{96C246D4-0A43-AD78-9FCE-D493EE3303FB}"/>
          </ac:spMkLst>
        </pc:spChg>
        <pc:spChg chg="mod">
          <ac:chgData name="Nirmit Shah" userId="19542b5f-727d-48fc-a6e5-31748f5f223f" providerId="ADAL" clId="{6E744BBD-6A1F-4C63-AAA4-E23759909C2A}" dt="2026-04-21T04:54:17.470" v="6836" actId="20577"/>
          <ac:spMkLst>
            <pc:docMk/>
            <pc:sldMk cId="4077648108" sldId="280"/>
            <ac:spMk id="39" creationId="{29ED2263-BC33-D76E-6534-4F8242CD8BF8}"/>
          </ac:spMkLst>
        </pc:spChg>
        <pc:spChg chg="mod">
          <ac:chgData name="Nirmit Shah" userId="19542b5f-727d-48fc-a6e5-31748f5f223f" providerId="ADAL" clId="{6E744BBD-6A1F-4C63-AAA4-E23759909C2A}" dt="2026-04-21T04:43:26.685" v="5847" actId="20577"/>
          <ac:spMkLst>
            <pc:docMk/>
            <pc:sldMk cId="4077648108" sldId="280"/>
            <ac:spMk id="40" creationId="{59F08B2C-AAD2-963A-F052-7C7C49FB23D8}"/>
          </ac:spMkLst>
        </pc:spChg>
        <pc:spChg chg="mod">
          <ac:chgData name="Nirmit Shah" userId="19542b5f-727d-48fc-a6e5-31748f5f223f" providerId="ADAL" clId="{6E744BBD-6A1F-4C63-AAA4-E23759909C2A}" dt="2026-04-21T04:43:41.193" v="5848"/>
          <ac:spMkLst>
            <pc:docMk/>
            <pc:sldMk cId="4077648108" sldId="280"/>
            <ac:spMk id="42" creationId="{1DED79E6-6537-428D-40F8-62FFD7863B0B}"/>
          </ac:spMkLst>
        </pc:spChg>
        <pc:spChg chg="mod">
          <ac:chgData name="Nirmit Shah" userId="19542b5f-727d-48fc-a6e5-31748f5f223f" providerId="ADAL" clId="{6E744BBD-6A1F-4C63-AAA4-E23759909C2A}" dt="2026-04-21T04:43:41.193" v="5848"/>
          <ac:spMkLst>
            <pc:docMk/>
            <pc:sldMk cId="4077648108" sldId="280"/>
            <ac:spMk id="43" creationId="{582D6DEF-A0A2-644A-0651-22B23C0BF18F}"/>
          </ac:spMkLst>
        </pc:spChg>
        <pc:spChg chg="add del mod">
          <ac:chgData name="Nirmit Shah" userId="19542b5f-727d-48fc-a6e5-31748f5f223f" providerId="ADAL" clId="{6E744BBD-6A1F-4C63-AAA4-E23759909C2A}" dt="2026-04-21T04:34:13.191" v="4974" actId="478"/>
          <ac:spMkLst>
            <pc:docMk/>
            <pc:sldMk cId="4077648108" sldId="280"/>
            <ac:spMk id="44" creationId="{04B01D13-950C-7C43-8C79-DCD0DB4E1D7D}"/>
          </ac:spMkLst>
        </pc:spChg>
        <pc:spChg chg="mod">
          <ac:chgData name="Nirmit Shah" userId="19542b5f-727d-48fc-a6e5-31748f5f223f" providerId="ADAL" clId="{6E744BBD-6A1F-4C63-AAA4-E23759909C2A}" dt="2026-04-21T04:44:36.064" v="5929" actId="20577"/>
          <ac:spMkLst>
            <pc:docMk/>
            <pc:sldMk cId="4077648108" sldId="280"/>
            <ac:spMk id="46" creationId="{491111BD-2D8F-21F5-2149-73E2435C78D1}"/>
          </ac:spMkLst>
        </pc:spChg>
        <pc:spChg chg="mod">
          <ac:chgData name="Nirmit Shah" userId="19542b5f-727d-48fc-a6e5-31748f5f223f" providerId="ADAL" clId="{6E744BBD-6A1F-4C63-AAA4-E23759909C2A}" dt="2026-04-21T04:45:30.302" v="6109" actId="20577"/>
          <ac:spMkLst>
            <pc:docMk/>
            <pc:sldMk cId="4077648108" sldId="280"/>
            <ac:spMk id="47" creationId="{05020025-E846-4E3B-A80A-2452DB8E76AB}"/>
          </ac:spMkLst>
        </pc:spChg>
        <pc:grpChg chg="mod">
          <ac:chgData name="Nirmit Shah" userId="19542b5f-727d-48fc-a6e5-31748f5f223f" providerId="ADAL" clId="{6E744BBD-6A1F-4C63-AAA4-E23759909C2A}" dt="2026-04-21T04:38:27.412" v="5285" actId="164"/>
          <ac:grpSpMkLst>
            <pc:docMk/>
            <pc:sldMk cId="4077648108" sldId="280"/>
            <ac:grpSpMk id="4" creationId="{D846F6A8-801C-448D-F000-26FC56806C0D}"/>
          </ac:grpSpMkLst>
        </pc:grpChg>
        <pc:grpChg chg="add mod">
          <ac:chgData name="Nirmit Shah" userId="19542b5f-727d-48fc-a6e5-31748f5f223f" providerId="ADAL" clId="{6E744BBD-6A1F-4C63-AAA4-E23759909C2A}" dt="2026-04-21T04:38:27.412" v="5285" actId="164"/>
          <ac:grpSpMkLst>
            <pc:docMk/>
            <pc:sldMk cId="4077648108" sldId="280"/>
            <ac:grpSpMk id="28" creationId="{A439A41E-8916-B9C3-CA2A-161646ABEB0B}"/>
          </ac:grpSpMkLst>
        </pc:grpChg>
        <pc:grpChg chg="mod">
          <ac:chgData name="Nirmit Shah" userId="19542b5f-727d-48fc-a6e5-31748f5f223f" providerId="ADAL" clId="{6E744BBD-6A1F-4C63-AAA4-E23759909C2A}" dt="2026-04-21T04:46:53.912" v="6280" actId="1035"/>
          <ac:grpSpMkLst>
            <pc:docMk/>
            <pc:sldMk cId="4077648108" sldId="280"/>
            <ac:grpSpMk id="30" creationId="{3678111A-7369-0219-A53D-399BC8F9867A}"/>
          </ac:grpSpMkLst>
        </pc:grpChg>
        <pc:grpChg chg="add mod">
          <ac:chgData name="Nirmit Shah" userId="19542b5f-727d-48fc-a6e5-31748f5f223f" providerId="ADAL" clId="{6E744BBD-6A1F-4C63-AAA4-E23759909C2A}" dt="2026-04-21T04:47:09.740" v="6290" actId="14100"/>
          <ac:grpSpMkLst>
            <pc:docMk/>
            <pc:sldMk cId="4077648108" sldId="280"/>
            <ac:grpSpMk id="35" creationId="{0E641C22-9CDC-7403-CC0E-15A8244056C4}"/>
          </ac:grpSpMkLst>
        </pc:grpChg>
        <pc:grpChg chg="del">
          <ac:chgData name="Nirmit Shah" userId="19542b5f-727d-48fc-a6e5-31748f5f223f" providerId="ADAL" clId="{6E744BBD-6A1F-4C63-AAA4-E23759909C2A}" dt="2026-04-20T04:08:30.268" v="1854" actId="478"/>
          <ac:grpSpMkLst>
            <pc:docMk/>
            <pc:sldMk cId="4077648108" sldId="280"/>
            <ac:grpSpMk id="40" creationId="{6994045B-3708-FD73-B993-478D08B0A2C3}"/>
          </ac:grpSpMkLst>
        </pc:grpChg>
        <pc:grpChg chg="del">
          <ac:chgData name="Nirmit Shah" userId="19542b5f-727d-48fc-a6e5-31748f5f223f" providerId="ADAL" clId="{6E744BBD-6A1F-4C63-AAA4-E23759909C2A}" dt="2026-04-20T04:08:30.268" v="1854" actId="478"/>
          <ac:grpSpMkLst>
            <pc:docMk/>
            <pc:sldMk cId="4077648108" sldId="280"/>
            <ac:grpSpMk id="41" creationId="{609EC8E9-CB34-BC21-58F2-84F248F2087D}"/>
          </ac:grpSpMkLst>
        </pc:grpChg>
        <pc:grpChg chg="add mod">
          <ac:chgData name="Nirmit Shah" userId="19542b5f-727d-48fc-a6e5-31748f5f223f" providerId="ADAL" clId="{6E744BBD-6A1F-4C63-AAA4-E23759909C2A}" dt="2026-04-21T04:47:14.058" v="6291" actId="14100"/>
          <ac:grpSpMkLst>
            <pc:docMk/>
            <pc:sldMk cId="4077648108" sldId="280"/>
            <ac:grpSpMk id="41" creationId="{9FBC933D-8EDE-5BE4-07C9-1DCFE05BECC1}"/>
          </ac:grpSpMkLst>
        </pc:grpChg>
        <pc:grpChg chg="del">
          <ac:chgData name="Nirmit Shah" userId="19542b5f-727d-48fc-a6e5-31748f5f223f" providerId="ADAL" clId="{6E744BBD-6A1F-4C63-AAA4-E23759909C2A}" dt="2026-04-20T04:08:30.268" v="1854" actId="478"/>
          <ac:grpSpMkLst>
            <pc:docMk/>
            <pc:sldMk cId="4077648108" sldId="280"/>
            <ac:grpSpMk id="42" creationId="{5DA562DB-D91D-BAD4-A718-C78A21DE3009}"/>
          </ac:grpSpMkLst>
        </pc:grpChg>
        <pc:grpChg chg="del">
          <ac:chgData name="Nirmit Shah" userId="19542b5f-727d-48fc-a6e5-31748f5f223f" providerId="ADAL" clId="{6E744BBD-6A1F-4C63-AAA4-E23759909C2A}" dt="2026-04-20T04:08:30.268" v="1854" actId="478"/>
          <ac:grpSpMkLst>
            <pc:docMk/>
            <pc:sldMk cId="4077648108" sldId="280"/>
            <ac:grpSpMk id="43" creationId="{9FAB6DD9-D565-A470-7EFF-562FC5F828A9}"/>
          </ac:grpSpMkLst>
        </pc:grpChg>
        <pc:picChg chg="add mod">
          <ac:chgData name="Nirmit Shah" userId="19542b5f-727d-48fc-a6e5-31748f5f223f" providerId="ADAL" clId="{6E744BBD-6A1F-4C63-AAA4-E23759909C2A}" dt="2026-04-20T07:17:53.061" v="4228" actId="2711"/>
          <ac:picMkLst>
            <pc:docMk/>
            <pc:sldMk cId="4077648108" sldId="280"/>
            <ac:picMk id="45" creationId="{E5ED0121-C71A-6F13-499B-1FEEF9842257}"/>
          </ac:picMkLst>
        </pc:picChg>
      </pc:sldChg>
      <pc:sldChg chg="new del">
        <pc:chgData name="Nirmit Shah" userId="19542b5f-727d-48fc-a6e5-31748f5f223f" providerId="ADAL" clId="{6E744BBD-6A1F-4C63-AAA4-E23759909C2A}" dt="2026-04-20T04:45:55.869" v="2748" actId="680"/>
        <pc:sldMkLst>
          <pc:docMk/>
          <pc:sldMk cId="262048477" sldId="281"/>
        </pc:sldMkLst>
      </pc:sldChg>
      <pc:sldChg chg="add del">
        <pc:chgData name="Nirmit Shah" userId="19542b5f-727d-48fc-a6e5-31748f5f223f" providerId="ADAL" clId="{6E744BBD-6A1F-4C63-AAA4-E23759909C2A}" dt="2026-04-20T07:06:58.596" v="4087" actId="2890"/>
        <pc:sldMkLst>
          <pc:docMk/>
          <pc:sldMk cId="3438275843" sldId="281"/>
        </pc:sldMkLst>
      </pc:sldChg>
      <pc:sldChg chg="modSp add mod ord">
        <pc:chgData name="Nirmit Shah" userId="19542b5f-727d-48fc-a6e5-31748f5f223f" providerId="ADAL" clId="{6E744BBD-6A1F-4C63-AAA4-E23759909C2A}" dt="2026-04-20T07:18:40.830" v="4234" actId="2711"/>
        <pc:sldMkLst>
          <pc:docMk/>
          <pc:sldMk cId="3813339033" sldId="281"/>
        </pc:sldMkLst>
        <pc:spChg chg="mod">
          <ac:chgData name="Nirmit Shah" userId="19542b5f-727d-48fc-a6e5-31748f5f223f" providerId="ADAL" clId="{6E744BBD-6A1F-4C63-AAA4-E23759909C2A}" dt="2026-04-20T07:18:40.830" v="4234" actId="2711"/>
          <ac:spMkLst>
            <pc:docMk/>
            <pc:sldMk cId="3813339033" sldId="281"/>
            <ac:spMk id="2" creationId="{70C71720-4292-8B4E-3897-6D6EAB76A57A}"/>
          </ac:spMkLst>
        </pc:spChg>
        <pc:spChg chg="mod">
          <ac:chgData name="Nirmit Shah" userId="19542b5f-727d-48fc-a6e5-31748f5f223f" providerId="ADAL" clId="{6E744BBD-6A1F-4C63-AAA4-E23759909C2A}" dt="2026-04-20T07:18:40.830" v="4234" actId="2711"/>
          <ac:spMkLst>
            <pc:docMk/>
            <pc:sldMk cId="3813339033" sldId="281"/>
            <ac:spMk id="3" creationId="{62F80217-FFCF-C588-D229-C073C52E3DAE}"/>
          </ac:spMkLst>
        </pc:spChg>
        <pc:spChg chg="mod">
          <ac:chgData name="Nirmit Shah" userId="19542b5f-727d-48fc-a6e5-31748f5f223f" providerId="ADAL" clId="{6E744BBD-6A1F-4C63-AAA4-E23759909C2A}" dt="2026-04-20T07:18:40.830" v="4234" actId="2711"/>
          <ac:spMkLst>
            <pc:docMk/>
            <pc:sldMk cId="3813339033" sldId="281"/>
            <ac:spMk id="4" creationId="{5E7D9E10-C722-E9B6-7FAC-4D820704327A}"/>
          </ac:spMkLst>
        </pc:spChg>
        <pc:spChg chg="mod">
          <ac:chgData name="Nirmit Shah" userId="19542b5f-727d-48fc-a6e5-31748f5f223f" providerId="ADAL" clId="{6E744BBD-6A1F-4C63-AAA4-E23759909C2A}" dt="2026-04-20T07:11:02.626" v="4131" actId="404"/>
          <ac:spMkLst>
            <pc:docMk/>
            <pc:sldMk cId="3813339033" sldId="281"/>
            <ac:spMk id="7" creationId="{4F6534C8-B2B1-C200-45AD-EE301673EE0F}"/>
          </ac:spMkLst>
        </pc:spChg>
        <pc:spChg chg="mod">
          <ac:chgData name="Nirmit Shah" userId="19542b5f-727d-48fc-a6e5-31748f5f223f" providerId="ADAL" clId="{6E744BBD-6A1F-4C63-AAA4-E23759909C2A}" dt="2026-04-20T07:10:55.176" v="4129" actId="255"/>
          <ac:spMkLst>
            <pc:docMk/>
            <pc:sldMk cId="3813339033" sldId="281"/>
            <ac:spMk id="11" creationId="{ED56BAAF-2650-4974-F2F1-F89E3CA9736E}"/>
          </ac:spMkLst>
        </pc:spChg>
        <pc:spChg chg="mod">
          <ac:chgData name="Nirmit Shah" userId="19542b5f-727d-48fc-a6e5-31748f5f223f" providerId="ADAL" clId="{6E744BBD-6A1F-4C63-AAA4-E23759909C2A}" dt="2026-04-20T07:18:40.830" v="4234" actId="2711"/>
          <ac:spMkLst>
            <pc:docMk/>
            <pc:sldMk cId="3813339033" sldId="281"/>
            <ac:spMk id="12" creationId="{B5944774-70D2-FE3A-10D9-ECBB7A10409D}"/>
          </ac:spMkLst>
        </pc:spChg>
        <pc:spChg chg="mod">
          <ac:chgData name="Nirmit Shah" userId="19542b5f-727d-48fc-a6e5-31748f5f223f" providerId="ADAL" clId="{6E744BBD-6A1F-4C63-AAA4-E23759909C2A}" dt="2026-04-20T07:18:40.830" v="4234" actId="2711"/>
          <ac:spMkLst>
            <pc:docMk/>
            <pc:sldMk cId="3813339033" sldId="281"/>
            <ac:spMk id="13" creationId="{16E83CC7-157D-2527-6196-577D13FB82F8}"/>
          </ac:spMkLst>
        </pc:spChg>
        <pc:spChg chg="mod">
          <ac:chgData name="Nirmit Shah" userId="19542b5f-727d-48fc-a6e5-31748f5f223f" providerId="ADAL" clId="{6E744BBD-6A1F-4C63-AAA4-E23759909C2A}" dt="2026-04-20T07:11:38.948" v="4140" actId="404"/>
          <ac:spMkLst>
            <pc:docMk/>
            <pc:sldMk cId="3813339033" sldId="281"/>
            <ac:spMk id="16" creationId="{FD880D85-E2C6-710D-8706-9C808F93B75E}"/>
          </ac:spMkLst>
        </pc:spChg>
        <pc:spChg chg="mod">
          <ac:chgData name="Nirmit Shah" userId="19542b5f-727d-48fc-a6e5-31748f5f223f" providerId="ADAL" clId="{6E744BBD-6A1F-4C63-AAA4-E23759909C2A}" dt="2026-04-20T07:10:35.842" v="4125" actId="403"/>
          <ac:spMkLst>
            <pc:docMk/>
            <pc:sldMk cId="3813339033" sldId="281"/>
            <ac:spMk id="20" creationId="{DDF9F245-CFA4-D7C2-6B1B-778386364F78}"/>
          </ac:spMkLst>
        </pc:spChg>
        <pc:spChg chg="mod">
          <ac:chgData name="Nirmit Shah" userId="19542b5f-727d-48fc-a6e5-31748f5f223f" providerId="ADAL" clId="{6E744BBD-6A1F-4C63-AAA4-E23759909C2A}" dt="2026-04-20T07:18:40.830" v="4234" actId="2711"/>
          <ac:spMkLst>
            <pc:docMk/>
            <pc:sldMk cId="3813339033" sldId="281"/>
            <ac:spMk id="21" creationId="{C8C6E1BD-E243-CA3D-3AD3-FC8DCB413B90}"/>
          </ac:spMkLst>
        </pc:spChg>
        <pc:spChg chg="mod">
          <ac:chgData name="Nirmit Shah" userId="19542b5f-727d-48fc-a6e5-31748f5f223f" providerId="ADAL" clId="{6E744BBD-6A1F-4C63-AAA4-E23759909C2A}" dt="2026-04-20T07:18:40.830" v="4234" actId="2711"/>
          <ac:spMkLst>
            <pc:docMk/>
            <pc:sldMk cId="3813339033" sldId="281"/>
            <ac:spMk id="22" creationId="{156CEAD4-0A1E-2CFC-556A-31D197F54C84}"/>
          </ac:spMkLst>
        </pc:spChg>
        <pc:grpChg chg="mod">
          <ac:chgData name="Nirmit Shah" userId="19542b5f-727d-48fc-a6e5-31748f5f223f" providerId="ADAL" clId="{6E744BBD-6A1F-4C63-AAA4-E23759909C2A}" dt="2026-04-20T07:18:40.830" v="4234" actId="2711"/>
          <ac:grpSpMkLst>
            <pc:docMk/>
            <pc:sldMk cId="3813339033" sldId="281"/>
            <ac:grpSpMk id="24" creationId="{9D6D4A83-45A4-D416-EABD-BA4BD549A043}"/>
          </ac:grpSpMkLst>
        </pc:grpChg>
        <pc:grpChg chg="mod">
          <ac:chgData name="Nirmit Shah" userId="19542b5f-727d-48fc-a6e5-31748f5f223f" providerId="ADAL" clId="{6E744BBD-6A1F-4C63-AAA4-E23759909C2A}" dt="2026-04-20T07:18:40.830" v="4234" actId="2711"/>
          <ac:grpSpMkLst>
            <pc:docMk/>
            <pc:sldMk cId="3813339033" sldId="281"/>
            <ac:grpSpMk id="25" creationId="{9DACEA48-40C0-B36B-6EFC-B8FAD0691F60}"/>
          </ac:grpSpMkLst>
        </pc:grpChg>
        <pc:picChg chg="mod">
          <ac:chgData name="Nirmit Shah" userId="19542b5f-727d-48fc-a6e5-31748f5f223f" providerId="ADAL" clId="{6E744BBD-6A1F-4C63-AAA4-E23759909C2A}" dt="2026-04-20T07:18:40.830" v="4234" actId="2711"/>
          <ac:picMkLst>
            <pc:docMk/>
            <pc:sldMk cId="3813339033" sldId="281"/>
            <ac:picMk id="23" creationId="{EA7C90DD-9AB3-C757-ECD6-4BC953F67302}"/>
          </ac:picMkLst>
        </pc:picChg>
      </pc:sldChg>
      <pc:sldChg chg="add del setBg">
        <pc:chgData name="Nirmit Shah" userId="19542b5f-727d-48fc-a6e5-31748f5f223f" providerId="ADAL" clId="{6E744BBD-6A1F-4C63-AAA4-E23759909C2A}" dt="2026-04-21T04:52:19.523" v="6723"/>
        <pc:sldMkLst>
          <pc:docMk/>
          <pc:sldMk cId="1209103915" sldId="282"/>
        </pc:sldMkLst>
      </pc:sldChg>
      <pc:sldChg chg="add del setBg">
        <pc:chgData name="Nirmit Shah" userId="19542b5f-727d-48fc-a6e5-31748f5f223f" providerId="ADAL" clId="{6E744BBD-6A1F-4C63-AAA4-E23759909C2A}" dt="2026-04-21T04:37:47.080" v="5279"/>
        <pc:sldMkLst>
          <pc:docMk/>
          <pc:sldMk cId="1630936905" sldId="282"/>
        </pc:sldMkLst>
      </pc:sldChg>
      <pc:sldChg chg="add del setBg">
        <pc:chgData name="Nirmit Shah" userId="19542b5f-727d-48fc-a6e5-31748f5f223f" providerId="ADAL" clId="{6E744BBD-6A1F-4C63-AAA4-E23759909C2A}" dt="2026-04-21T04:38:59.354" v="5287"/>
        <pc:sldMkLst>
          <pc:docMk/>
          <pc:sldMk cId="2367561586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053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80230-E021-5D15-FFE3-F529A23C9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6CD878-4F2B-8632-49B7-FAE20BC29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76EF3B-FED6-F5B0-DBDE-3131561B6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3B1C7-B0D4-6176-7A0A-F360AA5352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85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E96BA-C52F-3390-0ECD-039B722CE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CD153-2D8F-EEB5-73AD-106D2018C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AF9FA-853D-C134-F5D5-76CA186D1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1FCA3-7178-530F-1E1B-712677A65D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23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4298C-B552-0725-555B-76E14FFCF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FAC79-C516-9BFD-0845-2871B8ED2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9107B-A944-E5AF-3729-29F48EE6B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8D32B-AFD3-0EDF-FD78-7C6448A77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798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526E1D-D0EC-D68F-3280-742362A240A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108950" y="4831080"/>
            <a:ext cx="8651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Tata Sons - 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1.pn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268B3"/>
          </a:solidFill>
          <a:ln/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747049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Group HR Analysis</a:t>
            </a:r>
            <a:endParaRPr lang="en-US" sz="4400" dirty="0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13914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268B3"/>
                </a:solidFill>
                <a:latin typeface="Avenir Next LT Pro" panose="020B0504020202020204" pitchFamily="34" charset="0"/>
                <a:cs typeface="Arial" pitchFamily="34" charset="-120"/>
              </a:rPr>
              <a:t>The Talent Center for Tata Group</a:t>
            </a:r>
            <a:endParaRPr lang="en-US" sz="2600" dirty="0">
              <a:latin typeface="Avenir Next LT Pro" panose="020B05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3657600" cy="0"/>
          </a:xfrm>
          <a:prstGeom prst="line">
            <a:avLst/>
          </a:prstGeom>
          <a:noFill/>
          <a:ln w="2540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Current State Assessment  |  Process Mapping  |  AI-Native Opportunity Analysis</a:t>
            </a:r>
            <a:endParaRPr lang="en-US" sz="1100" dirty="0">
              <a:latin typeface="Avenir Next LT Pro" panose="020B05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899B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1000" dirty="0">
              <a:latin typeface="Avenir Next LT Pro" panose="020B05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9" name="Picture 8" descr="Tata logo png, Tata icon transparent png 20975508 PNG">
            <a:extLst>
              <a:ext uri="{FF2B5EF4-FFF2-40B4-BE49-F238E27FC236}">
                <a16:creationId xmlns:a16="http://schemas.microsoft.com/office/drawing/2014/main" id="{9B380C9E-98B4-F82E-D11E-2618034F9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0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AS">
            <a:extLst>
              <a:ext uri="{FF2B5EF4-FFF2-40B4-BE49-F238E27FC236}">
                <a16:creationId xmlns:a16="http://schemas.microsoft.com/office/drawing/2014/main" id="{6083F8EB-CDA0-7A1C-193E-23B0FC7DD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67" y="3659498"/>
            <a:ext cx="685905" cy="2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8" descr="Tata logo png, Tata icon transparent png 20975508 PNG">
            <a:extLst>
              <a:ext uri="{FF2B5EF4-FFF2-40B4-BE49-F238E27FC236}">
                <a16:creationId xmlns:a16="http://schemas.microsoft.com/office/drawing/2014/main" id="{9332E6F2-D50F-34E4-CE01-A99AC8900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-19195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Group HR carries a high-stakes mandate on infrastructure built for a simpler era*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19076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68B3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THE MANDATE</a:t>
            </a:r>
            <a:endParaRPr lang="en-US" sz="1100" dirty="0">
              <a:latin typeface="Avenir Next LT Pro" panose="020B050402020202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1BC432C-6772-175E-39E6-03BF9C56280D}"/>
              </a:ext>
            </a:extLst>
          </p:cNvPr>
          <p:cNvGrpSpPr/>
          <p:nvPr/>
        </p:nvGrpSpPr>
        <p:grpSpPr>
          <a:xfrm>
            <a:off x="639360" y="1611387"/>
            <a:ext cx="3566880" cy="1005840"/>
            <a:chOff x="547920" y="1417320"/>
            <a:chExt cx="3566880" cy="1005840"/>
          </a:xfrm>
        </p:grpSpPr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640" y="1417320"/>
              <a:ext cx="274320" cy="27432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914400" y="1417320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4 pillars reporting to CHRO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7920" y="1771840"/>
              <a:ext cx="274320" cy="274320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913680" y="1771840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30+ group companies served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8640" y="2148840"/>
              <a:ext cx="274320" cy="274320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914400" y="2148840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Executive-level compensation governance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11" name="Text 6"/>
          <p:cNvSpPr/>
          <p:nvPr/>
        </p:nvSpPr>
        <p:spPr>
          <a:xfrm>
            <a:off x="4846320" y="119990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901E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THE REALITY</a:t>
            </a:r>
            <a:endParaRPr lang="en-US" sz="1100" dirty="0">
              <a:latin typeface="Avenir Next LT Pro" panose="020B050402020202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CB6168D-E554-58FF-8E7F-C748B40A490B}"/>
              </a:ext>
            </a:extLst>
          </p:cNvPr>
          <p:cNvGrpSpPr/>
          <p:nvPr/>
        </p:nvGrpSpPr>
        <p:grpSpPr>
          <a:xfrm>
            <a:off x="4846320" y="1565666"/>
            <a:ext cx="3992878" cy="777239"/>
            <a:chOff x="4846320" y="1417320"/>
            <a:chExt cx="3749040" cy="502920"/>
          </a:xfrm>
        </p:grpSpPr>
        <p:sp>
          <p:nvSpPr>
            <p:cNvPr id="12" name="Shape 7"/>
            <p:cNvSpPr/>
            <p:nvPr/>
          </p:nvSpPr>
          <p:spPr>
            <a:xfrm>
              <a:off x="4846320" y="1417320"/>
              <a:ext cx="3749040" cy="50292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3" name="Shape 8"/>
            <p:cNvSpPr/>
            <p:nvPr/>
          </p:nvSpPr>
          <p:spPr>
            <a:xfrm>
              <a:off x="4846320" y="1417320"/>
              <a:ext cx="54864" cy="50292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4" name="Text 9"/>
            <p:cNvSpPr/>
            <p:nvPr/>
          </p:nvSpPr>
          <p:spPr>
            <a:xfrm>
              <a:off x="5029200" y="1440987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7 disconnected systems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Text 10"/>
            <p:cNvSpPr/>
            <p:nvPr/>
          </p:nvSpPr>
          <p:spPr>
            <a:xfrm>
              <a:off x="5029200" y="1640842"/>
              <a:ext cx="3474720" cy="2226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No central layer between Chroma, Compport, PeopleNet, TCS iON, Hub, TTU, COP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EB3E9E8-E180-ED6F-11EE-2CC049F1D2EB}"/>
              </a:ext>
            </a:extLst>
          </p:cNvPr>
          <p:cNvGrpSpPr/>
          <p:nvPr/>
        </p:nvGrpSpPr>
        <p:grpSpPr>
          <a:xfrm>
            <a:off x="4846319" y="2454394"/>
            <a:ext cx="3992879" cy="777600"/>
            <a:chOff x="4846320" y="2011680"/>
            <a:chExt cx="3749040" cy="502920"/>
          </a:xfrm>
        </p:grpSpPr>
        <p:sp>
          <p:nvSpPr>
            <p:cNvPr id="16" name="Shape 11"/>
            <p:cNvSpPr/>
            <p:nvPr/>
          </p:nvSpPr>
          <p:spPr>
            <a:xfrm>
              <a:off x="4846320" y="2011680"/>
              <a:ext cx="3749040" cy="50292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7" name="Shape 12"/>
            <p:cNvSpPr/>
            <p:nvPr/>
          </p:nvSpPr>
          <p:spPr>
            <a:xfrm>
              <a:off x="4846320" y="2011680"/>
              <a:ext cx="54864" cy="50292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8" name="Text 13"/>
            <p:cNvSpPr/>
            <p:nvPr/>
          </p:nvSpPr>
          <p:spPr>
            <a:xfrm>
              <a:off x="5029200" y="2015013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500+ interviews scheduled manually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9" name="Text 14"/>
            <p:cNvSpPr/>
            <p:nvPr/>
          </p:nvSpPr>
          <p:spPr>
            <a:xfrm>
              <a:off x="5029200" y="2283366"/>
              <a:ext cx="3474720" cy="100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Scheduled entirely via email in 10-day windows, three times a year for each Blue Mint cohort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281F774-E4F3-8D35-8879-6DD918237EAF}"/>
              </a:ext>
            </a:extLst>
          </p:cNvPr>
          <p:cNvGrpSpPr/>
          <p:nvPr/>
        </p:nvGrpSpPr>
        <p:grpSpPr>
          <a:xfrm>
            <a:off x="4846321" y="3327866"/>
            <a:ext cx="3992880" cy="797845"/>
            <a:chOff x="4846320" y="2592946"/>
            <a:chExt cx="3749040" cy="516014"/>
          </a:xfrm>
        </p:grpSpPr>
        <p:sp>
          <p:nvSpPr>
            <p:cNvPr id="20" name="Shape 15"/>
            <p:cNvSpPr/>
            <p:nvPr/>
          </p:nvSpPr>
          <p:spPr>
            <a:xfrm>
              <a:off x="4846320" y="2606040"/>
              <a:ext cx="3749040" cy="50292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1" name="Shape 16"/>
            <p:cNvSpPr/>
            <p:nvPr/>
          </p:nvSpPr>
          <p:spPr>
            <a:xfrm>
              <a:off x="4846320" y="2606040"/>
              <a:ext cx="54864" cy="50292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2" name="Text 17"/>
            <p:cNvSpPr/>
            <p:nvPr/>
          </p:nvSpPr>
          <p:spPr>
            <a:xfrm>
              <a:off x="5029200" y="2592946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AI = personal Copilot only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3" name="Text 18"/>
            <p:cNvSpPr/>
            <p:nvPr/>
          </p:nvSpPr>
          <p:spPr>
            <a:xfrm>
              <a:off x="5029200" y="2853085"/>
              <a:ext cx="3474720" cy="100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No process-level AI integration across any pillar or vertical, use is limited to personal research and drafting emails/policies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24" name="Text 19"/>
          <p:cNvSpPr/>
          <p:nvPr/>
        </p:nvSpPr>
        <p:spPr>
          <a:xfrm>
            <a:off x="54864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*Based on interviews across 4 pillars.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434340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679D4205-94F1-C72C-68DA-9DF96632A581}"/>
              </a:ext>
            </a:extLst>
          </p:cNvPr>
          <p:cNvSpPr/>
          <p:nvPr/>
        </p:nvSpPr>
        <p:spPr>
          <a:xfrm>
            <a:off x="1005840" y="2718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2727"/>
                </a:solidFill>
                <a:latin typeface="Avenir Next LT Pro" panose="020B0504020202020204" pitchFamily="34" charset="0"/>
                <a:cs typeface="Arial" pitchFamily="34" charset="-120"/>
              </a:rPr>
              <a:t>Long Term Incentive Plan Design and Review 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pic>
        <p:nvPicPr>
          <p:cNvPr id="31" name="Graphic 30" descr="Payroll with solid fill">
            <a:extLst>
              <a:ext uri="{FF2B5EF4-FFF2-40B4-BE49-F238E27FC236}">
                <a16:creationId xmlns:a16="http://schemas.microsoft.com/office/drawing/2014/main" id="{027597B2-8589-598C-1450-0EEE24ED0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640800" y="2725876"/>
            <a:ext cx="273600" cy="273600"/>
          </a:xfrm>
          <a:prstGeom prst="rect">
            <a:avLst/>
          </a:prstGeom>
        </p:spPr>
      </p:pic>
      <p:sp>
        <p:nvSpPr>
          <p:cNvPr id="36" name="Text 5">
            <a:extLst>
              <a:ext uri="{FF2B5EF4-FFF2-40B4-BE49-F238E27FC236}">
                <a16:creationId xmlns:a16="http://schemas.microsoft.com/office/drawing/2014/main" id="{9F2DB508-DB62-81A9-C173-C474470F4967}"/>
              </a:ext>
            </a:extLst>
          </p:cNvPr>
          <p:cNvSpPr/>
          <p:nvPr/>
        </p:nvSpPr>
        <p:spPr>
          <a:xfrm>
            <a:off x="1005120" y="3101225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2727"/>
                </a:solidFill>
                <a:latin typeface="Avenir Next LT Pro" panose="020B0504020202020204" pitchFamily="34" charset="0"/>
                <a:cs typeface="Arial" pitchFamily="34" charset="-120"/>
              </a:rPr>
              <a:t>Organize Flagship Leadership Development Programs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pic>
        <p:nvPicPr>
          <p:cNvPr id="39" name="Graphic 38" descr="Idea with solid fill">
            <a:extLst>
              <a:ext uri="{FF2B5EF4-FFF2-40B4-BE49-F238E27FC236}">
                <a16:creationId xmlns:a16="http://schemas.microsoft.com/office/drawing/2014/main" id="{0F22F2C1-AFB8-514E-B98C-50C8EFFCED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0800" y="3108125"/>
            <a:ext cx="273600" cy="273600"/>
          </a:xfrm>
          <a:prstGeom prst="rect">
            <a:avLst/>
          </a:prstGeom>
        </p:spPr>
      </p:pic>
      <p:sp>
        <p:nvSpPr>
          <p:cNvPr id="40" name="Text 5">
            <a:extLst>
              <a:ext uri="{FF2B5EF4-FFF2-40B4-BE49-F238E27FC236}">
                <a16:creationId xmlns:a16="http://schemas.microsoft.com/office/drawing/2014/main" id="{9F23D733-B8F2-6546-95C2-1D3B07D4B8CD}"/>
              </a:ext>
            </a:extLst>
          </p:cNvPr>
          <p:cNvSpPr/>
          <p:nvPr/>
        </p:nvSpPr>
        <p:spPr>
          <a:xfrm>
            <a:off x="1005120" y="3476213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2727"/>
                </a:solidFill>
                <a:latin typeface="Avenir Next LT Pro" panose="020B0504020202020204" pitchFamily="34" charset="0"/>
                <a:cs typeface="Arial" pitchFamily="34" charset="-120"/>
              </a:rPr>
              <a:t>Custom L&amp;D Programs for Group Companies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pic>
        <p:nvPicPr>
          <p:cNvPr id="42" name="Graphic 41" descr="Classroom with solid fill">
            <a:extLst>
              <a:ext uri="{FF2B5EF4-FFF2-40B4-BE49-F238E27FC236}">
                <a16:creationId xmlns:a16="http://schemas.microsoft.com/office/drawing/2014/main" id="{5DF5AB03-7130-A973-2565-FF37DCCB57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800" y="3489232"/>
            <a:ext cx="273600" cy="273600"/>
          </a:xfrm>
          <a:prstGeom prst="rect">
            <a:avLst/>
          </a:prstGeom>
        </p:spPr>
      </p:pic>
      <p:sp>
        <p:nvSpPr>
          <p:cNvPr id="43" name="Text 5">
            <a:extLst>
              <a:ext uri="{FF2B5EF4-FFF2-40B4-BE49-F238E27FC236}">
                <a16:creationId xmlns:a16="http://schemas.microsoft.com/office/drawing/2014/main" id="{E7D0B604-E787-10F9-1918-CC6D96F76806}"/>
              </a:ext>
            </a:extLst>
          </p:cNvPr>
          <p:cNvSpPr/>
          <p:nvPr/>
        </p:nvSpPr>
        <p:spPr>
          <a:xfrm>
            <a:off x="1005840" y="3807845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2727"/>
                </a:solidFill>
                <a:latin typeface="Avenir Next LT Pro" panose="020B0504020202020204" pitchFamily="34" charset="0"/>
                <a:cs typeface="Arial" pitchFamily="34" charset="-120"/>
              </a:rPr>
              <a:t>TAS Management and Internal Mobility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12 processes mapped. 5 systemic themes. 10 AI-native opportunities identified.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286000" cy="1188720"/>
          </a:xfrm>
          <a:prstGeom prst="rect">
            <a:avLst/>
          </a:prstGeom>
          <a:solidFill>
            <a:srgbClr val="1268B3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444752"/>
            <a:ext cx="22860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800" dirty="0">
              <a:latin typeface="Avenir Next LT Pro" panose="020B05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228600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Process Flows</a:t>
            </a:r>
            <a:endParaRPr lang="en-US" sz="1100" b="1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Mapped</a:t>
            </a:r>
            <a:endParaRPr lang="en-US" sz="1100" b="1" dirty="0">
              <a:latin typeface="Avenir Next LT Pro" panose="020B05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286000" cy="1188720"/>
          </a:xfrm>
          <a:prstGeom prst="rect">
            <a:avLst/>
          </a:prstGeom>
          <a:solidFill>
            <a:srgbClr val="1268B3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29000" y="1444752"/>
            <a:ext cx="22860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>
              <a:latin typeface="Avenir Next LT Pro" panose="020B05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29000" y="1965960"/>
            <a:ext cx="228600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Cross-Cutting</a:t>
            </a:r>
            <a:endParaRPr lang="en-US" sz="1100" b="1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Themes</a:t>
            </a:r>
            <a:endParaRPr lang="en-US" sz="1100" b="1" dirty="0">
              <a:latin typeface="Avenir Next LT Pro" panose="020B05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286000" cy="1188720"/>
          </a:xfrm>
          <a:prstGeom prst="rect">
            <a:avLst/>
          </a:prstGeom>
          <a:solidFill>
            <a:srgbClr val="1268B3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26480" y="1444752"/>
            <a:ext cx="22860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800" dirty="0">
              <a:latin typeface="Avenir Next LT Pro" panose="020B05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286000" cy="534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Potential AI-Native</a:t>
            </a:r>
            <a:endParaRPr lang="en-US" sz="1050" b="1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Redesigns</a:t>
            </a:r>
            <a:endParaRPr lang="en-US" sz="1050" b="1" dirty="0">
              <a:latin typeface="Avenir Next LT Pro" panose="020B05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2834641"/>
            <a:ext cx="7680960" cy="1920232"/>
          </a:xfrm>
          <a:prstGeom prst="rect">
            <a:avLst/>
          </a:prstGeom>
          <a:solidFill>
            <a:srgbClr val="EAF2FA"/>
          </a:solidFill>
          <a:ln/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731520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Key Findings:</a:t>
            </a:r>
            <a:endParaRPr lang="en-US" sz="1000" dirty="0">
              <a:latin typeface="Avenir Next LT Pro" panose="020B0504020202020204" pitchFamily="34" charset="0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The department’s capacity ceiling is set by coordination overhead, not intellectual complexity.</a:t>
            </a:r>
            <a:endParaRPr lang="en-US" sz="1050" dirty="0">
              <a:latin typeface="Avenir Next LT Pro" panose="020B0504020202020204" pitchFamily="34" charset="0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Data sensitivity concerns are legitimate for executive PII are considered as a blanket blocker rather than a tiered risk.</a:t>
            </a:r>
            <a:endParaRPr lang="en-US" sz="1050" dirty="0">
              <a:latin typeface="Avenir Next LT Pro" panose="020B0504020202020204" pitchFamily="34" charset="0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Multiple interviewees explicitly requested a conversational AI knowledge base over the scattered SharePoint documents.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latin typeface="Avenir Next LT Pro" panose="020B0504020202020204" pitchFamily="34" charset="0"/>
              </a:rPr>
              <a:t>Vendor dependency across TAS (Perspect.ai, Unstop, InsideIIM) and fragmented systems compound integration gaps.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latin typeface="Avenir Next LT Pro" panose="020B0504020202020204" pitchFamily="34" charset="0"/>
              </a:rPr>
              <a:t>TMTC runs custom and open with no LMS and no vendor database.</a:t>
            </a:r>
          </a:p>
        </p:txBody>
      </p:sp>
      <p:sp>
        <p:nvSpPr>
          <p:cNvPr id="15" name="Text 13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16" name="Picture 8" descr="Tata logo png, Tata icon transparent png 20975508 PNG">
            <a:extLst>
              <a:ext uri="{FF2B5EF4-FFF2-40B4-BE49-F238E27FC236}">
                <a16:creationId xmlns:a16="http://schemas.microsoft.com/office/drawing/2014/main" id="{57F641E0-430D-23F0-096A-8548E5D8B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-19195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1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211455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The Group HR Org Structure</a:t>
            </a:r>
            <a:endParaRPr lang="en-US" sz="2800" b="1" dirty="0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5" name="Picture 4" descr="Tata logo png, Tata icon transparent png 20975508 PNG">
            <a:extLst>
              <a:ext uri="{FF2B5EF4-FFF2-40B4-BE49-F238E27FC236}">
                <a16:creationId xmlns:a16="http://schemas.microsoft.com/office/drawing/2014/main" id="{619B23FB-B579-C83C-4247-3CE1248DA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0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Four pillars serve 30+ group companies and Tata Sons, but with a lean team.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474720" y="1051560"/>
            <a:ext cx="2194560" cy="411480"/>
          </a:xfrm>
          <a:prstGeom prst="rect">
            <a:avLst/>
          </a:prstGeom>
          <a:solidFill>
            <a:srgbClr val="001B5B"/>
          </a:solidFill>
          <a:ln/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74720" y="1051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CHRO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0" y="1463040"/>
            <a:ext cx="0" cy="27432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0" y="1463040"/>
            <a:ext cx="0" cy="27432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0" y="1463040"/>
            <a:ext cx="0" cy="27432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0" cy="27432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48740" y="1737360"/>
            <a:ext cx="64465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48740" y="1737360"/>
            <a:ext cx="0" cy="27432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497580" y="1737360"/>
            <a:ext cx="0" cy="27432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46420" y="1737360"/>
            <a:ext cx="0" cy="27432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95260" y="1737360"/>
            <a:ext cx="0" cy="27432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011680"/>
            <a:ext cx="2057400" cy="594360"/>
          </a:xfrm>
          <a:prstGeom prst="rect">
            <a:avLst/>
          </a:prstGeom>
          <a:solidFill>
            <a:srgbClr val="1268B3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" y="2011680"/>
            <a:ext cx="20574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TAS &amp; Internal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Mobility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2606040"/>
            <a:ext cx="2057400" cy="1005840"/>
          </a:xfrm>
          <a:prstGeom prst="rect">
            <a:avLst/>
          </a:prstGeom>
          <a:solidFill>
            <a:srgbClr val="EAF2FA"/>
          </a:solidFill>
          <a:ln/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004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5 recruiting channels,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cs typeface="Arial" pitchFamily="34" charset="-120"/>
              </a:rPr>
              <a:t>4 vendors</a:t>
            </a:r>
            <a:endParaRPr lang="en-US" sz="10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COP governance</a:t>
            </a:r>
            <a:endParaRPr lang="en-US" sz="10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TAS reports &amp; tracking</a:t>
            </a:r>
            <a:endParaRPr lang="en-US" sz="1000" dirty="0">
              <a:latin typeface="Avenir Next LT Pro" panose="020B05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0040" y="33375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Kaizad Sethna</a:t>
            </a:r>
            <a:endParaRPr lang="en-US" sz="1000" dirty="0">
              <a:latin typeface="Avenir Next LT Pro" panose="020B05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468880" y="2011680"/>
            <a:ext cx="2057400" cy="594360"/>
          </a:xfrm>
          <a:prstGeom prst="rect">
            <a:avLst/>
          </a:prstGeom>
          <a:solidFill>
            <a:srgbClr val="1268B3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468880" y="2011680"/>
            <a:ext cx="20574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468880" y="2606040"/>
            <a:ext cx="2057400" cy="1005840"/>
          </a:xfrm>
          <a:prstGeom prst="rect">
            <a:avLst/>
          </a:prstGeom>
          <a:solidFill>
            <a:srgbClr val="EAF2FA"/>
          </a:solidFill>
          <a:ln/>
        </p:spPr>
        <p:txBody>
          <a:bodyPr/>
          <a:lstStyle/>
          <a:p>
            <a:endParaRPr lang="en-IN" dirty="0">
              <a:latin typeface="Avenir Next LT Pro" panose="020B05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46888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Flagship Programs</a:t>
            </a:r>
            <a:endParaRPr lang="en-US" sz="10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DEI Initiatives</a:t>
            </a:r>
            <a:endParaRPr lang="en-US" sz="10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TMTC (200+ prog/yr)</a:t>
            </a:r>
            <a:endParaRPr lang="en-US" sz="1000" dirty="0">
              <a:latin typeface="Avenir Next LT Pro" panose="020B05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468880" y="33375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Poornima Pandey</a:t>
            </a:r>
            <a:endParaRPr lang="en-US" sz="1000" dirty="0">
              <a:latin typeface="Avenir Next LT Pro" panose="020B05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17720" y="2011680"/>
            <a:ext cx="2057400" cy="594360"/>
          </a:xfrm>
          <a:prstGeom prst="rect">
            <a:avLst/>
          </a:prstGeom>
          <a:solidFill>
            <a:srgbClr val="1268B3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17720" y="2011680"/>
            <a:ext cx="20574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Performance,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Rewards &amp; IT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617720" y="2606040"/>
            <a:ext cx="2057400" cy="1005840"/>
          </a:xfrm>
          <a:prstGeom prst="rect">
            <a:avLst/>
          </a:prstGeom>
          <a:solidFill>
            <a:srgbClr val="EAF2FA"/>
          </a:solidFill>
          <a:ln/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61772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CXO benchmarking</a:t>
            </a:r>
            <a:endParaRPr lang="en-US" sz="10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LTI design review</a:t>
            </a:r>
            <a:endParaRPr lang="en-US" sz="10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Increment cycles</a:t>
            </a:r>
            <a:endParaRPr lang="en-US" sz="1000" dirty="0">
              <a:latin typeface="Avenir Next LT Pro" panose="020B05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617720" y="33375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Vinay Choudhary</a:t>
            </a:r>
            <a:endParaRPr lang="en-US" sz="1000" dirty="0">
              <a:latin typeface="Avenir Next LT Pro" panose="020B05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766560" y="2011680"/>
            <a:ext cx="2057400" cy="594360"/>
          </a:xfrm>
          <a:prstGeom prst="rect">
            <a:avLst/>
          </a:prstGeom>
          <a:solidFill>
            <a:srgbClr val="1268B3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66560" y="2011680"/>
            <a:ext cx="20574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766560" y="2606040"/>
            <a:ext cx="2057400" cy="1005840"/>
          </a:xfrm>
          <a:prstGeom prst="rect">
            <a:avLst/>
          </a:prstGeom>
          <a:solidFill>
            <a:srgbClr val="EAF2FA"/>
          </a:solidFill>
          <a:ln/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76656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Hire-to-retire</a:t>
            </a:r>
            <a:endParaRPr lang="en-US" sz="10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Benefits &amp; payroll</a:t>
            </a:r>
            <a:endParaRPr lang="en-US" sz="10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~300 Tata Sons employees</a:t>
            </a:r>
            <a:endParaRPr lang="en-US" sz="1000" dirty="0">
              <a:latin typeface="Avenir Next LT Pro" panose="020B05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766560" y="33375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Aparajita Shankar</a:t>
            </a:r>
            <a:endParaRPr lang="en-US" sz="1000" dirty="0">
              <a:latin typeface="Avenir Next LT Pro" panose="020B05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0041" y="3977640"/>
            <a:ext cx="6446520" cy="365760"/>
          </a:xfrm>
          <a:prstGeom prst="rect">
            <a:avLst/>
          </a:prstGeom>
          <a:solidFill>
            <a:srgbClr val="001B5B"/>
          </a:solidFill>
          <a:ln/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20040" y="3977640"/>
            <a:ext cx="64465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30+ Group Companies (Tata Steel, TCS, Tata Motors, Tata Power, ...)</a:t>
            </a:r>
            <a:endParaRPr lang="en-US" sz="1100" dirty="0">
              <a:latin typeface="Avenir Next LT Pro" panose="020B05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348740" y="3611880"/>
            <a:ext cx="0" cy="36576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497580" y="3611880"/>
            <a:ext cx="0" cy="36576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646420" y="3611880"/>
            <a:ext cx="0" cy="36576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42" name="Picture 8" descr="Tata logo png, Tata icon transparent png 20975508 PNG">
            <a:extLst>
              <a:ext uri="{FF2B5EF4-FFF2-40B4-BE49-F238E27FC236}">
                <a16:creationId xmlns:a16="http://schemas.microsoft.com/office/drawing/2014/main" id="{966A9807-8FA0-6D92-B91D-0D456ACA4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-19195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Seven systems but no cross-system intelligence.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DC95235-45C1-B686-047E-656406CB8CDB}"/>
              </a:ext>
            </a:extLst>
          </p:cNvPr>
          <p:cNvGrpSpPr/>
          <p:nvPr/>
        </p:nvGrpSpPr>
        <p:grpSpPr>
          <a:xfrm>
            <a:off x="548640" y="1280160"/>
            <a:ext cx="1737360" cy="685800"/>
            <a:chOff x="548640" y="1280160"/>
            <a:chExt cx="1737360" cy="685800"/>
          </a:xfrm>
        </p:grpSpPr>
        <p:sp>
          <p:nvSpPr>
            <p:cNvPr id="4" name="Shape 2"/>
            <p:cNvSpPr/>
            <p:nvPr/>
          </p:nvSpPr>
          <p:spPr>
            <a:xfrm>
              <a:off x="548640" y="1280160"/>
              <a:ext cx="1737360" cy="685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268B3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548640" y="1280160"/>
              <a:ext cx="1737360" cy="685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01B5B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TCS Chroma</a:t>
              </a:r>
              <a:endParaRPr lang="en-US" sz="11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HRMS, Performance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07480C9-6338-9709-3690-98A92C434163}"/>
              </a:ext>
            </a:extLst>
          </p:cNvPr>
          <p:cNvGrpSpPr/>
          <p:nvPr/>
        </p:nvGrpSpPr>
        <p:grpSpPr>
          <a:xfrm>
            <a:off x="2834640" y="1280160"/>
            <a:ext cx="1737360" cy="685800"/>
            <a:chOff x="2834640" y="1280160"/>
            <a:chExt cx="1737360" cy="685800"/>
          </a:xfrm>
        </p:grpSpPr>
        <p:sp>
          <p:nvSpPr>
            <p:cNvPr id="6" name="Shape 4"/>
            <p:cNvSpPr/>
            <p:nvPr/>
          </p:nvSpPr>
          <p:spPr>
            <a:xfrm>
              <a:off x="2834640" y="1280160"/>
              <a:ext cx="1737360" cy="685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268B3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2834640" y="1280160"/>
              <a:ext cx="1737360" cy="685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01B5B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Compport</a:t>
              </a:r>
              <a:endParaRPr lang="en-US" sz="11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Increments, Letters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8CBC7B-1A23-1879-71D2-94DFC48FED05}"/>
              </a:ext>
            </a:extLst>
          </p:cNvPr>
          <p:cNvGrpSpPr/>
          <p:nvPr/>
        </p:nvGrpSpPr>
        <p:grpSpPr>
          <a:xfrm>
            <a:off x="5120640" y="1280160"/>
            <a:ext cx="1737360" cy="685800"/>
            <a:chOff x="5120640" y="1280160"/>
            <a:chExt cx="1737360" cy="685800"/>
          </a:xfrm>
        </p:grpSpPr>
        <p:sp>
          <p:nvSpPr>
            <p:cNvPr id="8" name="Shape 6"/>
            <p:cNvSpPr/>
            <p:nvPr/>
          </p:nvSpPr>
          <p:spPr>
            <a:xfrm>
              <a:off x="5120640" y="1280160"/>
              <a:ext cx="1737360" cy="685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268B3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5120640" y="1280160"/>
              <a:ext cx="1737360" cy="685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01B5B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PeopleNet</a:t>
              </a:r>
              <a:endParaRPr lang="en-US" sz="11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Demographics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92BDF4-9775-D4C3-FDBD-20202819807F}"/>
              </a:ext>
            </a:extLst>
          </p:cNvPr>
          <p:cNvGrpSpPr/>
          <p:nvPr/>
        </p:nvGrpSpPr>
        <p:grpSpPr>
          <a:xfrm>
            <a:off x="7132320" y="1280160"/>
            <a:ext cx="1737360" cy="685800"/>
            <a:chOff x="7132320" y="1280160"/>
            <a:chExt cx="1737360" cy="685800"/>
          </a:xfrm>
        </p:grpSpPr>
        <p:sp>
          <p:nvSpPr>
            <p:cNvPr id="10" name="Shape 8"/>
            <p:cNvSpPr/>
            <p:nvPr/>
          </p:nvSpPr>
          <p:spPr>
            <a:xfrm>
              <a:off x="7132320" y="1280160"/>
              <a:ext cx="1737360" cy="685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268B3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7132320" y="1280160"/>
              <a:ext cx="1737360" cy="685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01B5B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TCS iON</a:t>
              </a:r>
              <a:endParaRPr lang="en-US" sz="11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TGI + TAS ATS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6C695D4-2775-D90F-FD43-4FD9EE53BC0C}"/>
              </a:ext>
            </a:extLst>
          </p:cNvPr>
          <p:cNvGrpSpPr/>
          <p:nvPr/>
        </p:nvGrpSpPr>
        <p:grpSpPr>
          <a:xfrm>
            <a:off x="274321" y="3017520"/>
            <a:ext cx="1737360" cy="685800"/>
            <a:chOff x="1097280" y="3017520"/>
            <a:chExt cx="1737360" cy="685800"/>
          </a:xfrm>
        </p:grpSpPr>
        <p:sp>
          <p:nvSpPr>
            <p:cNvPr id="12" name="Shape 10"/>
            <p:cNvSpPr/>
            <p:nvPr/>
          </p:nvSpPr>
          <p:spPr>
            <a:xfrm>
              <a:off x="1097280" y="3017520"/>
              <a:ext cx="1737360" cy="685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268B3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1097280" y="3017520"/>
              <a:ext cx="1737360" cy="685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01B5B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The Hub</a:t>
              </a:r>
              <a:endParaRPr lang="en-US" sz="11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Benefits Info</a:t>
              </a:r>
              <a:endParaRPr lang="en-US" sz="105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312E51D-ED3B-6B01-90F4-A723F32F9A71}"/>
              </a:ext>
            </a:extLst>
          </p:cNvPr>
          <p:cNvGrpSpPr/>
          <p:nvPr/>
        </p:nvGrpSpPr>
        <p:grpSpPr>
          <a:xfrm>
            <a:off x="2204720" y="3017520"/>
            <a:ext cx="1737360" cy="685800"/>
            <a:chOff x="3474720" y="3017520"/>
            <a:chExt cx="1737360" cy="685800"/>
          </a:xfrm>
        </p:grpSpPr>
        <p:sp>
          <p:nvSpPr>
            <p:cNvPr id="14" name="Shape 12"/>
            <p:cNvSpPr/>
            <p:nvPr/>
          </p:nvSpPr>
          <p:spPr>
            <a:xfrm>
              <a:off x="3474720" y="3017520"/>
              <a:ext cx="1737360" cy="685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268B3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3474720" y="3017520"/>
              <a:ext cx="1737360" cy="685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01B5B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TTU Portal</a:t>
              </a:r>
              <a:endParaRPr lang="en-US" sz="11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Blue MINT Apps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671F78E-EFA5-C0A3-3AEA-9A6DECF4F1A0}"/>
              </a:ext>
            </a:extLst>
          </p:cNvPr>
          <p:cNvGrpSpPr/>
          <p:nvPr/>
        </p:nvGrpSpPr>
        <p:grpSpPr>
          <a:xfrm>
            <a:off x="4097020" y="3017520"/>
            <a:ext cx="1737360" cy="685800"/>
            <a:chOff x="5760720" y="3017520"/>
            <a:chExt cx="1737360" cy="685800"/>
          </a:xfrm>
        </p:grpSpPr>
        <p:sp>
          <p:nvSpPr>
            <p:cNvPr id="16" name="Shape 14"/>
            <p:cNvSpPr/>
            <p:nvPr/>
          </p:nvSpPr>
          <p:spPr>
            <a:xfrm>
              <a:off x="5760720" y="3017520"/>
              <a:ext cx="1737360" cy="685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268B3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5760720" y="3017520"/>
              <a:ext cx="1737360" cy="685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01B5B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COP</a:t>
              </a:r>
              <a:endParaRPr lang="en-US" sz="11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Group Mobility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21" name="Shape 18"/>
          <p:cNvSpPr/>
          <p:nvPr/>
        </p:nvSpPr>
        <p:spPr>
          <a:xfrm>
            <a:off x="372746" y="4048759"/>
            <a:ext cx="8398509" cy="457200"/>
          </a:xfrm>
          <a:prstGeom prst="rect">
            <a:avLst/>
          </a:prstGeom>
          <a:solidFill>
            <a:srgbClr val="EAF2FA"/>
          </a:solidFill>
          <a:ln/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274321" y="4048759"/>
            <a:ext cx="85953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Microsoft 365 + Copilot are available across all pillars, used only for personal productivity (email drafting, research)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C8E261-064E-24A8-DDD4-A5BCEE09C8B1}"/>
              </a:ext>
            </a:extLst>
          </p:cNvPr>
          <p:cNvGrpSpPr/>
          <p:nvPr/>
        </p:nvGrpSpPr>
        <p:grpSpPr>
          <a:xfrm>
            <a:off x="3054985" y="2156460"/>
            <a:ext cx="3034030" cy="594360"/>
            <a:chOff x="3017520" y="2194560"/>
            <a:chExt cx="3108960" cy="594360"/>
          </a:xfrm>
        </p:grpSpPr>
        <p:sp>
          <p:nvSpPr>
            <p:cNvPr id="26" name="Shape 16">
              <a:extLst>
                <a:ext uri="{FF2B5EF4-FFF2-40B4-BE49-F238E27FC236}">
                  <a16:creationId xmlns:a16="http://schemas.microsoft.com/office/drawing/2014/main" id="{B3C147CD-1473-B859-1511-1087CDEB821C}"/>
                </a:ext>
              </a:extLst>
            </p:cNvPr>
            <p:cNvSpPr/>
            <p:nvPr/>
          </p:nvSpPr>
          <p:spPr>
            <a:xfrm>
              <a:off x="3017520" y="2194560"/>
              <a:ext cx="3108960" cy="594360"/>
            </a:xfrm>
            <a:prstGeom prst="rect">
              <a:avLst/>
            </a:prstGeom>
            <a:solidFill>
              <a:srgbClr val="FFF0E6"/>
            </a:solidFill>
            <a:ln w="25400">
              <a:solidFill>
                <a:srgbClr val="E8901E"/>
              </a:solidFill>
              <a:prstDash val="dash"/>
            </a:ln>
          </p:spPr>
          <p:txBody>
            <a:bodyPr/>
            <a:lstStyle/>
            <a:p>
              <a:endParaRPr lang="en-IN" dirty="0">
                <a:latin typeface="Avenir Next LT Pro" panose="020B0504020202020204" pitchFamily="34" charset="0"/>
              </a:endParaRPr>
            </a:p>
          </p:txBody>
        </p:sp>
        <p:pic>
          <p:nvPicPr>
            <p:cNvPr id="27" name="Image 0" descr="preencoded.png">
              <a:extLst>
                <a:ext uri="{FF2B5EF4-FFF2-40B4-BE49-F238E27FC236}">
                  <a16:creationId xmlns:a16="http://schemas.microsoft.com/office/drawing/2014/main" id="{D071EA1E-A813-58C9-79FB-3D0D8FCCF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54680" y="2354580"/>
              <a:ext cx="274320" cy="274320"/>
            </a:xfrm>
            <a:prstGeom prst="rect">
              <a:avLst/>
            </a:prstGeom>
          </p:spPr>
        </p:pic>
        <p:sp>
          <p:nvSpPr>
            <p:cNvPr id="28" name="Text 17">
              <a:extLst>
                <a:ext uri="{FF2B5EF4-FFF2-40B4-BE49-F238E27FC236}">
                  <a16:creationId xmlns:a16="http://schemas.microsoft.com/office/drawing/2014/main" id="{953C0F32-B36C-56BB-5FA6-D593430A42C9}"/>
                </a:ext>
              </a:extLst>
            </p:cNvPr>
            <p:cNvSpPr/>
            <p:nvPr/>
          </p:nvSpPr>
          <p:spPr>
            <a:xfrm>
              <a:off x="3520440" y="2194560"/>
              <a:ext cx="2468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No Central Integration or Intelligence Layer</a:t>
              </a:r>
              <a:endParaRPr lang="en-US" sz="1300" dirty="0">
                <a:latin typeface="Avenir Next LT Pro" panose="020B0504020202020204" pitchFamily="34" charset="0"/>
              </a:endParaRPr>
            </a:p>
          </p:txBody>
        </p:sp>
      </p:grpSp>
      <p:pic>
        <p:nvPicPr>
          <p:cNvPr id="29" name="Picture 8" descr="Tata logo png, Tata icon transparent png 20975508 PNG">
            <a:extLst>
              <a:ext uri="{FF2B5EF4-FFF2-40B4-BE49-F238E27FC236}">
                <a16:creationId xmlns:a16="http://schemas.microsoft.com/office/drawing/2014/main" id="{83E2AAD8-B9A8-48C1-6809-09E4091A6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-19195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DA35149F-3C64-5B42-57FC-A3562F034894}"/>
              </a:ext>
            </a:extLst>
          </p:cNvPr>
          <p:cNvGrpSpPr/>
          <p:nvPr/>
        </p:nvGrpSpPr>
        <p:grpSpPr>
          <a:xfrm>
            <a:off x="7047086" y="2490471"/>
            <a:ext cx="1313180" cy="570229"/>
            <a:chOff x="5760720" y="3017520"/>
            <a:chExt cx="1737360" cy="685800"/>
          </a:xfrm>
        </p:grpSpPr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30F57F54-076B-C384-3AFE-1659C85C399D}"/>
                </a:ext>
              </a:extLst>
            </p:cNvPr>
            <p:cNvSpPr/>
            <p:nvPr/>
          </p:nvSpPr>
          <p:spPr>
            <a:xfrm>
              <a:off x="5760720" y="3017520"/>
              <a:ext cx="1737360" cy="685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8901E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5" name="Text 15">
              <a:extLst>
                <a:ext uri="{FF2B5EF4-FFF2-40B4-BE49-F238E27FC236}">
                  <a16:creationId xmlns:a16="http://schemas.microsoft.com/office/drawing/2014/main" id="{5BAA5070-73ED-BF86-7287-2BE1A944BA54}"/>
                </a:ext>
              </a:extLst>
            </p:cNvPr>
            <p:cNvSpPr/>
            <p:nvPr/>
          </p:nvSpPr>
          <p:spPr>
            <a:xfrm>
              <a:off x="5760720" y="3017520"/>
              <a:ext cx="1737360" cy="685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Perspect.ai</a:t>
              </a:r>
              <a:endParaRPr lang="en-US" sz="900" b="1" dirty="0">
                <a:solidFill>
                  <a:srgbClr val="E8901E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 algn="ctr">
                <a:buNone/>
              </a:pPr>
              <a:r>
                <a:rPr lang="en-US" sz="900" dirty="0">
                  <a:latin typeface="Avenir Next LT Pro" panose="020B0504020202020204" pitchFamily="34" charset="0"/>
                  <a:cs typeface="Arial" pitchFamily="34" charset="-120"/>
                </a:rPr>
                <a:t>Gamified Assessment</a:t>
              </a:r>
              <a:endParaRPr lang="en-US" sz="11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49DB2C7-9298-83C3-DDBB-718B2FEE89D6}"/>
              </a:ext>
            </a:extLst>
          </p:cNvPr>
          <p:cNvGrpSpPr/>
          <p:nvPr/>
        </p:nvGrpSpPr>
        <p:grpSpPr>
          <a:xfrm>
            <a:off x="6344920" y="3139441"/>
            <a:ext cx="1313180" cy="570229"/>
            <a:chOff x="5760720" y="3017520"/>
            <a:chExt cx="1737360" cy="685800"/>
          </a:xfrm>
        </p:grpSpPr>
        <p:sp>
          <p:nvSpPr>
            <p:cNvPr id="37" name="Shape 14">
              <a:extLst>
                <a:ext uri="{FF2B5EF4-FFF2-40B4-BE49-F238E27FC236}">
                  <a16:creationId xmlns:a16="http://schemas.microsoft.com/office/drawing/2014/main" id="{A52F4143-B137-F548-92EC-98FBBC28F559}"/>
                </a:ext>
              </a:extLst>
            </p:cNvPr>
            <p:cNvSpPr/>
            <p:nvPr/>
          </p:nvSpPr>
          <p:spPr>
            <a:xfrm>
              <a:off x="5760720" y="3017520"/>
              <a:ext cx="1737360" cy="685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8901E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8" name="Text 15">
              <a:extLst>
                <a:ext uri="{FF2B5EF4-FFF2-40B4-BE49-F238E27FC236}">
                  <a16:creationId xmlns:a16="http://schemas.microsoft.com/office/drawing/2014/main" id="{392D0FD2-2D54-481F-F8C6-86FD2A15DB26}"/>
                </a:ext>
              </a:extLst>
            </p:cNvPr>
            <p:cNvSpPr/>
            <p:nvPr/>
          </p:nvSpPr>
          <p:spPr>
            <a:xfrm>
              <a:off x="5760720" y="3017520"/>
              <a:ext cx="1737360" cy="685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InsideIIM</a:t>
              </a:r>
              <a:endParaRPr lang="en-US" sz="900" b="1" dirty="0">
                <a:solidFill>
                  <a:srgbClr val="E8901E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 algn="ctr">
                <a:buNone/>
              </a:pPr>
              <a:r>
                <a:rPr lang="en-US" sz="900" dirty="0" err="1">
                  <a:latin typeface="Avenir Next LT Pro" panose="020B0504020202020204" pitchFamily="34" charset="0"/>
                  <a:cs typeface="Arial" pitchFamily="34" charset="-120"/>
                </a:rPr>
                <a:t>InvicTAS</a:t>
              </a:r>
              <a:r>
                <a:rPr lang="en-US" sz="900" dirty="0">
                  <a:latin typeface="Avenir Next LT Pro" panose="020B0504020202020204" pitchFamily="34" charset="0"/>
                  <a:cs typeface="Arial" pitchFamily="34" charset="-120"/>
                </a:rPr>
                <a:t> hiring</a:t>
              </a:r>
              <a:endParaRPr lang="en-US" sz="11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949050C-AC65-DD0A-D1A0-11A58D274DFE}"/>
              </a:ext>
            </a:extLst>
          </p:cNvPr>
          <p:cNvGrpSpPr/>
          <p:nvPr/>
        </p:nvGrpSpPr>
        <p:grpSpPr>
          <a:xfrm>
            <a:off x="7788910" y="3133091"/>
            <a:ext cx="1313180" cy="570229"/>
            <a:chOff x="5760720" y="3017520"/>
            <a:chExt cx="1737360" cy="685800"/>
          </a:xfrm>
        </p:grpSpPr>
        <p:sp>
          <p:nvSpPr>
            <p:cNvPr id="40" name="Shape 14">
              <a:extLst>
                <a:ext uri="{FF2B5EF4-FFF2-40B4-BE49-F238E27FC236}">
                  <a16:creationId xmlns:a16="http://schemas.microsoft.com/office/drawing/2014/main" id="{55C727BA-1EF5-491D-000A-8747D7F19F36}"/>
                </a:ext>
              </a:extLst>
            </p:cNvPr>
            <p:cNvSpPr/>
            <p:nvPr/>
          </p:nvSpPr>
          <p:spPr>
            <a:xfrm>
              <a:off x="5760720" y="3017520"/>
              <a:ext cx="1737360" cy="685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8901E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41" name="Text 15">
              <a:extLst>
                <a:ext uri="{FF2B5EF4-FFF2-40B4-BE49-F238E27FC236}">
                  <a16:creationId xmlns:a16="http://schemas.microsoft.com/office/drawing/2014/main" id="{3A6DA946-FB17-44BB-C865-064E408E1D64}"/>
                </a:ext>
              </a:extLst>
            </p:cNvPr>
            <p:cNvSpPr/>
            <p:nvPr/>
          </p:nvSpPr>
          <p:spPr>
            <a:xfrm>
              <a:off x="5760720" y="3017520"/>
              <a:ext cx="1737360" cy="685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Unstop</a:t>
              </a:r>
              <a:endParaRPr lang="en-US" sz="900" b="1" dirty="0">
                <a:solidFill>
                  <a:srgbClr val="E8901E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latin typeface="Avenir Next LT Pro" panose="020B0504020202020204" pitchFamily="34" charset="0"/>
                </a:rPr>
                <a:t>TIC hiring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7D66ABAE-FF5A-C12F-B2AE-721D8AAF12ED}"/>
              </a:ext>
            </a:extLst>
          </p:cNvPr>
          <p:cNvSpPr txBox="1"/>
          <p:nvPr/>
        </p:nvSpPr>
        <p:spPr>
          <a:xfrm>
            <a:off x="6945486" y="2181860"/>
            <a:ext cx="14873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E8901E"/>
                </a:solidFill>
              </a:rPr>
              <a:t>TAS Vendor Platforms</a:t>
            </a:r>
            <a:endParaRPr lang="en-IN" sz="1100" b="1" dirty="0">
              <a:solidFill>
                <a:srgbClr val="E8901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One team, two modes: internal operations for tata sons and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group-wide guidance for 30+ companies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749040" cy="411480"/>
          </a:xfrm>
          <a:prstGeom prst="rect">
            <a:avLst/>
          </a:prstGeom>
          <a:solidFill>
            <a:srgbClr val="1268B3"/>
          </a:solidFill>
          <a:ln/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TATA SONS HRM</a:t>
            </a:r>
            <a:endParaRPr lang="en-US" sz="1100" dirty="0">
              <a:latin typeface="Avenir Next LT Pro" panose="020B05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749040" cy="1920240"/>
          </a:xfrm>
          <a:prstGeom prst="rect">
            <a:avLst/>
          </a:prstGeom>
          <a:solidFill>
            <a:srgbClr val="EAF2FA"/>
          </a:solidFill>
          <a:ln/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HR Operations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100% Tata Sons-facing</a:t>
            </a:r>
            <a:endParaRPr lang="en-US" sz="1050" dirty="0">
              <a:latin typeface="Avenir Next LT Pro" panose="020B05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Hire-to-retire for ~300 employees</a:t>
            </a:r>
            <a:endParaRPr lang="en-US" sz="1050" dirty="0">
              <a:latin typeface="Avenir Next LT Pro" panose="020B05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1000" dirty="0">
              <a:latin typeface="Avenir Next LT Pro" panose="020B05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Comp &amp; Benefits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30% Tata Sons internal</a:t>
            </a:r>
            <a:endParaRPr lang="en-US" sz="1050" dirty="0">
              <a:latin typeface="Avenir Next LT Pro" panose="020B05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Internal increment cycles &amp; benefits</a:t>
            </a:r>
            <a:endParaRPr lang="en-US" sz="1050" dirty="0">
              <a:latin typeface="Avenir Next LT Pro" panose="020B05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749040" cy="411480"/>
          </a:xfrm>
          <a:prstGeom prst="rect">
            <a:avLst/>
          </a:prstGeom>
          <a:solidFill>
            <a:srgbClr val="001B5B"/>
          </a:solidFill>
          <a:ln/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GROUP-WIDE GUIDANCE &amp; TALENT MANAGEMENT</a:t>
            </a:r>
            <a:endParaRPr lang="en-US" sz="1100" dirty="0">
              <a:latin typeface="Avenir Next LT Pro" panose="020B05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46320" y="1600200"/>
            <a:ext cx="3749040" cy="1920240"/>
          </a:xfrm>
          <a:prstGeom prst="rect">
            <a:avLst/>
          </a:prstGeom>
          <a:solidFill>
            <a:srgbClr val="EAF2FA"/>
          </a:solidFill>
          <a:ln/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Comp &amp; Benefits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70% group companies</a:t>
            </a:r>
            <a:endParaRPr lang="en-US" sz="1050" dirty="0">
              <a:latin typeface="Avenir Next LT Pro" panose="020B05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CXO benchmarking, LTI review, guidance</a:t>
            </a:r>
            <a:endParaRPr lang="en-US" sz="1050" dirty="0">
              <a:latin typeface="Avenir Next LT Pro" panose="020B05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1000" dirty="0">
              <a:latin typeface="Avenir Next LT Pro" panose="020B05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People Studio</a:t>
            </a:r>
            <a:endParaRPr lang="en-US" sz="1000" dirty="0">
              <a:latin typeface="Avenir Next LT Pro" panose="020B05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Group-wide programs &amp; DEI</a:t>
            </a:r>
            <a:endParaRPr lang="en-US" sz="1050" dirty="0">
              <a:latin typeface="Avenir Next LT Pro" panose="020B05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1000" dirty="0">
              <a:latin typeface="Avenir Next LT Pro" panose="020B05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TAS &amp; Internal Mobility</a:t>
            </a:r>
            <a:endParaRPr lang="en-US" sz="1000" dirty="0">
              <a:latin typeface="Avenir Next LT Pro" panose="020B0504020202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Cross-group talent movement</a:t>
            </a:r>
            <a:endParaRPr lang="en-US" sz="1100" dirty="0">
              <a:latin typeface="Avenir Next LT Pro" panose="020B05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F67B341-1490-AE29-59E1-E7BA8C3DBF96}"/>
              </a:ext>
            </a:extLst>
          </p:cNvPr>
          <p:cNvGrpSpPr/>
          <p:nvPr/>
        </p:nvGrpSpPr>
        <p:grpSpPr>
          <a:xfrm>
            <a:off x="548640" y="3840480"/>
            <a:ext cx="8046720" cy="594360"/>
            <a:chOff x="548640" y="3840480"/>
            <a:chExt cx="8046720" cy="594360"/>
          </a:xfrm>
        </p:grpSpPr>
        <p:sp>
          <p:nvSpPr>
            <p:cNvPr id="12" name="Shape 10"/>
            <p:cNvSpPr/>
            <p:nvPr/>
          </p:nvSpPr>
          <p:spPr>
            <a:xfrm>
              <a:off x="548640" y="3840480"/>
              <a:ext cx="8046720" cy="594360"/>
            </a:xfrm>
            <a:prstGeom prst="rect">
              <a:avLst/>
            </a:prstGeom>
            <a:solidFill>
              <a:srgbClr val="FFF0E6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548640" y="3840480"/>
              <a:ext cx="54864" cy="59436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731520" y="3840480"/>
              <a:ext cx="77724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Implication: Any AI or Intelligence solution must serve both modes, small-scale internal operations and large-scale group advisory. One-size-fits-all will fail.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15" name="Text 13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17" name="Picture 8" descr="Tata logo png, Tata icon transparent png 20975508 PNG">
            <a:extLst>
              <a:ext uri="{FF2B5EF4-FFF2-40B4-BE49-F238E27FC236}">
                <a16:creationId xmlns:a16="http://schemas.microsoft.com/office/drawing/2014/main" id="{DE0F35F7-C3D0-0478-5469-0435C0549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-19195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211455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Current state assessment for each pillar</a:t>
            </a:r>
            <a:endParaRPr lang="en-US" sz="2800" b="1" dirty="0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5" name="Picture 4" descr="Tata logo png, Tata icon transparent png 20975508 PNG">
            <a:extLst>
              <a:ext uri="{FF2B5EF4-FFF2-40B4-BE49-F238E27FC236}">
                <a16:creationId xmlns:a16="http://schemas.microsoft.com/office/drawing/2014/main" id="{60095E96-EB31-992A-52D7-2E504612F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0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HR Operations: From hiring request to Day 1 in under 24 hours.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FD4B5BF-B314-4C00-FC2E-098878F62FF1}"/>
              </a:ext>
            </a:extLst>
          </p:cNvPr>
          <p:cNvGrpSpPr/>
          <p:nvPr/>
        </p:nvGrpSpPr>
        <p:grpSpPr>
          <a:xfrm>
            <a:off x="436245" y="1183386"/>
            <a:ext cx="8271510" cy="748284"/>
            <a:chOff x="548640" y="1234440"/>
            <a:chExt cx="8046720" cy="640080"/>
          </a:xfrm>
        </p:grpSpPr>
        <p:sp>
          <p:nvSpPr>
            <p:cNvPr id="4" name="Shape 2"/>
            <p:cNvSpPr/>
            <p:nvPr/>
          </p:nvSpPr>
          <p:spPr>
            <a:xfrm>
              <a:off x="548640" y="123444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548640" y="123444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Hiring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Request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6" name="Shape 4"/>
            <p:cNvSpPr/>
            <p:nvPr/>
          </p:nvSpPr>
          <p:spPr>
            <a:xfrm>
              <a:off x="1504841" y="155448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1742585" y="123444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742585" y="123444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Chroma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Job Opening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2698786" y="155448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2936530" y="123444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936530" y="123444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COP +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External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3892731" y="155448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4130475" y="123444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4130475" y="123444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Assessment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&amp; Interview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5086677" y="155448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5324421" y="123444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5324421" y="123444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Offer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Extended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6280622" y="155448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6518366" y="123444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6518366" y="123444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Chroma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Onboarding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7474567" y="155448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7712311" y="123444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7712311" y="123444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HR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Induction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1AB0A1E-A7A1-874D-9AB7-3BF396B77E61}"/>
              </a:ext>
            </a:extLst>
          </p:cNvPr>
          <p:cNvGrpSpPr/>
          <p:nvPr/>
        </p:nvGrpSpPr>
        <p:grpSpPr>
          <a:xfrm>
            <a:off x="548640" y="2380234"/>
            <a:ext cx="8046720" cy="713233"/>
            <a:chOff x="548640" y="2194559"/>
            <a:chExt cx="8046720" cy="713233"/>
          </a:xfrm>
        </p:grpSpPr>
        <p:sp>
          <p:nvSpPr>
            <p:cNvPr id="24" name="Shape 22"/>
            <p:cNvSpPr/>
            <p:nvPr/>
          </p:nvSpPr>
          <p:spPr>
            <a:xfrm>
              <a:off x="548640" y="2194559"/>
              <a:ext cx="8046720" cy="713233"/>
            </a:xfrm>
            <a:prstGeom prst="rect">
              <a:avLst/>
            </a:prstGeom>
            <a:solidFill>
              <a:srgbClr val="EAF2FA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548640" y="2194560"/>
              <a:ext cx="54864" cy="713232"/>
            </a:xfrm>
            <a:prstGeom prst="rect">
              <a:avLst/>
            </a:prstGeom>
            <a:solidFill>
              <a:srgbClr val="1268B3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731520" y="2267712"/>
              <a:ext cx="7772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268B3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Current Scale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747286" y="2563159"/>
              <a:ext cx="77724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1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~2 openings per month for ~300 employees' organization .Team of 3, Process works smoothly at this volume, offer to Day 1 can be &lt;24 hours</a:t>
              </a:r>
              <a:endParaRPr lang="en-US" sz="11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28" name="Text 26"/>
          <p:cNvSpPr/>
          <p:nvPr/>
        </p:nvSpPr>
        <p:spPr>
          <a:xfrm>
            <a:off x="548640" y="331089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01E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95F70FD-153A-5361-F99D-A531F29EC9B2}"/>
              </a:ext>
            </a:extLst>
          </p:cNvPr>
          <p:cNvGrpSpPr/>
          <p:nvPr/>
        </p:nvGrpSpPr>
        <p:grpSpPr>
          <a:xfrm>
            <a:off x="1402080" y="3630930"/>
            <a:ext cx="2596898" cy="891540"/>
            <a:chOff x="3383280" y="3383280"/>
            <a:chExt cx="2560320" cy="777240"/>
          </a:xfrm>
        </p:grpSpPr>
        <p:sp>
          <p:nvSpPr>
            <p:cNvPr id="33" name="Shape 31"/>
            <p:cNvSpPr/>
            <p:nvPr/>
          </p:nvSpPr>
          <p:spPr>
            <a:xfrm>
              <a:off x="3383280" y="3383280"/>
              <a:ext cx="2560320" cy="77724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3383280" y="3383280"/>
              <a:ext cx="54864" cy="77724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3566160" y="3456432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Data Sensitivity Blanket</a:t>
              </a:r>
              <a:endParaRPr lang="en-US" sz="1100" dirty="0">
                <a:latin typeface="Avenir Next LT Pro" panose="020B0504020202020204" pitchFamily="34" charset="0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3566160" y="3712464"/>
              <a:ext cx="2286000" cy="374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Executive PII concerns in team blocks AI use for ALL tasks; even non-sensitive ones like scheduling.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4C86148-1A77-D3DE-7243-AF297AAA7684}"/>
              </a:ext>
            </a:extLst>
          </p:cNvPr>
          <p:cNvGrpSpPr/>
          <p:nvPr/>
        </p:nvGrpSpPr>
        <p:grpSpPr>
          <a:xfrm>
            <a:off x="4890770" y="3630929"/>
            <a:ext cx="2462530" cy="891537"/>
            <a:chOff x="6217920" y="3383280"/>
            <a:chExt cx="2377440" cy="777240"/>
          </a:xfrm>
        </p:grpSpPr>
        <p:sp>
          <p:nvSpPr>
            <p:cNvPr id="37" name="Shape 35"/>
            <p:cNvSpPr/>
            <p:nvPr/>
          </p:nvSpPr>
          <p:spPr>
            <a:xfrm>
              <a:off x="6217920" y="3383280"/>
              <a:ext cx="2377440" cy="77724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6217920" y="3383280"/>
              <a:ext cx="54864" cy="77724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6400800" y="3456432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Manual Offboarding</a:t>
              </a:r>
              <a:endParaRPr lang="en-US" sz="1100" dirty="0">
                <a:latin typeface="Avenir Next LT Pro" panose="020B0504020202020204" pitchFamily="34" charset="0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6400800" y="3712464"/>
              <a:ext cx="2103120" cy="374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Resignation is digital in Chroma but IT assets, access revocation still triggered manually.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41" name="Text 39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47" name="Picture 8" descr="Tata logo png, Tata icon transparent png 20975508 PNG">
            <a:extLst>
              <a:ext uri="{FF2B5EF4-FFF2-40B4-BE49-F238E27FC236}">
                <a16:creationId xmlns:a16="http://schemas.microsoft.com/office/drawing/2014/main" id="{81943648-330E-50DF-B37F-CB26ECDFA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-6495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05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Comp &amp; Benefits: Collecting compensation data from 30+ companies via Emails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1D55914-78EE-BF62-E406-E6715A70C1BD}"/>
              </a:ext>
            </a:extLst>
          </p:cNvPr>
          <p:cNvGrpSpPr/>
          <p:nvPr/>
        </p:nvGrpSpPr>
        <p:grpSpPr>
          <a:xfrm>
            <a:off x="357089" y="1188719"/>
            <a:ext cx="8429822" cy="1777289"/>
            <a:chOff x="548640" y="1188720"/>
            <a:chExt cx="8046720" cy="1463040"/>
          </a:xfrm>
        </p:grpSpPr>
        <p:sp>
          <p:nvSpPr>
            <p:cNvPr id="4" name="Shape 2"/>
            <p:cNvSpPr/>
            <p:nvPr/>
          </p:nvSpPr>
          <p:spPr>
            <a:xfrm>
              <a:off x="548640" y="118872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548640" y="118872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Data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Request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6" name="Shape 4"/>
            <p:cNvSpPr/>
            <p:nvPr/>
          </p:nvSpPr>
          <p:spPr>
            <a:xfrm>
              <a:off x="1504841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1742585" y="118872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742585" y="118872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Excel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Templates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2698786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2936530" y="118872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E8901E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936530" y="118872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Collection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&amp; Follow-up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3892731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E8901E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4130475" y="118872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4130475" y="118872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Clean &amp;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Collate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5086677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5324421" y="118872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5324421" y="118872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Internal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Analysis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6280622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6518366" y="118872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6518366" y="118872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Vendor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Benchmark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7474567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7712311" y="118872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7712311" y="118872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Verify &amp;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Report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3364992" y="1828800"/>
              <a:ext cx="0" cy="320040"/>
            </a:xfrm>
            <a:prstGeom prst="line">
              <a:avLst/>
            </a:prstGeom>
            <a:noFill/>
            <a:ln w="19050">
              <a:solidFill>
                <a:srgbClr val="E8901E"/>
              </a:solidFill>
              <a:prstDash val="solid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2011680" y="2148840"/>
              <a:ext cx="2926080" cy="502920"/>
            </a:xfrm>
            <a:prstGeom prst="rect">
              <a:avLst/>
            </a:prstGeom>
            <a:solidFill>
              <a:srgbClr val="FFF0E6"/>
            </a:solidFill>
            <a:ln w="12700">
              <a:solidFill>
                <a:srgbClr val="E8901E"/>
              </a:solidFill>
              <a:prstDash val="solid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2103120" y="2148840"/>
              <a:ext cx="2743200" cy="5029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No automatic validation, company-wise tracking, no reminders.</a:t>
              </a:r>
              <a:r>
                <a:rPr lang="en-US" sz="1050" dirty="0">
                  <a:latin typeface="Avenir Next LT Pro" panose="020B0504020202020204" pitchFamily="34" charset="0"/>
                </a:rPr>
                <a:t> </a:t>
              </a:r>
              <a:r>
                <a:rPr lang="en-US" sz="1050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Manual follow-up with 30+ company SPOCs.</a:t>
              </a:r>
              <a:endParaRPr lang="en-US" sz="105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9DE97D2-78A3-4997-4933-4FAE30256BCA}"/>
              </a:ext>
            </a:extLst>
          </p:cNvPr>
          <p:cNvGrpSpPr/>
          <p:nvPr/>
        </p:nvGrpSpPr>
        <p:grpSpPr>
          <a:xfrm>
            <a:off x="548640" y="3288947"/>
            <a:ext cx="8046720" cy="1143000"/>
            <a:chOff x="548640" y="2880360"/>
            <a:chExt cx="8046720" cy="1143000"/>
          </a:xfrm>
        </p:grpSpPr>
        <p:sp>
          <p:nvSpPr>
            <p:cNvPr id="27" name="Text 25"/>
            <p:cNvSpPr/>
            <p:nvPr/>
          </p:nvSpPr>
          <p:spPr>
            <a:xfrm>
              <a:off x="548640" y="288036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200" dirty="0">
                  <a:solidFill>
                    <a:srgbClr val="001B5B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ADDITIONAL FINDINGS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B1EC0BF-37F2-D596-381D-D01A5F1BE15F}"/>
                </a:ext>
              </a:extLst>
            </p:cNvPr>
            <p:cNvGrpSpPr/>
            <p:nvPr/>
          </p:nvGrpSpPr>
          <p:grpSpPr>
            <a:xfrm>
              <a:off x="548640" y="3200400"/>
              <a:ext cx="3840480" cy="822960"/>
              <a:chOff x="548640" y="3200400"/>
              <a:chExt cx="3840480" cy="822960"/>
            </a:xfrm>
          </p:grpSpPr>
          <p:sp>
            <p:nvSpPr>
              <p:cNvPr id="28" name="Shape 26"/>
              <p:cNvSpPr/>
              <p:nvPr/>
            </p:nvSpPr>
            <p:spPr>
              <a:xfrm>
                <a:off x="548640" y="3200400"/>
                <a:ext cx="3840480" cy="822960"/>
              </a:xfrm>
              <a:prstGeom prst="rect">
                <a:avLst/>
              </a:prstGeom>
              <a:solidFill>
                <a:srgbClr val="FFF0E6"/>
              </a:solidFill>
              <a:ln/>
              <a:effectLst>
                <a:outerShdw blurRad="508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IN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29" name="Shape 27"/>
              <p:cNvSpPr/>
              <p:nvPr/>
            </p:nvSpPr>
            <p:spPr>
              <a:xfrm>
                <a:off x="548640" y="3200400"/>
                <a:ext cx="54864" cy="822960"/>
              </a:xfrm>
              <a:prstGeom prst="rect">
                <a:avLst/>
              </a:prstGeom>
              <a:solidFill>
                <a:srgbClr val="E8901E"/>
              </a:solidFill>
              <a:ln/>
            </p:spPr>
            <p:txBody>
              <a:bodyPr/>
              <a:lstStyle/>
              <a:p>
                <a:endParaRPr lang="en-IN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731520" y="3273552"/>
                <a:ext cx="356616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E8901E"/>
                    </a:solidFill>
                    <a:latin typeface="Avenir Next LT Pro" panose="020B0504020202020204" pitchFamily="34" charset="0"/>
                    <a:ea typeface="Arial" pitchFamily="34" charset="-122"/>
                    <a:cs typeface="Arial" pitchFamily="34" charset="-120"/>
                  </a:rPr>
                  <a:t>LTI Design Review — Highest Value, Highest Risk</a:t>
                </a:r>
                <a:endParaRPr lang="en-US" sz="1000" dirty="0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31" name="Text 29"/>
              <p:cNvSpPr/>
              <p:nvPr/>
            </p:nvSpPr>
            <p:spPr>
              <a:xfrm>
                <a:off x="731520" y="3529584"/>
                <a:ext cx="3566160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850" dirty="0">
                    <a:solidFill>
                      <a:srgbClr val="272727"/>
                    </a:solidFill>
                    <a:latin typeface="Avenir Next LT Pro" panose="020B0504020202020204" pitchFamily="34" charset="0"/>
                    <a:ea typeface="Arial" pitchFamily="34" charset="-122"/>
                    <a:cs typeface="Arial" pitchFamily="34" charset="-120"/>
                  </a:rPr>
                  <a:t>Reviews done manually in 2–3 days based on undocumented past-case knowledge. Team explicitly refuses to put this data in any tool. If reviewers leave, capability degrades immediately.</a:t>
                </a:r>
                <a:endParaRPr lang="en-US" sz="850" dirty="0">
                  <a:latin typeface="Avenir Next LT Pro" panose="020B0504020202020204" pitchFamily="34" charset="0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60A2060-1AB2-FCEA-48EB-F74D0A9D2958}"/>
                </a:ext>
              </a:extLst>
            </p:cNvPr>
            <p:cNvGrpSpPr/>
            <p:nvPr/>
          </p:nvGrpSpPr>
          <p:grpSpPr>
            <a:xfrm>
              <a:off x="4663440" y="3200400"/>
              <a:ext cx="3931920" cy="822960"/>
              <a:chOff x="4663440" y="3200400"/>
              <a:chExt cx="3931920" cy="822960"/>
            </a:xfrm>
          </p:grpSpPr>
          <p:sp>
            <p:nvSpPr>
              <p:cNvPr id="32" name="Shape 30"/>
              <p:cNvSpPr/>
              <p:nvPr/>
            </p:nvSpPr>
            <p:spPr>
              <a:xfrm>
                <a:off x="4663440" y="3200400"/>
                <a:ext cx="3931920" cy="822960"/>
              </a:xfrm>
              <a:prstGeom prst="rect">
                <a:avLst/>
              </a:prstGeom>
              <a:solidFill>
                <a:srgbClr val="FFF0E6"/>
              </a:solidFill>
              <a:ln/>
              <a:effectLst>
                <a:outerShdw blurRad="508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IN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33" name="Shape 31"/>
              <p:cNvSpPr/>
              <p:nvPr/>
            </p:nvSpPr>
            <p:spPr>
              <a:xfrm>
                <a:off x="4663440" y="3200400"/>
                <a:ext cx="54864" cy="822960"/>
              </a:xfrm>
              <a:prstGeom prst="rect">
                <a:avLst/>
              </a:prstGeom>
              <a:solidFill>
                <a:srgbClr val="E8901E"/>
              </a:solidFill>
              <a:ln/>
            </p:spPr>
            <p:txBody>
              <a:bodyPr/>
              <a:lstStyle/>
              <a:p>
                <a:endParaRPr lang="en-IN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4846320" y="3273552"/>
                <a:ext cx="365760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E8901E"/>
                    </a:solidFill>
                    <a:latin typeface="Avenir Next LT Pro" panose="020B0504020202020204" pitchFamily="34" charset="0"/>
                    <a:ea typeface="Arial" pitchFamily="34" charset="-122"/>
                    <a:cs typeface="Arial" pitchFamily="34" charset="-120"/>
                  </a:rPr>
                  <a:t>Benefits Policy Knowledge Base — Passive &amp; Uncertain</a:t>
                </a:r>
                <a:endParaRPr lang="en-US" sz="1000" dirty="0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4846320" y="3529584"/>
                <a:ext cx="3657600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850" dirty="0">
                    <a:solidFill>
                      <a:srgbClr val="272727"/>
                    </a:solidFill>
                    <a:latin typeface="Avenir Next LT Pro" panose="020B0504020202020204" pitchFamily="34" charset="0"/>
                    <a:ea typeface="Arial" pitchFamily="34" charset="-122"/>
                    <a:cs typeface="Arial" pitchFamily="34" charset="-120"/>
                  </a:rPr>
                  <a:t>Guidance database exists but format is unclear even to the team. Updated only when a case forces it. Each new query may require re-surveying group companies from scratch.</a:t>
                </a:r>
                <a:endParaRPr lang="en-US" sz="850" dirty="0">
                  <a:latin typeface="Avenir Next LT Pro" panose="020B0504020202020204" pitchFamily="34" charset="0"/>
                </a:endParaRPr>
              </a:p>
            </p:txBody>
          </p:sp>
        </p:grpSp>
      </p:grpSp>
      <p:sp>
        <p:nvSpPr>
          <p:cNvPr id="36" name="Text 34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41" name="Picture 8" descr="Tata logo png, Tata icon transparent png 20975508 PNG">
            <a:extLst>
              <a:ext uri="{FF2B5EF4-FFF2-40B4-BE49-F238E27FC236}">
                <a16:creationId xmlns:a16="http://schemas.microsoft.com/office/drawing/2014/main" id="{A52D89E8-FA4E-6FD1-93C2-039EBD08E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-19195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2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Flagship Programs: 500 interviews in 10 days, coordinated entirely over email, 3 times every year.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58140" y="868680"/>
            <a:ext cx="80467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4A674D8-1DFA-9B86-0CB5-16F9C175E301}"/>
              </a:ext>
            </a:extLst>
          </p:cNvPr>
          <p:cNvGrpSpPr/>
          <p:nvPr/>
        </p:nvGrpSpPr>
        <p:grpSpPr>
          <a:xfrm>
            <a:off x="428034" y="1188719"/>
            <a:ext cx="8287932" cy="2426311"/>
            <a:chOff x="548640" y="1188720"/>
            <a:chExt cx="8046720" cy="1783080"/>
          </a:xfrm>
        </p:grpSpPr>
        <p:sp>
          <p:nvSpPr>
            <p:cNvPr id="4" name="Shape 2"/>
            <p:cNvSpPr/>
            <p:nvPr/>
          </p:nvSpPr>
          <p:spPr>
            <a:xfrm>
              <a:off x="548640" y="1188720"/>
              <a:ext cx="1082040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548640" y="1188720"/>
              <a:ext cx="1082040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Application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(TTU Portal)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6" name="Shape 4"/>
            <p:cNvSpPr/>
            <p:nvPr/>
          </p:nvSpPr>
          <p:spPr>
            <a:xfrm>
              <a:off x="1703832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1941576" y="1188720"/>
              <a:ext cx="1082040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941576" y="1188720"/>
              <a:ext cx="1082040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Manager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Recommendation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3096768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3334512" y="1188720"/>
              <a:ext cx="1082040" cy="640080"/>
            </a:xfrm>
            <a:prstGeom prst="roundRect">
              <a:avLst>
                <a:gd name="adj" fmla="val 8571"/>
              </a:avLst>
            </a:prstGeom>
            <a:solidFill>
              <a:srgbClr val="E8901E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3334512" y="1188720"/>
              <a:ext cx="1082040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Interview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Scheduling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4489704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E8901E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4727448" y="1188720"/>
              <a:ext cx="1082040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4727448" y="1188720"/>
              <a:ext cx="1082040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Selection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5882640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6120384" y="1188720"/>
              <a:ext cx="1082040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6120384" y="1188720"/>
              <a:ext cx="1082040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4-Month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Program (LBS)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7275576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7513320" y="1188720"/>
              <a:ext cx="1082040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7513320" y="1188720"/>
              <a:ext cx="1082040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Impact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Surveys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3896517" y="1828800"/>
              <a:ext cx="0" cy="411480"/>
            </a:xfrm>
            <a:prstGeom prst="line">
              <a:avLst/>
            </a:prstGeom>
            <a:noFill/>
            <a:ln w="25400">
              <a:solidFill>
                <a:srgbClr val="E8901E"/>
              </a:solidFill>
              <a:prstDash val="solid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1554480" y="2240280"/>
              <a:ext cx="6035040" cy="731520"/>
            </a:xfrm>
            <a:prstGeom prst="rect">
              <a:avLst/>
            </a:prstGeom>
            <a:solidFill>
              <a:srgbClr val="FFF0E6"/>
            </a:solidFill>
            <a:ln w="19050">
              <a:solidFill>
                <a:srgbClr val="E8901E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pic>
          <p:nvPicPr>
            <p:cNvPr id="2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6132" y="2470129"/>
              <a:ext cx="372420" cy="264562"/>
            </a:xfrm>
            <a:prstGeom prst="rect">
              <a:avLst/>
            </a:prstGeom>
          </p:spPr>
        </p:pic>
        <p:sp>
          <p:nvSpPr>
            <p:cNvPr id="24" name="Text 21"/>
            <p:cNvSpPr/>
            <p:nvPr/>
          </p:nvSpPr>
          <p:spPr>
            <a:xfrm>
              <a:off x="2148840" y="2286000"/>
              <a:ext cx="53035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#1 BOTTLENECK:</a:t>
              </a:r>
              <a:r>
                <a:rPr lang="en-US" sz="11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1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500+ interviews per cohort, 10-day window, zero scheduling tools. All coordination via email with ex-Blue MINTers across the group. This is the single largest time sink identified from interviews.</a:t>
              </a:r>
              <a:endParaRPr lang="en-US" sz="16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86C5B5-0076-CA99-7021-EDD4870907E3}"/>
              </a:ext>
            </a:extLst>
          </p:cNvPr>
          <p:cNvGrpSpPr/>
          <p:nvPr/>
        </p:nvGrpSpPr>
        <p:grpSpPr>
          <a:xfrm>
            <a:off x="548640" y="3933497"/>
            <a:ext cx="8046720" cy="502920"/>
            <a:chOff x="548640" y="3291840"/>
            <a:chExt cx="8046720" cy="502920"/>
          </a:xfrm>
        </p:grpSpPr>
        <p:sp>
          <p:nvSpPr>
            <p:cNvPr id="25" name="Shape 22"/>
            <p:cNvSpPr/>
            <p:nvPr/>
          </p:nvSpPr>
          <p:spPr>
            <a:xfrm>
              <a:off x="548640" y="3291840"/>
              <a:ext cx="8046720" cy="502920"/>
            </a:xfrm>
            <a:prstGeom prst="rect">
              <a:avLst/>
            </a:prstGeom>
            <a:solidFill>
              <a:srgbClr val="EAF2FA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6" name="Text 23"/>
            <p:cNvSpPr/>
            <p:nvPr/>
          </p:nvSpPr>
          <p:spPr>
            <a:xfrm>
              <a:off x="685800" y="3291840"/>
              <a:ext cx="77724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Blue MINT: 4-month leadership program (4-10 yrs YOE) run with London Business School. 3 cohorts/year. </a:t>
              </a: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No documented program playbook, a new joiner would learn to run this entirely via verbal knowledge transfer.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27" name="Text 24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30" name="Picture 8" descr="Tata logo png, Tata icon transparent png 20975508 PNG">
            <a:extLst>
              <a:ext uri="{FF2B5EF4-FFF2-40B4-BE49-F238E27FC236}">
                <a16:creationId xmlns:a16="http://schemas.microsoft.com/office/drawing/2014/main" id="{7BC80949-0731-F561-0016-58C8A5027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-19195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TGI Pipeline: 50,000 applications. Manual screening at 25:1. An ATS that can’t match skills.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59B4C91-6F42-255C-F8A6-0E922330DA4A}"/>
              </a:ext>
            </a:extLst>
          </p:cNvPr>
          <p:cNvGrpSpPr/>
          <p:nvPr/>
        </p:nvGrpSpPr>
        <p:grpSpPr>
          <a:xfrm>
            <a:off x="548640" y="1154352"/>
            <a:ext cx="8046720" cy="2670048"/>
            <a:chOff x="548640" y="1143000"/>
            <a:chExt cx="8046720" cy="2670048"/>
          </a:xfrm>
        </p:grpSpPr>
        <p:sp>
          <p:nvSpPr>
            <p:cNvPr id="4" name="Shape 2"/>
            <p:cNvSpPr/>
            <p:nvPr/>
          </p:nvSpPr>
          <p:spPr>
            <a:xfrm>
              <a:off x="548640" y="1143000"/>
              <a:ext cx="8046720" cy="384048"/>
            </a:xfrm>
            <a:prstGeom prst="rect">
              <a:avLst/>
            </a:prstGeom>
            <a:solidFill>
              <a:srgbClr val="1268B3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548640" y="1143000"/>
              <a:ext cx="80467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~50,000 Applications</a:t>
              </a:r>
              <a:endParaRPr lang="en-US" sz="1050" dirty="0">
                <a:latin typeface="Avenir Next LT Pro" panose="020B0504020202020204" pitchFamily="34" charset="0"/>
              </a:endParaRPr>
            </a:p>
          </p:txBody>
        </p:sp>
        <p:sp>
          <p:nvSpPr>
            <p:cNvPr id="6" name="Shape 4"/>
            <p:cNvSpPr/>
            <p:nvPr/>
          </p:nvSpPr>
          <p:spPr>
            <a:xfrm>
              <a:off x="1371600" y="1600200"/>
              <a:ext cx="6400800" cy="384048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1371600" y="1600200"/>
              <a:ext cx="6400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Manual Eligibility Screen (college, country, criteria)</a:t>
              </a:r>
              <a:endParaRPr lang="en-US" sz="1050" dirty="0">
                <a:latin typeface="Avenir Next LT Pro" panose="020B0504020202020204" pitchFamily="34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2057400" y="2057400"/>
              <a:ext cx="5029200" cy="384048"/>
            </a:xfrm>
            <a:prstGeom prst="rect">
              <a:avLst/>
            </a:prstGeom>
            <a:solidFill>
              <a:srgbClr val="1268B3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2057400" y="2057400"/>
              <a:ext cx="50292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~2,000 Eligible Candidates</a:t>
              </a:r>
              <a:endParaRPr lang="en-US" sz="1050" dirty="0">
                <a:latin typeface="Avenir Next LT Pro" panose="020B0504020202020204" pitchFamily="34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2514600" y="2514600"/>
              <a:ext cx="4114800" cy="384048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514600" y="2514600"/>
              <a:ext cx="4114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Brief Simplification → Candidate-Project Matching (TCS iON)</a:t>
              </a:r>
              <a:endParaRPr lang="en-US" sz="1050" dirty="0">
                <a:latin typeface="Avenir Next LT Pro" panose="020B0504020202020204" pitchFamily="34" charset="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2971800" y="2971800"/>
              <a:ext cx="3200400" cy="384048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2971800" y="2971800"/>
              <a:ext cx="3200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200+ Interviews Across 30+ Companies</a:t>
              </a:r>
              <a:endParaRPr lang="en-US" sz="1050" dirty="0">
                <a:latin typeface="Avenir Next LT Pro" panose="020B0504020202020204" pitchFamily="34" charset="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3566160" y="3429000"/>
              <a:ext cx="2011680" cy="384048"/>
            </a:xfrm>
            <a:prstGeom prst="rect">
              <a:avLst/>
            </a:prstGeom>
            <a:solidFill>
              <a:srgbClr val="1268B3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3566160" y="3429000"/>
              <a:ext cx="2011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Final Placement</a:t>
              </a:r>
              <a:endParaRPr lang="en-US" sz="105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4E4D109-9DDA-4632-4D29-9A5BBEE994A1}"/>
              </a:ext>
            </a:extLst>
          </p:cNvPr>
          <p:cNvGrpSpPr/>
          <p:nvPr/>
        </p:nvGrpSpPr>
        <p:grpSpPr>
          <a:xfrm>
            <a:off x="6331678" y="3147901"/>
            <a:ext cx="2629442" cy="777240"/>
            <a:chOff x="6400800" y="1143000"/>
            <a:chExt cx="2377440" cy="640080"/>
          </a:xfrm>
        </p:grpSpPr>
        <p:sp>
          <p:nvSpPr>
            <p:cNvPr id="16" name="Shape 14"/>
            <p:cNvSpPr/>
            <p:nvPr/>
          </p:nvSpPr>
          <p:spPr>
            <a:xfrm>
              <a:off x="6400800" y="1143000"/>
              <a:ext cx="2377440" cy="64008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6400800" y="1143000"/>
              <a:ext cx="54864" cy="64008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583680" y="1164216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25:1 Manual Screen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6583680" y="1446216"/>
              <a:ext cx="21031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Resumes reviewed one-by-one for eligibility. Pure rules-based task done by humans.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AB98791-F293-50FD-9441-0C1EC7A94B24}"/>
              </a:ext>
            </a:extLst>
          </p:cNvPr>
          <p:cNvGrpSpPr/>
          <p:nvPr/>
        </p:nvGrpSpPr>
        <p:grpSpPr>
          <a:xfrm>
            <a:off x="284012" y="3173663"/>
            <a:ext cx="2528310" cy="777239"/>
            <a:chOff x="6400800" y="2377440"/>
            <a:chExt cx="2377440" cy="640080"/>
          </a:xfrm>
        </p:grpSpPr>
        <p:sp>
          <p:nvSpPr>
            <p:cNvPr id="20" name="Shape 18"/>
            <p:cNvSpPr/>
            <p:nvPr/>
          </p:nvSpPr>
          <p:spPr>
            <a:xfrm>
              <a:off x="6400800" y="2377440"/>
              <a:ext cx="2377440" cy="64008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6400800" y="2377440"/>
              <a:ext cx="54864" cy="64008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6583680" y="2392165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ATS Skill Gap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6583680" y="2661181"/>
              <a:ext cx="21031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TCS iON matches by field, not skill. STEM → EV battery is a real example.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24" name="Text 22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5B77F03-135C-30DC-E3EF-874DAEB79868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7637263" y="1982719"/>
            <a:ext cx="9136" cy="1165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F117F5-0DAF-700F-7A95-A506B8A830F1}"/>
              </a:ext>
            </a:extLst>
          </p:cNvPr>
          <p:cNvGrpSpPr/>
          <p:nvPr/>
        </p:nvGrpSpPr>
        <p:grpSpPr>
          <a:xfrm>
            <a:off x="3307845" y="3933531"/>
            <a:ext cx="2528310" cy="777239"/>
            <a:chOff x="6400800" y="2377440"/>
            <a:chExt cx="2377440" cy="640080"/>
          </a:xfrm>
        </p:grpSpPr>
        <p:sp>
          <p:nvSpPr>
            <p:cNvPr id="33" name="Shape 18">
              <a:extLst>
                <a:ext uri="{FF2B5EF4-FFF2-40B4-BE49-F238E27FC236}">
                  <a16:creationId xmlns:a16="http://schemas.microsoft.com/office/drawing/2014/main" id="{4036B11D-AC75-8341-B061-821E41357F53}"/>
                </a:ext>
              </a:extLst>
            </p:cNvPr>
            <p:cNvSpPr/>
            <p:nvPr/>
          </p:nvSpPr>
          <p:spPr>
            <a:xfrm>
              <a:off x="6400800" y="2377440"/>
              <a:ext cx="2377440" cy="64008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4" name="Shape 19">
              <a:extLst>
                <a:ext uri="{FF2B5EF4-FFF2-40B4-BE49-F238E27FC236}">
                  <a16:creationId xmlns:a16="http://schemas.microsoft.com/office/drawing/2014/main" id="{FE704D72-6C7B-AD2D-9707-DD4CE41C6AC1}"/>
                </a:ext>
              </a:extLst>
            </p:cNvPr>
            <p:cNvSpPr/>
            <p:nvPr/>
          </p:nvSpPr>
          <p:spPr>
            <a:xfrm>
              <a:off x="6400800" y="2377440"/>
              <a:ext cx="54864" cy="64008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5" name="Text 20">
              <a:extLst>
                <a:ext uri="{FF2B5EF4-FFF2-40B4-BE49-F238E27FC236}">
                  <a16:creationId xmlns:a16="http://schemas.microsoft.com/office/drawing/2014/main" id="{AA4EE480-BC58-44A8-FE68-6CF799C7ACA1}"/>
                </a:ext>
              </a:extLst>
            </p:cNvPr>
            <p:cNvSpPr/>
            <p:nvPr/>
          </p:nvSpPr>
          <p:spPr>
            <a:xfrm>
              <a:off x="6583680" y="2392165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Interview Scheduling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36" name="Text 21">
              <a:extLst>
                <a:ext uri="{FF2B5EF4-FFF2-40B4-BE49-F238E27FC236}">
                  <a16:creationId xmlns:a16="http://schemas.microsoft.com/office/drawing/2014/main" id="{FCE2C7F2-99CA-6D5B-1D1A-F5227ACE9DC2}"/>
                </a:ext>
              </a:extLst>
            </p:cNvPr>
            <p:cNvSpPr/>
            <p:nvPr/>
          </p:nvSpPr>
          <p:spPr>
            <a:xfrm>
              <a:off x="6583680" y="2661181"/>
              <a:ext cx="21031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200+ candidates are matched with interviewer from 30+ group companies.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EA00F65-266F-5B5F-E1E6-C1F2B4C88F62}"/>
              </a:ext>
            </a:extLst>
          </p:cNvPr>
          <p:cNvCxnSpPr>
            <a:cxnSpLocks/>
          </p:cNvCxnSpPr>
          <p:nvPr/>
        </p:nvCxnSpPr>
        <p:spPr>
          <a:xfrm>
            <a:off x="2715079" y="2910000"/>
            <a:ext cx="0" cy="237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1D18113-7BF6-767E-363F-D8A2B7B071D7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3337018" y="3367200"/>
            <a:ext cx="0" cy="566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8" descr="Tata logo png, Tata icon transparent png 20975508 PNG">
            <a:extLst>
              <a:ext uri="{FF2B5EF4-FFF2-40B4-BE49-F238E27FC236}">
                <a16:creationId xmlns:a16="http://schemas.microsoft.com/office/drawing/2014/main" id="{E43582C7-16A2-E126-3BB8-F9BEE08DE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-19195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1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DEI Initiatives: 30–40% of capacity consumed by logistics unrelated to DEI work.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78790" y="868680"/>
            <a:ext cx="80467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1CB9B8B-F660-5E37-7FE7-DD19DA22FC72}"/>
              </a:ext>
            </a:extLst>
          </p:cNvPr>
          <p:cNvGrpSpPr/>
          <p:nvPr/>
        </p:nvGrpSpPr>
        <p:grpSpPr>
          <a:xfrm>
            <a:off x="429895" y="1188719"/>
            <a:ext cx="8284210" cy="1510029"/>
            <a:chOff x="548640" y="1188720"/>
            <a:chExt cx="8046720" cy="1214020"/>
          </a:xfrm>
        </p:grpSpPr>
        <p:sp>
          <p:nvSpPr>
            <p:cNvPr id="4" name="Shape 2"/>
            <p:cNvSpPr/>
            <p:nvPr/>
          </p:nvSpPr>
          <p:spPr>
            <a:xfrm>
              <a:off x="548640" y="118872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548640" y="118872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Requirements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Received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6" name="Shape 4"/>
            <p:cNvSpPr/>
            <p:nvPr/>
          </p:nvSpPr>
          <p:spPr>
            <a:xfrm>
              <a:off x="1504841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1742585" y="118872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742585" y="118872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Program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Design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2698786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2936530" y="118872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936530" y="118872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Pitch &amp;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Approval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3892731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4130475" y="118872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E8901E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4130475" y="118872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Logistics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5086677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E8901E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5324421" y="118872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5324421" y="118872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Delivery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6280622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6518366" y="118872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6518366" y="118872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Invoicing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7474567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7712311" y="1188720"/>
              <a:ext cx="883049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7712311" y="1188720"/>
              <a:ext cx="883049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Feedback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3072799" y="1945540"/>
              <a:ext cx="2926080" cy="457200"/>
            </a:xfrm>
            <a:prstGeom prst="rect">
              <a:avLst/>
            </a:prstGeom>
            <a:solidFill>
              <a:srgbClr val="FFF0E6"/>
            </a:solidFill>
            <a:ln w="19050">
              <a:solidFill>
                <a:srgbClr val="E8901E"/>
              </a:solidFill>
              <a:prstDash val="dash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3164239" y="1945540"/>
              <a:ext cx="2743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30–40% of working time consumed here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26" name="Text 24"/>
          <p:cNvSpPr/>
          <p:nvPr/>
        </p:nvSpPr>
        <p:spPr>
          <a:xfrm>
            <a:off x="54864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000" dirty="0">
              <a:latin typeface="Avenir Next LT Pro" panose="020B050402020202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956B11B-07EE-6746-F8B0-5C4DD387CBA5}"/>
              </a:ext>
            </a:extLst>
          </p:cNvPr>
          <p:cNvGrpSpPr/>
          <p:nvPr/>
        </p:nvGrpSpPr>
        <p:grpSpPr>
          <a:xfrm>
            <a:off x="548640" y="2971799"/>
            <a:ext cx="3986784" cy="901697"/>
            <a:chOff x="548640" y="2971800"/>
            <a:chExt cx="3840480" cy="777240"/>
          </a:xfrm>
        </p:grpSpPr>
        <p:sp>
          <p:nvSpPr>
            <p:cNvPr id="27" name="Shape 25"/>
            <p:cNvSpPr/>
            <p:nvPr/>
          </p:nvSpPr>
          <p:spPr>
            <a:xfrm>
              <a:off x="548640" y="2971800"/>
              <a:ext cx="3840480" cy="77724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548640" y="2971800"/>
              <a:ext cx="54864" cy="77724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731520" y="3044952"/>
              <a:ext cx="35661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Program Design From Memory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731520" y="3300984"/>
              <a:ext cx="3566160" cy="374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Past programs stored as pitch decks in folders. No tagging, no search. Retrieval depends entirely on personal memory of what exists.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0FA3295-A21C-FDFA-6809-97EDC095E2F0}"/>
              </a:ext>
            </a:extLst>
          </p:cNvPr>
          <p:cNvGrpSpPr/>
          <p:nvPr/>
        </p:nvGrpSpPr>
        <p:grpSpPr>
          <a:xfrm>
            <a:off x="4663440" y="2965073"/>
            <a:ext cx="3931920" cy="901667"/>
            <a:chOff x="4663440" y="2971800"/>
            <a:chExt cx="3931920" cy="777240"/>
          </a:xfrm>
        </p:grpSpPr>
        <p:sp>
          <p:nvSpPr>
            <p:cNvPr id="31" name="Shape 29"/>
            <p:cNvSpPr/>
            <p:nvPr/>
          </p:nvSpPr>
          <p:spPr>
            <a:xfrm>
              <a:off x="4663440" y="2971800"/>
              <a:ext cx="3931920" cy="77724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4663440" y="2971800"/>
              <a:ext cx="54864" cy="77724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4846320" y="3044952"/>
              <a:ext cx="3657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Impact Measurement Blind Spot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4846320" y="3300984"/>
              <a:ext cx="3657600" cy="374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Surveys capture candidate experience only. No data from managers on performance/productivity. Cannot prove business impact of programs.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3B00687-1440-721E-D207-958981110FC6}"/>
              </a:ext>
            </a:extLst>
          </p:cNvPr>
          <p:cNvGrpSpPr/>
          <p:nvPr/>
        </p:nvGrpSpPr>
        <p:grpSpPr>
          <a:xfrm>
            <a:off x="548640" y="3924297"/>
            <a:ext cx="8046720" cy="717549"/>
            <a:chOff x="548640" y="3881710"/>
            <a:chExt cx="8046720" cy="507410"/>
          </a:xfrm>
        </p:grpSpPr>
        <p:sp>
          <p:nvSpPr>
            <p:cNvPr id="35" name="Shape 33"/>
            <p:cNvSpPr/>
            <p:nvPr/>
          </p:nvSpPr>
          <p:spPr>
            <a:xfrm>
              <a:off x="548640" y="3881710"/>
              <a:ext cx="8046720" cy="50292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548640" y="3886200"/>
              <a:ext cx="54864" cy="50292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731520" y="3883018"/>
              <a:ext cx="7772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Opaque Invoice Pipeline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731520" y="4174973"/>
              <a:ext cx="7772400" cy="100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No visibility into payment status. Manual follow-ups strain vendor relationships. Copilot described as “restrictive” — team wants access to more capable tools for non-sensitive work.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39" name="Text 37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44" name="Picture 8" descr="Tata logo png, Tata icon transparent png 20975508 PNG">
            <a:extLst>
              <a:ext uri="{FF2B5EF4-FFF2-40B4-BE49-F238E27FC236}">
                <a16:creationId xmlns:a16="http://schemas.microsoft.com/office/drawing/2014/main" id="{E343D91B-B7CD-C0A6-EB91-AB79B27EC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-19195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AD11EA-71A0-4796-458A-7FA50F0C2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CBA59F-CBAD-6106-24AB-648DA611E62A}"/>
              </a:ext>
            </a:extLst>
          </p:cNvPr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TMTC: 200+ Programs Still No LMS and Vendor Database, and content not actively maintained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656B19B-F9E0-7DAD-2D9F-1D7BF45E390C}"/>
              </a:ext>
            </a:extLst>
          </p:cNvPr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766B016-4C32-86CE-80B4-C933B47B3B5C}"/>
              </a:ext>
            </a:extLst>
          </p:cNvPr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45" name="Picture 8" descr="Tata logo png, Tata icon transparent png 20975508 PNG">
            <a:extLst>
              <a:ext uri="{FF2B5EF4-FFF2-40B4-BE49-F238E27FC236}">
                <a16:creationId xmlns:a16="http://schemas.microsoft.com/office/drawing/2014/main" id="{02D6A990-9F52-EB60-793C-5A3550057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-145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4E31BF0-0899-2A0E-EA3C-E88B136D1B6E}"/>
              </a:ext>
            </a:extLst>
          </p:cNvPr>
          <p:cNvGrpSpPr/>
          <p:nvPr/>
        </p:nvGrpSpPr>
        <p:grpSpPr>
          <a:xfrm>
            <a:off x="478834" y="1092345"/>
            <a:ext cx="8287932" cy="1638155"/>
            <a:chOff x="548640" y="1188720"/>
            <a:chExt cx="8046720" cy="120387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DDA091A7-811F-959B-B5BF-CE960B147B8C}"/>
                </a:ext>
              </a:extLst>
            </p:cNvPr>
            <p:cNvSpPr/>
            <p:nvPr/>
          </p:nvSpPr>
          <p:spPr>
            <a:xfrm>
              <a:off x="548640" y="1188720"/>
              <a:ext cx="1082040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6DFF1429-955D-6C6F-1369-D3A77CC5656E}"/>
                </a:ext>
              </a:extLst>
            </p:cNvPr>
            <p:cNvSpPr/>
            <p:nvPr/>
          </p:nvSpPr>
          <p:spPr>
            <a:xfrm>
              <a:off x="548640" y="1188720"/>
              <a:ext cx="1082040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Company Request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000CBFCB-6338-30A3-7355-7E5BB9288376}"/>
                </a:ext>
              </a:extLst>
            </p:cNvPr>
            <p:cNvSpPr/>
            <p:nvPr/>
          </p:nvSpPr>
          <p:spPr>
            <a:xfrm>
              <a:off x="1703832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E712768D-3E65-F866-BEA0-4620FF18D6D1}"/>
                </a:ext>
              </a:extLst>
            </p:cNvPr>
            <p:cNvSpPr/>
            <p:nvPr/>
          </p:nvSpPr>
          <p:spPr>
            <a:xfrm>
              <a:off x="1941576" y="1188720"/>
              <a:ext cx="1082040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2D3D5B01-0928-1A73-9896-D97D4D767637}"/>
                </a:ext>
              </a:extLst>
            </p:cNvPr>
            <p:cNvSpPr/>
            <p:nvPr/>
          </p:nvSpPr>
          <p:spPr>
            <a:xfrm>
              <a:off x="1941576" y="1188720"/>
              <a:ext cx="1082040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PD/PM Clarification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8AEAB2A6-7925-E164-6ACF-6F8F03E48514}"/>
                </a:ext>
              </a:extLst>
            </p:cNvPr>
            <p:cNvSpPr/>
            <p:nvPr/>
          </p:nvSpPr>
          <p:spPr>
            <a:xfrm>
              <a:off x="3096768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BC053A10-175E-F9C6-FB25-89128225D1C9}"/>
                </a:ext>
              </a:extLst>
            </p:cNvPr>
            <p:cNvSpPr/>
            <p:nvPr/>
          </p:nvSpPr>
          <p:spPr>
            <a:xfrm>
              <a:off x="3334512" y="1188720"/>
              <a:ext cx="1082040" cy="640080"/>
            </a:xfrm>
            <a:prstGeom prst="roundRect">
              <a:avLst>
                <a:gd name="adj" fmla="val 8571"/>
              </a:avLst>
            </a:prstGeom>
            <a:solidFill>
              <a:srgbClr val="E8901E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AD7FECE0-31A2-0EA6-AED2-B6F2C04AEFF8}"/>
                </a:ext>
              </a:extLst>
            </p:cNvPr>
            <p:cNvSpPr/>
            <p:nvPr/>
          </p:nvSpPr>
          <p:spPr>
            <a:xfrm>
              <a:off x="3334512" y="1188720"/>
              <a:ext cx="1082040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Program Proposal Curation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0E9C0AA1-62B4-8D75-714B-3600F9CAE7E6}"/>
                </a:ext>
              </a:extLst>
            </p:cNvPr>
            <p:cNvSpPr/>
            <p:nvPr/>
          </p:nvSpPr>
          <p:spPr>
            <a:xfrm>
              <a:off x="4489704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E8901E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4" name="Shape 11">
              <a:extLst>
                <a:ext uri="{FF2B5EF4-FFF2-40B4-BE49-F238E27FC236}">
                  <a16:creationId xmlns:a16="http://schemas.microsoft.com/office/drawing/2014/main" id="{FF39ADDE-BE7E-E1DC-596F-A273AB36719D}"/>
                </a:ext>
              </a:extLst>
            </p:cNvPr>
            <p:cNvSpPr/>
            <p:nvPr/>
          </p:nvSpPr>
          <p:spPr>
            <a:xfrm>
              <a:off x="4727448" y="1188720"/>
              <a:ext cx="1082040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D68D6DBB-B8C3-B4BA-9529-474F41BAEAD8}"/>
                </a:ext>
              </a:extLst>
            </p:cNvPr>
            <p:cNvSpPr/>
            <p:nvPr/>
          </p:nvSpPr>
          <p:spPr>
            <a:xfrm>
              <a:off x="4727448" y="1188720"/>
              <a:ext cx="1082040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Budget Approval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6" name="Shape 13">
              <a:extLst>
                <a:ext uri="{FF2B5EF4-FFF2-40B4-BE49-F238E27FC236}">
                  <a16:creationId xmlns:a16="http://schemas.microsoft.com/office/drawing/2014/main" id="{92731121-903B-29BA-EA67-87A234E77DCE}"/>
                </a:ext>
              </a:extLst>
            </p:cNvPr>
            <p:cNvSpPr/>
            <p:nvPr/>
          </p:nvSpPr>
          <p:spPr>
            <a:xfrm>
              <a:off x="5882640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0B31DCF0-326D-8C9C-9D50-03B1BCDEC54A}"/>
                </a:ext>
              </a:extLst>
            </p:cNvPr>
            <p:cNvSpPr/>
            <p:nvPr/>
          </p:nvSpPr>
          <p:spPr>
            <a:xfrm>
              <a:off x="6120384" y="1188720"/>
              <a:ext cx="1082040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79A0D7CA-0788-5950-8632-315162AC3DFF}"/>
                </a:ext>
              </a:extLst>
            </p:cNvPr>
            <p:cNvSpPr/>
            <p:nvPr/>
          </p:nvSpPr>
          <p:spPr>
            <a:xfrm>
              <a:off x="6120384" y="1188720"/>
              <a:ext cx="1082040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Logistics &amp; Execution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9" name="Shape 16">
              <a:extLst>
                <a:ext uri="{FF2B5EF4-FFF2-40B4-BE49-F238E27FC236}">
                  <a16:creationId xmlns:a16="http://schemas.microsoft.com/office/drawing/2014/main" id="{BB73AB7F-9D60-B0DD-25B3-5B67B0A6F9F2}"/>
                </a:ext>
              </a:extLst>
            </p:cNvPr>
            <p:cNvSpPr/>
            <p:nvPr/>
          </p:nvSpPr>
          <p:spPr>
            <a:xfrm>
              <a:off x="7275576" y="1508760"/>
              <a:ext cx="164592" cy="0"/>
            </a:xfrm>
            <a:prstGeom prst="line">
              <a:avLst/>
            </a:prstGeom>
            <a:noFill/>
            <a:ln w="2540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0" name="Shape 17">
              <a:extLst>
                <a:ext uri="{FF2B5EF4-FFF2-40B4-BE49-F238E27FC236}">
                  <a16:creationId xmlns:a16="http://schemas.microsoft.com/office/drawing/2014/main" id="{B6064FF3-E9BA-6F3E-C8A7-E09C28EAE625}"/>
                </a:ext>
              </a:extLst>
            </p:cNvPr>
            <p:cNvSpPr/>
            <p:nvPr/>
          </p:nvSpPr>
          <p:spPr>
            <a:xfrm>
              <a:off x="7513320" y="1188720"/>
              <a:ext cx="1082040" cy="640080"/>
            </a:xfrm>
            <a:prstGeom prst="roundRect">
              <a:avLst>
                <a:gd name="adj" fmla="val 8571"/>
              </a:avLst>
            </a:prstGeom>
            <a:solidFill>
              <a:srgbClr val="1268B3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1" name="Text 18">
              <a:extLst>
                <a:ext uri="{FF2B5EF4-FFF2-40B4-BE49-F238E27FC236}">
                  <a16:creationId xmlns:a16="http://schemas.microsoft.com/office/drawing/2014/main" id="{78EA07B6-BE5D-9CA0-7ABA-279E09475525}"/>
                </a:ext>
              </a:extLst>
            </p:cNvPr>
            <p:cNvSpPr/>
            <p:nvPr/>
          </p:nvSpPr>
          <p:spPr>
            <a:xfrm>
              <a:off x="7513320" y="1188720"/>
              <a:ext cx="1082040" cy="640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Post-Program Surveys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2" name="Shape 19">
              <a:extLst>
                <a:ext uri="{FF2B5EF4-FFF2-40B4-BE49-F238E27FC236}">
                  <a16:creationId xmlns:a16="http://schemas.microsoft.com/office/drawing/2014/main" id="{96E695C8-5B1D-80DC-C6F1-6BE0F10C1A75}"/>
                </a:ext>
              </a:extLst>
            </p:cNvPr>
            <p:cNvSpPr/>
            <p:nvPr/>
          </p:nvSpPr>
          <p:spPr>
            <a:xfrm>
              <a:off x="3896517" y="1828800"/>
              <a:ext cx="0" cy="411480"/>
            </a:xfrm>
            <a:prstGeom prst="line">
              <a:avLst/>
            </a:prstGeom>
            <a:noFill/>
            <a:ln w="25400">
              <a:solidFill>
                <a:srgbClr val="E8901E"/>
              </a:solidFill>
              <a:prstDash val="solid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3" name="Shape 20">
              <a:extLst>
                <a:ext uri="{FF2B5EF4-FFF2-40B4-BE49-F238E27FC236}">
                  <a16:creationId xmlns:a16="http://schemas.microsoft.com/office/drawing/2014/main" id="{4D2D83EE-2E52-7844-18E2-6E95F8D67494}"/>
                </a:ext>
              </a:extLst>
            </p:cNvPr>
            <p:cNvSpPr/>
            <p:nvPr/>
          </p:nvSpPr>
          <p:spPr>
            <a:xfrm>
              <a:off x="2228186" y="2061457"/>
              <a:ext cx="3358524" cy="331133"/>
            </a:xfrm>
            <a:prstGeom prst="rect">
              <a:avLst/>
            </a:prstGeom>
            <a:solidFill>
              <a:srgbClr val="FFF0E6"/>
            </a:solidFill>
            <a:ln w="19050">
              <a:solidFill>
                <a:srgbClr val="E8901E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5" name="Text 21">
              <a:extLst>
                <a:ext uri="{FF2B5EF4-FFF2-40B4-BE49-F238E27FC236}">
                  <a16:creationId xmlns:a16="http://schemas.microsoft.com/office/drawing/2014/main" id="{24E57C5B-5D55-EFC5-3627-ECC80BC78708}"/>
                </a:ext>
              </a:extLst>
            </p:cNvPr>
            <p:cNvSpPr/>
            <p:nvPr/>
          </p:nvSpPr>
          <p:spPr>
            <a:xfrm>
              <a:off x="2302521" y="2087314"/>
              <a:ext cx="3179436" cy="2897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E8901E"/>
                  </a:solidFill>
                  <a:latin typeface="Avenir Next LT Pro" panose="020B0504020202020204" pitchFamily="34" charset="0"/>
                </a:rPr>
                <a:t>Teams discuss with colleagues and outdated program repositories to find reusable content, often leading to delays</a:t>
              </a:r>
            </a:p>
          </p:txBody>
        </p:sp>
      </p:grpSp>
      <p:sp>
        <p:nvSpPr>
          <p:cNvPr id="43" name="Text 24">
            <a:extLst>
              <a:ext uri="{FF2B5EF4-FFF2-40B4-BE49-F238E27FC236}">
                <a16:creationId xmlns:a16="http://schemas.microsoft.com/office/drawing/2014/main" id="{50A30D6F-AE56-73E9-84ED-8260227B2A57}"/>
              </a:ext>
            </a:extLst>
          </p:cNvPr>
          <p:cNvSpPr/>
          <p:nvPr/>
        </p:nvSpPr>
        <p:spPr>
          <a:xfrm>
            <a:off x="494483" y="275759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000" dirty="0">
              <a:latin typeface="Avenir Next LT Pro" panose="020B0504020202020204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3AF5A97-29C5-8CA8-26F1-6A7A9C418616}"/>
              </a:ext>
            </a:extLst>
          </p:cNvPr>
          <p:cNvGrpSpPr/>
          <p:nvPr/>
        </p:nvGrpSpPr>
        <p:grpSpPr>
          <a:xfrm>
            <a:off x="461971" y="3041598"/>
            <a:ext cx="3986784" cy="901697"/>
            <a:chOff x="548640" y="2971800"/>
            <a:chExt cx="3840480" cy="777240"/>
          </a:xfrm>
        </p:grpSpPr>
        <p:sp>
          <p:nvSpPr>
            <p:cNvPr id="47" name="Shape 25">
              <a:extLst>
                <a:ext uri="{FF2B5EF4-FFF2-40B4-BE49-F238E27FC236}">
                  <a16:creationId xmlns:a16="http://schemas.microsoft.com/office/drawing/2014/main" id="{2976E52D-7BCA-DD6C-A799-04FE17886821}"/>
                </a:ext>
              </a:extLst>
            </p:cNvPr>
            <p:cNvSpPr/>
            <p:nvPr/>
          </p:nvSpPr>
          <p:spPr>
            <a:xfrm>
              <a:off x="548640" y="2971800"/>
              <a:ext cx="3840480" cy="77724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48" name="Shape 26">
              <a:extLst>
                <a:ext uri="{FF2B5EF4-FFF2-40B4-BE49-F238E27FC236}">
                  <a16:creationId xmlns:a16="http://schemas.microsoft.com/office/drawing/2014/main" id="{4BBDFB3D-FCE0-F59F-2881-667747F0A2E7}"/>
                </a:ext>
              </a:extLst>
            </p:cNvPr>
            <p:cNvSpPr/>
            <p:nvPr/>
          </p:nvSpPr>
          <p:spPr>
            <a:xfrm>
              <a:off x="548640" y="2971800"/>
              <a:ext cx="54864" cy="77724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49" name="Text 27">
              <a:extLst>
                <a:ext uri="{FF2B5EF4-FFF2-40B4-BE49-F238E27FC236}">
                  <a16:creationId xmlns:a16="http://schemas.microsoft.com/office/drawing/2014/main" id="{0E1B9DFF-6BF8-B446-DE59-DA2A5DB3DC42}"/>
                </a:ext>
              </a:extLst>
            </p:cNvPr>
            <p:cNvSpPr/>
            <p:nvPr/>
          </p:nvSpPr>
          <p:spPr>
            <a:xfrm>
              <a:off x="731520" y="3028532"/>
              <a:ext cx="35661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901E"/>
                  </a:solidFill>
                  <a:latin typeface="Avenir Next LT Pro" panose="020B0504020202020204" pitchFamily="34" charset="0"/>
                  <a:cs typeface="Arial" pitchFamily="34" charset="-120"/>
                </a:rPr>
                <a:t>No LMS, No vendor database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50" name="Text 28">
              <a:extLst>
                <a:ext uri="{FF2B5EF4-FFF2-40B4-BE49-F238E27FC236}">
                  <a16:creationId xmlns:a16="http://schemas.microsoft.com/office/drawing/2014/main" id="{9F11A395-8861-8A3B-0095-83D509BB0B5D}"/>
                </a:ext>
              </a:extLst>
            </p:cNvPr>
            <p:cNvSpPr/>
            <p:nvPr/>
          </p:nvSpPr>
          <p:spPr>
            <a:xfrm>
              <a:off x="731520" y="3300984"/>
              <a:ext cx="3566160" cy="374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5000"/>
                </a:lnSpc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Calendar, registrations, and coordination all manual (email + Excel). Vendor selection based on personal experience; no central database of  who delivers what or past ratings.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AC828BE-6A7A-92D9-3C4B-DF387974B9BB}"/>
              </a:ext>
            </a:extLst>
          </p:cNvPr>
          <p:cNvGrpSpPr/>
          <p:nvPr/>
        </p:nvGrpSpPr>
        <p:grpSpPr>
          <a:xfrm>
            <a:off x="4695247" y="3041628"/>
            <a:ext cx="4018858" cy="901667"/>
            <a:chOff x="4663440" y="2971800"/>
            <a:chExt cx="3931920" cy="777240"/>
          </a:xfrm>
        </p:grpSpPr>
        <p:sp>
          <p:nvSpPr>
            <p:cNvPr id="52" name="Shape 29">
              <a:extLst>
                <a:ext uri="{FF2B5EF4-FFF2-40B4-BE49-F238E27FC236}">
                  <a16:creationId xmlns:a16="http://schemas.microsoft.com/office/drawing/2014/main" id="{C05E60E0-FF0F-0C0F-825D-00AEA0C6C0CD}"/>
                </a:ext>
              </a:extLst>
            </p:cNvPr>
            <p:cNvSpPr/>
            <p:nvPr/>
          </p:nvSpPr>
          <p:spPr>
            <a:xfrm>
              <a:off x="4663440" y="2971800"/>
              <a:ext cx="3931920" cy="77724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53" name="Shape 30">
              <a:extLst>
                <a:ext uri="{FF2B5EF4-FFF2-40B4-BE49-F238E27FC236}">
                  <a16:creationId xmlns:a16="http://schemas.microsoft.com/office/drawing/2014/main" id="{209A5802-1C11-5A1F-FB29-03805AE0C0F7}"/>
                </a:ext>
              </a:extLst>
            </p:cNvPr>
            <p:cNvSpPr/>
            <p:nvPr/>
          </p:nvSpPr>
          <p:spPr>
            <a:xfrm>
              <a:off x="4663440" y="2971800"/>
              <a:ext cx="54864" cy="77724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54" name="Text 31">
              <a:extLst>
                <a:ext uri="{FF2B5EF4-FFF2-40B4-BE49-F238E27FC236}">
                  <a16:creationId xmlns:a16="http://schemas.microsoft.com/office/drawing/2014/main" id="{F1C8663F-8141-0F2A-4425-EB8F32E7B643}"/>
                </a:ext>
              </a:extLst>
            </p:cNvPr>
            <p:cNvSpPr/>
            <p:nvPr/>
          </p:nvSpPr>
          <p:spPr>
            <a:xfrm>
              <a:off x="4846320" y="3044952"/>
              <a:ext cx="3657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Content Overlap Across 200 Programs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55" name="Text 32">
              <a:extLst>
                <a:ext uri="{FF2B5EF4-FFF2-40B4-BE49-F238E27FC236}">
                  <a16:creationId xmlns:a16="http://schemas.microsoft.com/office/drawing/2014/main" id="{A8215ACE-444B-17CC-F9E6-5C828CE602F1}"/>
                </a:ext>
              </a:extLst>
            </p:cNvPr>
            <p:cNvSpPr/>
            <p:nvPr/>
          </p:nvSpPr>
          <p:spPr>
            <a:xfrm>
              <a:off x="4846320" y="3300984"/>
              <a:ext cx="3657600" cy="374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5000"/>
                </a:lnSpc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No system to detect duplication. Team relies on familiarity and informal coordination. SharePoint for past programs exists but is outdated and not consistently maintained.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6DE7B2F-0444-A1B0-7A26-E206310433A7}"/>
              </a:ext>
            </a:extLst>
          </p:cNvPr>
          <p:cNvGrpSpPr/>
          <p:nvPr/>
        </p:nvGrpSpPr>
        <p:grpSpPr>
          <a:xfrm>
            <a:off x="466829" y="4029883"/>
            <a:ext cx="8247276" cy="717549"/>
            <a:chOff x="548640" y="3881710"/>
            <a:chExt cx="8046720" cy="507410"/>
          </a:xfrm>
        </p:grpSpPr>
        <p:sp>
          <p:nvSpPr>
            <p:cNvPr id="57" name="Shape 33">
              <a:extLst>
                <a:ext uri="{FF2B5EF4-FFF2-40B4-BE49-F238E27FC236}">
                  <a16:creationId xmlns:a16="http://schemas.microsoft.com/office/drawing/2014/main" id="{BD1C8F4C-07C4-8222-E989-1DD4651643B5}"/>
                </a:ext>
              </a:extLst>
            </p:cNvPr>
            <p:cNvSpPr/>
            <p:nvPr/>
          </p:nvSpPr>
          <p:spPr>
            <a:xfrm>
              <a:off x="548640" y="3881710"/>
              <a:ext cx="8046720" cy="50292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58" name="Shape 34">
              <a:extLst>
                <a:ext uri="{FF2B5EF4-FFF2-40B4-BE49-F238E27FC236}">
                  <a16:creationId xmlns:a16="http://schemas.microsoft.com/office/drawing/2014/main" id="{43FAF85D-3749-7777-D890-A782C93E53FC}"/>
                </a:ext>
              </a:extLst>
            </p:cNvPr>
            <p:cNvSpPr/>
            <p:nvPr/>
          </p:nvSpPr>
          <p:spPr>
            <a:xfrm>
              <a:off x="548640" y="3886200"/>
              <a:ext cx="54864" cy="50292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59" name="Text 35">
              <a:extLst>
                <a:ext uri="{FF2B5EF4-FFF2-40B4-BE49-F238E27FC236}">
                  <a16:creationId xmlns:a16="http://schemas.microsoft.com/office/drawing/2014/main" id="{B4A53FD6-CD2A-AE2D-C0F7-8D4ABFC3B1B1}"/>
                </a:ext>
              </a:extLst>
            </p:cNvPr>
            <p:cNvSpPr/>
            <p:nvPr/>
          </p:nvSpPr>
          <p:spPr>
            <a:xfrm>
              <a:off x="731520" y="3883018"/>
              <a:ext cx="7772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Standardization Gap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60" name="Text 36">
              <a:extLst>
                <a:ext uri="{FF2B5EF4-FFF2-40B4-BE49-F238E27FC236}">
                  <a16:creationId xmlns:a16="http://schemas.microsoft.com/office/drawing/2014/main" id="{DB105819-ED40-EE30-D8BF-F9A52D9F2894}"/>
                </a:ext>
              </a:extLst>
            </p:cNvPr>
            <p:cNvSpPr/>
            <p:nvPr/>
          </p:nvSpPr>
          <p:spPr>
            <a:xfrm>
              <a:off x="731520" y="4174973"/>
              <a:ext cx="7772400" cy="100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5000"/>
                </a:lnSpc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Custom proposal structure is the same each time, only context changes; but proposals are built from scratch. AI could standardize templates. Data sensitivity is LOW for TMTC content.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8798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9409AE-D045-97EA-4D4B-7D75572B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646C114-7A27-E0E3-A88A-DC4FAB2F180C}"/>
              </a:ext>
            </a:extLst>
          </p:cNvPr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TAS: 5 Hiring Channels, 4 vendor platforms but still manual resume screening.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F09AB35-CE72-6BF1-C701-EAE750592955}"/>
              </a:ext>
            </a:extLst>
          </p:cNvPr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9ED2263-BC33-D76E-6534-4F8242CD8BF8}"/>
              </a:ext>
            </a:extLst>
          </p:cNvPr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45" name="Picture 8" descr="Tata logo png, Tata icon transparent png 20975508 PNG">
            <a:extLst>
              <a:ext uri="{FF2B5EF4-FFF2-40B4-BE49-F238E27FC236}">
                <a16:creationId xmlns:a16="http://schemas.microsoft.com/office/drawing/2014/main" id="{E5ED0121-C71A-6F13-499B-1FEEF9842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-19195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A439A41E-8916-B9C3-CA2A-161646ABEB0B}"/>
              </a:ext>
            </a:extLst>
          </p:cNvPr>
          <p:cNvGrpSpPr/>
          <p:nvPr/>
        </p:nvGrpSpPr>
        <p:grpSpPr>
          <a:xfrm>
            <a:off x="429895" y="1188719"/>
            <a:ext cx="8284210" cy="1592294"/>
            <a:chOff x="429895" y="1188719"/>
            <a:chExt cx="8284210" cy="1592294"/>
          </a:xfrm>
        </p:grpSpPr>
        <p:sp>
          <p:nvSpPr>
            <p:cNvPr id="27" name="Shape 19">
              <a:extLst>
                <a:ext uri="{FF2B5EF4-FFF2-40B4-BE49-F238E27FC236}">
                  <a16:creationId xmlns:a16="http://schemas.microsoft.com/office/drawing/2014/main" id="{56DF49D8-7463-F859-735E-A1BA8CCFE33F}"/>
                </a:ext>
              </a:extLst>
            </p:cNvPr>
            <p:cNvSpPr/>
            <p:nvPr/>
          </p:nvSpPr>
          <p:spPr>
            <a:xfrm>
              <a:off x="3351986" y="1984866"/>
              <a:ext cx="0" cy="433772"/>
            </a:xfrm>
            <a:prstGeom prst="line">
              <a:avLst/>
            </a:prstGeom>
            <a:noFill/>
            <a:ln w="25400">
              <a:solidFill>
                <a:srgbClr val="E8901E"/>
              </a:solidFill>
              <a:prstDash val="solid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846F6A8-801C-448D-F000-26FC56806C0D}"/>
                </a:ext>
              </a:extLst>
            </p:cNvPr>
            <p:cNvGrpSpPr/>
            <p:nvPr/>
          </p:nvGrpSpPr>
          <p:grpSpPr>
            <a:xfrm>
              <a:off x="429895" y="1188719"/>
              <a:ext cx="8284210" cy="1592294"/>
              <a:chOff x="548640" y="1188720"/>
              <a:chExt cx="8046720" cy="1280159"/>
            </a:xfrm>
          </p:grpSpPr>
          <p:sp>
            <p:nvSpPr>
              <p:cNvPr id="5" name="Shape 2">
                <a:extLst>
                  <a:ext uri="{FF2B5EF4-FFF2-40B4-BE49-F238E27FC236}">
                    <a16:creationId xmlns:a16="http://schemas.microsoft.com/office/drawing/2014/main" id="{4CC50B90-A463-F199-0934-7F1CD8902438}"/>
                  </a:ext>
                </a:extLst>
              </p:cNvPr>
              <p:cNvSpPr/>
              <p:nvPr/>
            </p:nvSpPr>
            <p:spPr>
              <a:xfrm>
                <a:off x="548640" y="1188720"/>
                <a:ext cx="883049" cy="640080"/>
              </a:xfrm>
              <a:prstGeom prst="roundRect">
                <a:avLst>
                  <a:gd name="adj" fmla="val 8571"/>
                </a:avLst>
              </a:prstGeom>
              <a:solidFill>
                <a:srgbClr val="1268B3"/>
              </a:solidFill>
              <a:ln/>
              <a:effectLst>
                <a:outerShdw blurRad="508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IN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6" name="Text 3">
                <a:extLst>
                  <a:ext uri="{FF2B5EF4-FFF2-40B4-BE49-F238E27FC236}">
                    <a16:creationId xmlns:a16="http://schemas.microsoft.com/office/drawing/2014/main" id="{37895DC4-C512-D496-F977-08F380AABDB2}"/>
                  </a:ext>
                </a:extLst>
              </p:cNvPr>
              <p:cNvSpPr/>
              <p:nvPr/>
            </p:nvSpPr>
            <p:spPr>
              <a:xfrm>
                <a:off x="548640" y="1188720"/>
                <a:ext cx="883049" cy="6400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Avenir Next LT Pro" panose="020B0504020202020204" pitchFamily="34" charset="0"/>
                    <a:ea typeface="Arial" pitchFamily="34" charset="-122"/>
                    <a:cs typeface="Arial" pitchFamily="34" charset="-120"/>
                  </a:rPr>
                  <a:t>Application</a:t>
                </a:r>
                <a:br>
                  <a:rPr lang="en-US" sz="900" b="1" dirty="0">
                    <a:solidFill>
                      <a:srgbClr val="FFFFFF"/>
                    </a:solidFill>
                    <a:latin typeface="Avenir Next LT Pro" panose="020B0504020202020204" pitchFamily="34" charset="0"/>
                    <a:ea typeface="Arial" pitchFamily="34" charset="-122"/>
                    <a:cs typeface="Arial" pitchFamily="34" charset="-120"/>
                  </a:rPr>
                </a:br>
                <a:r>
                  <a:rPr lang="en-US" sz="900" b="1" dirty="0">
                    <a:solidFill>
                      <a:srgbClr val="FFFFFF"/>
                    </a:solidFill>
                    <a:latin typeface="Avenir Next LT Pro" panose="020B0504020202020204" pitchFamily="34" charset="0"/>
                    <a:ea typeface="Arial" pitchFamily="34" charset="-122"/>
                    <a:cs typeface="Arial" pitchFamily="34" charset="-120"/>
                  </a:rPr>
                  <a:t>(5 Channels)</a:t>
                </a:r>
                <a:endParaRPr lang="en-US" sz="900" dirty="0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7" name="Shape 4">
                <a:extLst>
                  <a:ext uri="{FF2B5EF4-FFF2-40B4-BE49-F238E27FC236}">
                    <a16:creationId xmlns:a16="http://schemas.microsoft.com/office/drawing/2014/main" id="{E2851AE8-195B-735C-A880-1266FBBFFCB0}"/>
                  </a:ext>
                </a:extLst>
              </p:cNvPr>
              <p:cNvSpPr/>
              <p:nvPr/>
            </p:nvSpPr>
            <p:spPr>
              <a:xfrm>
                <a:off x="1504841" y="1508760"/>
                <a:ext cx="164592" cy="0"/>
              </a:xfrm>
              <a:prstGeom prst="line">
                <a:avLst/>
              </a:prstGeom>
              <a:noFill/>
              <a:ln w="25400">
                <a:solidFill>
                  <a:srgbClr val="1268B3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IN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8" name="Shape 5">
                <a:extLst>
                  <a:ext uri="{FF2B5EF4-FFF2-40B4-BE49-F238E27FC236}">
                    <a16:creationId xmlns:a16="http://schemas.microsoft.com/office/drawing/2014/main" id="{B0DF8B3E-445E-6499-00D4-28E17141A81B}"/>
                  </a:ext>
                </a:extLst>
              </p:cNvPr>
              <p:cNvSpPr/>
              <p:nvPr/>
            </p:nvSpPr>
            <p:spPr>
              <a:xfrm>
                <a:off x="1742585" y="1188720"/>
                <a:ext cx="883049" cy="640080"/>
              </a:xfrm>
              <a:prstGeom prst="roundRect">
                <a:avLst>
                  <a:gd name="adj" fmla="val 8571"/>
                </a:avLst>
              </a:prstGeom>
              <a:solidFill>
                <a:srgbClr val="1268B3"/>
              </a:solidFill>
              <a:ln/>
              <a:effectLst>
                <a:outerShdw blurRad="508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IN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9" name="Text 6">
                <a:extLst>
                  <a:ext uri="{FF2B5EF4-FFF2-40B4-BE49-F238E27FC236}">
                    <a16:creationId xmlns:a16="http://schemas.microsoft.com/office/drawing/2014/main" id="{8CBBE070-09FD-C2FB-09D4-0614D25D4992}"/>
                  </a:ext>
                </a:extLst>
              </p:cNvPr>
              <p:cNvSpPr/>
              <p:nvPr/>
            </p:nvSpPr>
            <p:spPr>
              <a:xfrm>
                <a:off x="1742585" y="1188720"/>
                <a:ext cx="883049" cy="6400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Avenir Next LT Pro" panose="020B0504020202020204" pitchFamily="34" charset="0"/>
                    <a:ea typeface="Arial" pitchFamily="34" charset="-122"/>
                    <a:cs typeface="Arial" pitchFamily="34" charset="-120"/>
                  </a:rPr>
                  <a:t>Gamified Assessment</a:t>
                </a:r>
                <a:endParaRPr lang="en-US" sz="900" dirty="0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10" name="Shape 7">
                <a:extLst>
                  <a:ext uri="{FF2B5EF4-FFF2-40B4-BE49-F238E27FC236}">
                    <a16:creationId xmlns:a16="http://schemas.microsoft.com/office/drawing/2014/main" id="{37BC2D60-BF7C-2C2E-87D4-1B0E0CE5D71F}"/>
                  </a:ext>
                </a:extLst>
              </p:cNvPr>
              <p:cNvSpPr/>
              <p:nvPr/>
            </p:nvSpPr>
            <p:spPr>
              <a:xfrm>
                <a:off x="2698786" y="1508760"/>
                <a:ext cx="164592" cy="0"/>
              </a:xfrm>
              <a:prstGeom prst="line">
                <a:avLst/>
              </a:prstGeom>
              <a:noFill/>
              <a:ln w="25400">
                <a:solidFill>
                  <a:srgbClr val="1268B3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IN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11" name="Shape 8">
                <a:extLst>
                  <a:ext uri="{FF2B5EF4-FFF2-40B4-BE49-F238E27FC236}">
                    <a16:creationId xmlns:a16="http://schemas.microsoft.com/office/drawing/2014/main" id="{D5767534-F24C-40F7-3F16-D8D4BA718216}"/>
                  </a:ext>
                </a:extLst>
              </p:cNvPr>
              <p:cNvSpPr/>
              <p:nvPr/>
            </p:nvSpPr>
            <p:spPr>
              <a:xfrm>
                <a:off x="2936530" y="1188720"/>
                <a:ext cx="883049" cy="640080"/>
              </a:xfrm>
              <a:prstGeom prst="roundRect">
                <a:avLst>
                  <a:gd name="adj" fmla="val 8571"/>
                </a:avLst>
              </a:prstGeom>
              <a:solidFill>
                <a:srgbClr val="E8901E"/>
              </a:solidFill>
              <a:ln>
                <a:solidFill>
                  <a:srgbClr val="E8901E"/>
                </a:solidFill>
              </a:ln>
              <a:effectLst>
                <a:outerShdw blurRad="508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IN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12" name="Text 9">
                <a:extLst>
                  <a:ext uri="{FF2B5EF4-FFF2-40B4-BE49-F238E27FC236}">
                    <a16:creationId xmlns:a16="http://schemas.microsoft.com/office/drawing/2014/main" id="{3D27FC78-83EB-764D-02C9-CA2CF4DA1F7E}"/>
                  </a:ext>
                </a:extLst>
              </p:cNvPr>
              <p:cNvSpPr/>
              <p:nvPr/>
            </p:nvSpPr>
            <p:spPr>
              <a:xfrm>
                <a:off x="2936530" y="1188720"/>
                <a:ext cx="883049" cy="6400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Avenir Next LT Pro" panose="020B0504020202020204" pitchFamily="34" charset="0"/>
                    <a:ea typeface="Arial" pitchFamily="34" charset="-122"/>
                    <a:cs typeface="Arial" pitchFamily="34" charset="-120"/>
                  </a:rPr>
                  <a:t>Resume Screening</a:t>
                </a:r>
                <a:endParaRPr lang="en-US" sz="900" dirty="0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13" name="Shape 10">
                <a:extLst>
                  <a:ext uri="{FF2B5EF4-FFF2-40B4-BE49-F238E27FC236}">
                    <a16:creationId xmlns:a16="http://schemas.microsoft.com/office/drawing/2014/main" id="{BB2E2F34-3491-6779-F8BF-6A12EE0F32F7}"/>
                  </a:ext>
                </a:extLst>
              </p:cNvPr>
              <p:cNvSpPr/>
              <p:nvPr/>
            </p:nvSpPr>
            <p:spPr>
              <a:xfrm>
                <a:off x="3892731" y="1508760"/>
                <a:ext cx="164592" cy="0"/>
              </a:xfrm>
              <a:prstGeom prst="line">
                <a:avLst/>
              </a:prstGeom>
              <a:noFill/>
              <a:ln w="25400">
                <a:solidFill>
                  <a:srgbClr val="1268B3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IN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14" name="Shape 11">
                <a:extLst>
                  <a:ext uri="{FF2B5EF4-FFF2-40B4-BE49-F238E27FC236}">
                    <a16:creationId xmlns:a16="http://schemas.microsoft.com/office/drawing/2014/main" id="{EA025D7C-BCEC-D77E-DF48-53E53F468847}"/>
                  </a:ext>
                </a:extLst>
              </p:cNvPr>
              <p:cNvSpPr/>
              <p:nvPr/>
            </p:nvSpPr>
            <p:spPr>
              <a:xfrm>
                <a:off x="4130475" y="1188720"/>
                <a:ext cx="883049" cy="640080"/>
              </a:xfrm>
              <a:prstGeom prst="roundRect">
                <a:avLst>
                  <a:gd name="adj" fmla="val 8571"/>
                </a:avLst>
              </a:prstGeom>
              <a:solidFill>
                <a:srgbClr val="1268B3"/>
              </a:solidFill>
              <a:ln>
                <a:solidFill>
                  <a:srgbClr val="1268B3"/>
                </a:solidFill>
              </a:ln>
              <a:effectLst>
                <a:outerShdw blurRad="508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IN" dirty="0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15" name="Text 12">
                <a:extLst>
                  <a:ext uri="{FF2B5EF4-FFF2-40B4-BE49-F238E27FC236}">
                    <a16:creationId xmlns:a16="http://schemas.microsoft.com/office/drawing/2014/main" id="{D302B189-D079-28D3-E6A1-F3740B15977B}"/>
                  </a:ext>
                </a:extLst>
              </p:cNvPr>
              <p:cNvSpPr/>
              <p:nvPr/>
            </p:nvSpPr>
            <p:spPr>
              <a:xfrm>
                <a:off x="4130475" y="1188720"/>
                <a:ext cx="883049" cy="6400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Avenir Next LT Pro" panose="020B0504020202020204" pitchFamily="34" charset="0"/>
                    <a:cs typeface="Arial" pitchFamily="34" charset="-120"/>
                  </a:rPr>
                  <a:t>Campus Interviews</a:t>
                </a:r>
                <a:endParaRPr lang="en-US" sz="900" dirty="0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16" name="Shape 13">
                <a:extLst>
                  <a:ext uri="{FF2B5EF4-FFF2-40B4-BE49-F238E27FC236}">
                    <a16:creationId xmlns:a16="http://schemas.microsoft.com/office/drawing/2014/main" id="{51E74598-DDF3-CDEA-1323-77398226916C}"/>
                  </a:ext>
                </a:extLst>
              </p:cNvPr>
              <p:cNvSpPr/>
              <p:nvPr/>
            </p:nvSpPr>
            <p:spPr>
              <a:xfrm>
                <a:off x="5086677" y="1508760"/>
                <a:ext cx="164592" cy="0"/>
              </a:xfrm>
              <a:prstGeom prst="line">
                <a:avLst/>
              </a:prstGeom>
              <a:noFill/>
              <a:ln w="25400">
                <a:solidFill>
                  <a:srgbClr val="E8901E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IN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17" name="Shape 14">
                <a:extLst>
                  <a:ext uri="{FF2B5EF4-FFF2-40B4-BE49-F238E27FC236}">
                    <a16:creationId xmlns:a16="http://schemas.microsoft.com/office/drawing/2014/main" id="{0CEA5C16-B9D6-6571-196C-FDF2823CB5C8}"/>
                  </a:ext>
                </a:extLst>
              </p:cNvPr>
              <p:cNvSpPr/>
              <p:nvPr/>
            </p:nvSpPr>
            <p:spPr>
              <a:xfrm>
                <a:off x="5324421" y="1188720"/>
                <a:ext cx="883049" cy="640080"/>
              </a:xfrm>
              <a:prstGeom prst="roundRect">
                <a:avLst>
                  <a:gd name="adj" fmla="val 8571"/>
                </a:avLst>
              </a:prstGeom>
              <a:solidFill>
                <a:srgbClr val="1268B3"/>
              </a:solidFill>
              <a:ln/>
              <a:effectLst>
                <a:outerShdw blurRad="508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IN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18" name="Text 15">
                <a:extLst>
                  <a:ext uri="{FF2B5EF4-FFF2-40B4-BE49-F238E27FC236}">
                    <a16:creationId xmlns:a16="http://schemas.microsoft.com/office/drawing/2014/main" id="{EC26B7A3-146B-4B6D-25F6-D9FE054ED6D3}"/>
                  </a:ext>
                </a:extLst>
              </p:cNvPr>
              <p:cNvSpPr/>
              <p:nvPr/>
            </p:nvSpPr>
            <p:spPr>
              <a:xfrm>
                <a:off x="5324421" y="1188720"/>
                <a:ext cx="883049" cy="6400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Avenir Next LT Pro" panose="020B0504020202020204" pitchFamily="34" charset="0"/>
                    <a:ea typeface="Arial" pitchFamily="34" charset="-122"/>
                    <a:cs typeface="Arial" pitchFamily="34" charset="-120"/>
                  </a:rPr>
                  <a:t>Project Matching</a:t>
                </a:r>
                <a:endParaRPr lang="en-US" sz="900" dirty="0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19" name="Shape 16">
                <a:extLst>
                  <a:ext uri="{FF2B5EF4-FFF2-40B4-BE49-F238E27FC236}">
                    <a16:creationId xmlns:a16="http://schemas.microsoft.com/office/drawing/2014/main" id="{150B17CB-3FD1-6AF6-2010-16290E2548E8}"/>
                  </a:ext>
                </a:extLst>
              </p:cNvPr>
              <p:cNvSpPr/>
              <p:nvPr/>
            </p:nvSpPr>
            <p:spPr>
              <a:xfrm>
                <a:off x="6280622" y="1508760"/>
                <a:ext cx="164592" cy="0"/>
              </a:xfrm>
              <a:prstGeom prst="line">
                <a:avLst/>
              </a:prstGeom>
              <a:noFill/>
              <a:ln w="25400">
                <a:solidFill>
                  <a:srgbClr val="1268B3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IN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20" name="Shape 17">
                <a:extLst>
                  <a:ext uri="{FF2B5EF4-FFF2-40B4-BE49-F238E27FC236}">
                    <a16:creationId xmlns:a16="http://schemas.microsoft.com/office/drawing/2014/main" id="{E588AB80-A0CC-9681-A789-6E86F2788C19}"/>
                  </a:ext>
                </a:extLst>
              </p:cNvPr>
              <p:cNvSpPr/>
              <p:nvPr/>
            </p:nvSpPr>
            <p:spPr>
              <a:xfrm>
                <a:off x="6518366" y="1188720"/>
                <a:ext cx="883049" cy="640080"/>
              </a:xfrm>
              <a:prstGeom prst="roundRect">
                <a:avLst>
                  <a:gd name="adj" fmla="val 8571"/>
                </a:avLst>
              </a:prstGeom>
              <a:solidFill>
                <a:srgbClr val="1268B3"/>
              </a:solidFill>
              <a:ln/>
              <a:effectLst>
                <a:outerShdw blurRad="508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IN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21" name="Text 18">
                <a:extLst>
                  <a:ext uri="{FF2B5EF4-FFF2-40B4-BE49-F238E27FC236}">
                    <a16:creationId xmlns:a16="http://schemas.microsoft.com/office/drawing/2014/main" id="{84660A56-60CF-9783-C576-3B20473F1B77}"/>
                  </a:ext>
                </a:extLst>
              </p:cNvPr>
              <p:cNvSpPr/>
              <p:nvPr/>
            </p:nvSpPr>
            <p:spPr>
              <a:xfrm>
                <a:off x="6518366" y="1188720"/>
                <a:ext cx="883049" cy="6400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Avenir Next LT Pro" panose="020B0504020202020204" pitchFamily="34" charset="0"/>
                    <a:ea typeface="Arial" pitchFamily="34" charset="-122"/>
                    <a:cs typeface="Arial" pitchFamily="34" charset="-120"/>
                  </a:rPr>
                  <a:t>Year 1 Performance </a:t>
                </a:r>
                <a:endParaRPr lang="en-US" sz="900" dirty="0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22" name="Shape 19">
                <a:extLst>
                  <a:ext uri="{FF2B5EF4-FFF2-40B4-BE49-F238E27FC236}">
                    <a16:creationId xmlns:a16="http://schemas.microsoft.com/office/drawing/2014/main" id="{5E53E7D1-2D22-6E7B-55BA-CA09DA2AF822}"/>
                  </a:ext>
                </a:extLst>
              </p:cNvPr>
              <p:cNvSpPr/>
              <p:nvPr/>
            </p:nvSpPr>
            <p:spPr>
              <a:xfrm>
                <a:off x="7474567" y="1508760"/>
                <a:ext cx="164592" cy="0"/>
              </a:xfrm>
              <a:prstGeom prst="line">
                <a:avLst/>
              </a:prstGeom>
              <a:noFill/>
              <a:ln w="25400">
                <a:solidFill>
                  <a:srgbClr val="1268B3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IN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23" name="Shape 20">
                <a:extLst>
                  <a:ext uri="{FF2B5EF4-FFF2-40B4-BE49-F238E27FC236}">
                    <a16:creationId xmlns:a16="http://schemas.microsoft.com/office/drawing/2014/main" id="{853D6D9A-6C93-1BAB-6369-5103183A63D0}"/>
                  </a:ext>
                </a:extLst>
              </p:cNvPr>
              <p:cNvSpPr/>
              <p:nvPr/>
            </p:nvSpPr>
            <p:spPr>
              <a:xfrm>
                <a:off x="7712311" y="1188720"/>
                <a:ext cx="883049" cy="640080"/>
              </a:xfrm>
              <a:prstGeom prst="roundRect">
                <a:avLst>
                  <a:gd name="adj" fmla="val 8571"/>
                </a:avLst>
              </a:prstGeom>
              <a:solidFill>
                <a:srgbClr val="1268B3"/>
              </a:solidFill>
              <a:ln/>
              <a:effectLst>
                <a:outerShdw blurRad="508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IN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24" name="Text 21">
                <a:extLst>
                  <a:ext uri="{FF2B5EF4-FFF2-40B4-BE49-F238E27FC236}">
                    <a16:creationId xmlns:a16="http://schemas.microsoft.com/office/drawing/2014/main" id="{198214B4-5339-4C58-0298-4D78742CF66C}"/>
                  </a:ext>
                </a:extLst>
              </p:cNvPr>
              <p:cNvSpPr/>
              <p:nvPr/>
            </p:nvSpPr>
            <p:spPr>
              <a:xfrm>
                <a:off x="7712311" y="1188720"/>
                <a:ext cx="883049" cy="6400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Avenir Next LT Pro" panose="020B0504020202020204" pitchFamily="34" charset="0"/>
                    <a:ea typeface="Arial" pitchFamily="34" charset="-122"/>
                    <a:cs typeface="Arial" pitchFamily="34" charset="-120"/>
                  </a:rPr>
                  <a:t>Year 2 </a:t>
                </a:r>
                <a:r>
                  <a:rPr lang="en-US" sz="900" b="1" dirty="0" err="1">
                    <a:solidFill>
                      <a:srgbClr val="FFFFFF"/>
                    </a:solidFill>
                    <a:latin typeface="Avenir Next LT Pro" panose="020B0504020202020204" pitchFamily="34" charset="0"/>
                    <a:ea typeface="Arial" pitchFamily="34" charset="-122"/>
                    <a:cs typeface="Arial" pitchFamily="34" charset="-120"/>
                  </a:rPr>
                  <a:t>onw</a:t>
                </a:r>
                <a:br>
                  <a:rPr lang="en-US" sz="900" b="1" dirty="0">
                    <a:solidFill>
                      <a:srgbClr val="FFFFFF"/>
                    </a:solidFill>
                    <a:latin typeface="Avenir Next LT Pro" panose="020B0504020202020204" pitchFamily="34" charset="0"/>
                    <a:ea typeface="Arial" pitchFamily="34" charset="-122"/>
                    <a:cs typeface="Arial" pitchFamily="34" charset="-120"/>
                  </a:rPr>
                </a:br>
                <a:r>
                  <a:rPr lang="en-US" sz="900" b="1" dirty="0">
                    <a:solidFill>
                      <a:srgbClr val="FFFFFF"/>
                    </a:solidFill>
                    <a:latin typeface="Avenir Next LT Pro" panose="020B0504020202020204" pitchFamily="34" charset="0"/>
                    <a:ea typeface="Arial" pitchFamily="34" charset="-122"/>
                    <a:cs typeface="Arial" pitchFamily="34" charset="-120"/>
                  </a:rPr>
                  <a:t>L&amp;D/ COP</a:t>
                </a:r>
                <a:endParaRPr lang="en-US" sz="900" dirty="0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25" name="Shape 22">
                <a:extLst>
                  <a:ext uri="{FF2B5EF4-FFF2-40B4-BE49-F238E27FC236}">
                    <a16:creationId xmlns:a16="http://schemas.microsoft.com/office/drawing/2014/main" id="{E6BEDE0F-1096-480A-8BB1-70A79BF4E67A}"/>
                  </a:ext>
                </a:extLst>
              </p:cNvPr>
              <p:cNvSpPr/>
              <p:nvPr/>
            </p:nvSpPr>
            <p:spPr>
              <a:xfrm>
                <a:off x="2005742" y="2011679"/>
                <a:ext cx="2926080" cy="457200"/>
              </a:xfrm>
              <a:prstGeom prst="rect">
                <a:avLst/>
              </a:prstGeom>
              <a:solidFill>
                <a:srgbClr val="FFF0E6"/>
              </a:solidFill>
              <a:ln w="19050">
                <a:solidFill>
                  <a:srgbClr val="E8901E"/>
                </a:solidFill>
                <a:prstDash val="dash"/>
              </a:ln>
            </p:spPr>
            <p:txBody>
              <a:bodyPr/>
              <a:lstStyle/>
              <a:p>
                <a:endParaRPr lang="en-IN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26" name="Text 23">
                <a:extLst>
                  <a:ext uri="{FF2B5EF4-FFF2-40B4-BE49-F238E27FC236}">
                    <a16:creationId xmlns:a16="http://schemas.microsoft.com/office/drawing/2014/main" id="{A34C517C-B634-119B-17AE-32E833A23D70}"/>
                  </a:ext>
                </a:extLst>
              </p:cNvPr>
              <p:cNvSpPr/>
              <p:nvPr/>
            </p:nvSpPr>
            <p:spPr>
              <a:xfrm>
                <a:off x="2097182" y="2011678"/>
                <a:ext cx="27432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E8901E"/>
                    </a:solidFill>
                    <a:latin typeface="Avenir Next LT Pro" panose="020B0504020202020204" pitchFamily="34" charset="0"/>
                    <a:ea typeface="Arial" pitchFamily="34" charset="-122"/>
                    <a:cs typeface="Arial" pitchFamily="34" charset="-120"/>
                  </a:rPr>
                  <a:t>~100 resumes X 15 campuses screened manually  using custom evaluation matrix</a:t>
                </a:r>
                <a:endParaRPr lang="en-US" sz="900" dirty="0">
                  <a:latin typeface="Avenir Next LT Pro" panose="020B0504020202020204" pitchFamily="34" charset="0"/>
                </a:endParaRPr>
              </a:p>
            </p:txBody>
          </p:sp>
        </p:grpSp>
      </p:grpSp>
      <p:sp>
        <p:nvSpPr>
          <p:cNvPr id="29" name="Text 24">
            <a:extLst>
              <a:ext uri="{FF2B5EF4-FFF2-40B4-BE49-F238E27FC236}">
                <a16:creationId xmlns:a16="http://schemas.microsoft.com/office/drawing/2014/main" id="{570B2E78-2675-BB83-FAEB-7638B9F065F5}"/>
              </a:ext>
            </a:extLst>
          </p:cNvPr>
          <p:cNvSpPr/>
          <p:nvPr/>
        </p:nvSpPr>
        <p:spPr>
          <a:xfrm>
            <a:off x="494483" y="280571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000" dirty="0">
              <a:latin typeface="Avenir Next LT Pro" panose="020B0504020202020204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678111A-7369-0219-A53D-399BC8F9867A}"/>
              </a:ext>
            </a:extLst>
          </p:cNvPr>
          <p:cNvGrpSpPr/>
          <p:nvPr/>
        </p:nvGrpSpPr>
        <p:grpSpPr>
          <a:xfrm>
            <a:off x="461971" y="3089725"/>
            <a:ext cx="3986784" cy="901697"/>
            <a:chOff x="548640" y="2971800"/>
            <a:chExt cx="3840480" cy="777240"/>
          </a:xfrm>
        </p:grpSpPr>
        <p:sp>
          <p:nvSpPr>
            <p:cNvPr id="31" name="Shape 25">
              <a:extLst>
                <a:ext uri="{FF2B5EF4-FFF2-40B4-BE49-F238E27FC236}">
                  <a16:creationId xmlns:a16="http://schemas.microsoft.com/office/drawing/2014/main" id="{E18A7ABE-444D-0C41-0391-AA13A14B02F5}"/>
                </a:ext>
              </a:extLst>
            </p:cNvPr>
            <p:cNvSpPr/>
            <p:nvPr/>
          </p:nvSpPr>
          <p:spPr>
            <a:xfrm>
              <a:off x="548640" y="2971800"/>
              <a:ext cx="3840480" cy="77724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2" name="Shape 26">
              <a:extLst>
                <a:ext uri="{FF2B5EF4-FFF2-40B4-BE49-F238E27FC236}">
                  <a16:creationId xmlns:a16="http://schemas.microsoft.com/office/drawing/2014/main" id="{857B0A4C-EA8D-09E9-CD6B-0D0C9562389D}"/>
                </a:ext>
              </a:extLst>
            </p:cNvPr>
            <p:cNvSpPr/>
            <p:nvPr/>
          </p:nvSpPr>
          <p:spPr>
            <a:xfrm>
              <a:off x="548640" y="2971800"/>
              <a:ext cx="54864" cy="77724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3" name="Text 27">
              <a:extLst>
                <a:ext uri="{FF2B5EF4-FFF2-40B4-BE49-F238E27FC236}">
                  <a16:creationId xmlns:a16="http://schemas.microsoft.com/office/drawing/2014/main" id="{EADAAEAD-33E7-AA00-9A8B-339A9CFF1D0C}"/>
                </a:ext>
              </a:extLst>
            </p:cNvPr>
            <p:cNvSpPr/>
            <p:nvPr/>
          </p:nvSpPr>
          <p:spPr>
            <a:xfrm>
              <a:off x="731520" y="3028532"/>
              <a:ext cx="35661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Vendor Dependency &amp; Fragmentation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34" name="Text 28">
              <a:extLst>
                <a:ext uri="{FF2B5EF4-FFF2-40B4-BE49-F238E27FC236}">
                  <a16:creationId xmlns:a16="http://schemas.microsoft.com/office/drawing/2014/main" id="{3630A6C8-15AE-F132-8EEE-36F9260F91A3}"/>
                </a:ext>
              </a:extLst>
            </p:cNvPr>
            <p:cNvSpPr/>
            <p:nvPr/>
          </p:nvSpPr>
          <p:spPr>
            <a:xfrm>
              <a:off x="731520" y="3300984"/>
              <a:ext cx="3566160" cy="374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Perspect.ai, Unstop, InsideIIM, TCS iON, non of them integrated, Data manually copied b/w systems. If a vendor shuts down replacement takes significant time.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E641C22-9CDC-7403-CC0E-15A8244056C4}"/>
              </a:ext>
            </a:extLst>
          </p:cNvPr>
          <p:cNvGrpSpPr/>
          <p:nvPr/>
        </p:nvGrpSpPr>
        <p:grpSpPr>
          <a:xfrm>
            <a:off x="4695247" y="3089755"/>
            <a:ext cx="4018858" cy="901667"/>
            <a:chOff x="4663440" y="2971800"/>
            <a:chExt cx="3931920" cy="777240"/>
          </a:xfrm>
        </p:grpSpPr>
        <p:sp>
          <p:nvSpPr>
            <p:cNvPr id="36" name="Shape 29">
              <a:extLst>
                <a:ext uri="{FF2B5EF4-FFF2-40B4-BE49-F238E27FC236}">
                  <a16:creationId xmlns:a16="http://schemas.microsoft.com/office/drawing/2014/main" id="{88CCCD86-544B-8728-68DB-CB94E0E3C384}"/>
                </a:ext>
              </a:extLst>
            </p:cNvPr>
            <p:cNvSpPr/>
            <p:nvPr/>
          </p:nvSpPr>
          <p:spPr>
            <a:xfrm>
              <a:off x="4663440" y="2971800"/>
              <a:ext cx="3931920" cy="77724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7" name="Shape 30">
              <a:extLst>
                <a:ext uri="{FF2B5EF4-FFF2-40B4-BE49-F238E27FC236}">
                  <a16:creationId xmlns:a16="http://schemas.microsoft.com/office/drawing/2014/main" id="{12F2F37E-8B4A-E927-DB0D-B96F3A8B6C50}"/>
                </a:ext>
              </a:extLst>
            </p:cNvPr>
            <p:cNvSpPr/>
            <p:nvPr/>
          </p:nvSpPr>
          <p:spPr>
            <a:xfrm>
              <a:off x="4663440" y="2971800"/>
              <a:ext cx="54864" cy="77724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8" name="Text 31">
              <a:extLst>
                <a:ext uri="{FF2B5EF4-FFF2-40B4-BE49-F238E27FC236}">
                  <a16:creationId xmlns:a16="http://schemas.microsoft.com/office/drawing/2014/main" id="{96C246D4-0A43-AD78-9FCE-D493EE3303FB}"/>
                </a:ext>
              </a:extLst>
            </p:cNvPr>
            <p:cNvSpPr/>
            <p:nvPr/>
          </p:nvSpPr>
          <p:spPr>
            <a:xfrm>
              <a:off x="4846320" y="3044952"/>
              <a:ext cx="3657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Project-Candidate Matching Bottleneck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40" name="Text 32">
              <a:extLst>
                <a:ext uri="{FF2B5EF4-FFF2-40B4-BE49-F238E27FC236}">
                  <a16:creationId xmlns:a16="http://schemas.microsoft.com/office/drawing/2014/main" id="{59F08B2C-AAD2-963A-F052-7C7C49FB23D8}"/>
                </a:ext>
              </a:extLst>
            </p:cNvPr>
            <p:cNvSpPr/>
            <p:nvPr/>
          </p:nvSpPr>
          <p:spPr>
            <a:xfrm>
              <a:off x="4846320" y="3300984"/>
              <a:ext cx="3657600" cy="374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Twice many projects as candidates, each with nuanced scope. Matching is manual. Interviewee explicitly requested AI to screen projects and suggest matches.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FBC933D-8EDE-5BE4-07C9-1DCFE05BECC1}"/>
              </a:ext>
            </a:extLst>
          </p:cNvPr>
          <p:cNvGrpSpPr/>
          <p:nvPr/>
        </p:nvGrpSpPr>
        <p:grpSpPr>
          <a:xfrm>
            <a:off x="466829" y="4078010"/>
            <a:ext cx="8247276" cy="717549"/>
            <a:chOff x="548640" y="3881710"/>
            <a:chExt cx="8046720" cy="507410"/>
          </a:xfrm>
        </p:grpSpPr>
        <p:sp>
          <p:nvSpPr>
            <p:cNvPr id="42" name="Shape 33">
              <a:extLst>
                <a:ext uri="{FF2B5EF4-FFF2-40B4-BE49-F238E27FC236}">
                  <a16:creationId xmlns:a16="http://schemas.microsoft.com/office/drawing/2014/main" id="{1DED79E6-6537-428D-40F8-62FFD7863B0B}"/>
                </a:ext>
              </a:extLst>
            </p:cNvPr>
            <p:cNvSpPr/>
            <p:nvPr/>
          </p:nvSpPr>
          <p:spPr>
            <a:xfrm>
              <a:off x="548640" y="3881710"/>
              <a:ext cx="8046720" cy="50292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43" name="Shape 34">
              <a:extLst>
                <a:ext uri="{FF2B5EF4-FFF2-40B4-BE49-F238E27FC236}">
                  <a16:creationId xmlns:a16="http://schemas.microsoft.com/office/drawing/2014/main" id="{582D6DEF-A0A2-644A-0651-22B23C0BF18F}"/>
                </a:ext>
              </a:extLst>
            </p:cNvPr>
            <p:cNvSpPr/>
            <p:nvPr/>
          </p:nvSpPr>
          <p:spPr>
            <a:xfrm>
              <a:off x="548640" y="3886200"/>
              <a:ext cx="54864" cy="50292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46" name="Text 35">
              <a:extLst>
                <a:ext uri="{FF2B5EF4-FFF2-40B4-BE49-F238E27FC236}">
                  <a16:creationId xmlns:a16="http://schemas.microsoft.com/office/drawing/2014/main" id="{491111BD-2D8F-21F5-2149-73E2435C78D1}"/>
                </a:ext>
              </a:extLst>
            </p:cNvPr>
            <p:cNvSpPr/>
            <p:nvPr/>
          </p:nvSpPr>
          <p:spPr>
            <a:xfrm>
              <a:off x="731520" y="3883018"/>
              <a:ext cx="7772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TAS Reports: Email-Based Data Collection with Poor Follow-Up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47" name="Text 36">
              <a:extLst>
                <a:ext uri="{FF2B5EF4-FFF2-40B4-BE49-F238E27FC236}">
                  <a16:creationId xmlns:a16="http://schemas.microsoft.com/office/drawing/2014/main" id="{05020025-E846-4E3B-A80A-2452DB8E76AB}"/>
                </a:ext>
              </a:extLst>
            </p:cNvPr>
            <p:cNvSpPr/>
            <p:nvPr/>
          </p:nvSpPr>
          <p:spPr>
            <a:xfrm>
              <a:off x="731520" y="4174973"/>
              <a:ext cx="7772400" cy="100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Monthly/bimonthly reports require data from group companies via email templates. Follow up is manual, response rates are low, reports are most often not updated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7648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1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211455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Five Systemic Patterns</a:t>
            </a:r>
            <a:r>
              <a:rPr lang="en-US" sz="2800" b="1" dirty="0">
                <a:latin typeface="Avenir Next LT Pro" panose="020B0504020202020204" pitchFamily="34" charset="0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Across All Pillars</a:t>
            </a:r>
            <a:endParaRPr lang="en-US" sz="2800" b="1" dirty="0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5" name="Picture 4" descr="Tata logo png, Tata icon transparent png 20975508 PNG">
            <a:extLst>
              <a:ext uri="{FF2B5EF4-FFF2-40B4-BE49-F238E27FC236}">
                <a16:creationId xmlns:a16="http://schemas.microsoft.com/office/drawing/2014/main" id="{C5CA5520-509F-7413-A276-3F1BCD163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0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Three patterns define the department’s operating constraints.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06040" cy="3200400"/>
          </a:xfrm>
          <a:prstGeom prst="rect">
            <a:avLst/>
          </a:prstGeom>
          <a:solidFill>
            <a:srgbClr val="EAF2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828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The Knowledge Base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That Doesn’t Exist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2571750"/>
            <a:ext cx="2606040" cy="1817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LTI reviews run on undocumented past-case memory. DEI programs assembled from untagged folders. TMTC’s SharePoint for past programs is outdated and inconsistently maintained.</a:t>
            </a:r>
            <a:endParaRPr lang="en-US" sz="1050" dirty="0">
              <a:latin typeface="Avenir Next LT Pro" panose="020B05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383280" y="1188720"/>
            <a:ext cx="2606040" cy="3200400"/>
          </a:xfrm>
          <a:prstGeom prst="rect">
            <a:avLst/>
          </a:prstGeom>
          <a:solidFill>
            <a:srgbClr val="EAF2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13716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1828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Email as the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Workflow Engine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383280" y="2571750"/>
            <a:ext cx="2606040" cy="1817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CXO data collection, LTI reviews, 700+ </a:t>
            </a:r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interview schedules, DEI coordination, benefits guidance, TMTC registrations, and TAS report data from group companies all through email. No tracking, or automation hooks.</a:t>
            </a:r>
            <a:endParaRPr lang="en-US" sz="1050" dirty="0">
              <a:latin typeface="Avenir Next LT Pro" panose="020B0504020202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17920" y="1188720"/>
            <a:ext cx="2606040" cy="3200400"/>
          </a:xfrm>
          <a:prstGeom prst="rect">
            <a:avLst/>
          </a:prstGeom>
          <a:solidFill>
            <a:srgbClr val="EAF2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060" y="13716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5080" y="1828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Data Sensitivity as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Blanket Blocker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217920" y="2571750"/>
            <a:ext cx="2606040" cy="1817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Executive PII concerns are legitimate. But the caution is applied uniformly, scheduling (Low) and research (None) are blocked alongside LTI plans (Very High).</a:t>
            </a:r>
            <a:endParaRPr lang="en-US" sz="1050" dirty="0">
              <a:latin typeface="Avenir Next LT Pro" panose="020B0504020202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17" name="Picture 8" descr="Tata logo png, Tata icon transparent png 20975508 PNG">
            <a:extLst>
              <a:ext uri="{FF2B5EF4-FFF2-40B4-BE49-F238E27FC236}">
                <a16:creationId xmlns:a16="http://schemas.microsoft.com/office/drawing/2014/main" id="{CA43CA5C-AA5B-EA11-25DC-978DABF9F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-19195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Two patterns cap the department’s strategic potential.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solidFill>
            <a:srgbClr val="EAF2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901E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MANUAL COORDINATION AT SCALE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400" dirty="0">
              <a:latin typeface="Avenir Next LT Pro" panose="020B05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Blue MINT interviews</a:t>
            </a:r>
            <a:endParaRPr lang="en-US" sz="10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scheduled per cohort</a:t>
            </a:r>
            <a:endParaRPr lang="en-US" sz="1000" dirty="0">
              <a:latin typeface="Avenir Next LT Pro" panose="020B05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60320" y="1737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1500+</a:t>
            </a:r>
            <a:endParaRPr lang="en-US" sz="2400" dirty="0">
              <a:latin typeface="Avenir Next LT Pro" panose="020B05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6032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TAS Resumes manually screened (100x15 campuses)</a:t>
            </a:r>
            <a:endParaRPr lang="en-US" sz="1000" dirty="0">
              <a:latin typeface="Avenir Next LT Pro" panose="020B05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2K</a:t>
            </a:r>
            <a:endParaRPr lang="en-US" sz="2400" dirty="0">
              <a:latin typeface="Avenir Next LT Pro" panose="020B05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3474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Applications manually</a:t>
            </a:r>
            <a:endParaRPr lang="en-US" sz="10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screened (TGI)</a:t>
            </a:r>
            <a:endParaRPr lang="en-US" sz="1000" dirty="0">
              <a:latin typeface="Avenir Next LT Pro" panose="020B05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560320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2400" dirty="0">
              <a:latin typeface="Avenir Next LT Pro" panose="020B05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60320" y="3474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Companies surveyed</a:t>
            </a:r>
            <a:endParaRPr lang="en-US" sz="10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for CXO benchmarking</a:t>
            </a:r>
            <a:endParaRPr lang="en-US" sz="1000" dirty="0">
              <a:latin typeface="Avenir Next LT Pro" panose="020B05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EAF2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9204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901E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MEASUREMENT GAPS IN IMPACT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915A825-8528-0C25-3A5D-1BFA7E3AF158}"/>
              </a:ext>
            </a:extLst>
          </p:cNvPr>
          <p:cNvGrpSpPr/>
          <p:nvPr/>
        </p:nvGrpSpPr>
        <p:grpSpPr>
          <a:xfrm>
            <a:off x="4892040" y="1737360"/>
            <a:ext cx="3566160" cy="2414016"/>
            <a:chOff x="4892040" y="1737360"/>
            <a:chExt cx="3566160" cy="2414016"/>
          </a:xfrm>
        </p:grpSpPr>
        <p:sp>
          <p:nvSpPr>
            <p:cNvPr id="16" name="Shape 14"/>
            <p:cNvSpPr/>
            <p:nvPr/>
          </p:nvSpPr>
          <p:spPr>
            <a:xfrm>
              <a:off x="4892040" y="1737360"/>
              <a:ext cx="3566160" cy="54864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4983480" y="1755648"/>
              <a:ext cx="3383280" cy="51206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01B5B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DEI Programs</a:t>
              </a:r>
              <a:endParaRPr lang="en-US" sz="105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Can measure candidate experience but not business outcomes from managers</a:t>
              </a:r>
              <a:endParaRPr lang="en-US" sz="1050" dirty="0">
                <a:latin typeface="Avenir Next LT Pro" panose="020B0504020202020204" pitchFamily="34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4892040" y="2359152"/>
              <a:ext cx="3566160" cy="54864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sz="2000">
                <a:latin typeface="Avenir Next LT Pro" panose="020B0504020202020204" pitchFamily="34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4983480" y="2377440"/>
              <a:ext cx="3383280" cy="51206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01B5B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Policy Guidance</a:t>
              </a:r>
              <a:endParaRPr lang="en-US" sz="105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No feedback loop on whether guidance was effective or acted upon</a:t>
              </a:r>
              <a:endParaRPr lang="en-US" sz="1050" dirty="0">
                <a:latin typeface="Avenir Next LT Pro" panose="020B0504020202020204" pitchFamily="34" charset="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4892040" y="2980944"/>
              <a:ext cx="3566160" cy="54864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4983480" y="2999232"/>
              <a:ext cx="3383280" cy="51206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01B5B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TGI Matching</a:t>
              </a:r>
              <a:endParaRPr lang="en-US" sz="105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Candidate-project match quality not evaluated post-placement</a:t>
              </a:r>
              <a:endParaRPr lang="en-US" sz="1050" dirty="0">
                <a:latin typeface="Avenir Next LT Pro" panose="020B0504020202020204" pitchFamily="34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4892040" y="3602736"/>
              <a:ext cx="3566160" cy="54864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4983480" y="3621024"/>
              <a:ext cx="3383280" cy="51206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01B5B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Blue MINT Alumni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Career progression metrics require manual assembly from LBS data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24" name="Text 22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25" name="Picture 8" descr="Tata logo png, Tata icon transparent png 20975508 PNG">
            <a:extLst>
              <a:ext uri="{FF2B5EF4-FFF2-40B4-BE49-F238E27FC236}">
                <a16:creationId xmlns:a16="http://schemas.microsoft.com/office/drawing/2014/main" id="{142A8FF9-B90A-948E-CEAC-8BAA5326A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-19195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1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211455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The AI-Native Opportunity Map</a:t>
            </a:r>
            <a:endParaRPr lang="en-US" sz="2800" b="1" dirty="0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5" name="Picture 4" descr="Tata logo png, Tata icon transparent png 20975508 PNG">
            <a:extLst>
              <a:ext uri="{FF2B5EF4-FFF2-40B4-BE49-F238E27FC236}">
                <a16:creationId xmlns:a16="http://schemas.microsoft.com/office/drawing/2014/main" id="{C566D0B8-E8D0-6ABE-89FB-25337ECE1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0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The question is not ‘where can we add AI?’ but ‘which processes should be AI-native?’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5348954-36C7-8867-617B-42DE48DF9090}"/>
              </a:ext>
            </a:extLst>
          </p:cNvPr>
          <p:cNvGrpSpPr/>
          <p:nvPr/>
        </p:nvGrpSpPr>
        <p:grpSpPr>
          <a:xfrm>
            <a:off x="548640" y="1371599"/>
            <a:ext cx="7909560" cy="1619249"/>
            <a:chOff x="548640" y="1143000"/>
            <a:chExt cx="7909560" cy="1619249"/>
          </a:xfrm>
        </p:grpSpPr>
        <p:sp>
          <p:nvSpPr>
            <p:cNvPr id="4" name="Shape 2"/>
            <p:cNvSpPr/>
            <p:nvPr/>
          </p:nvSpPr>
          <p:spPr>
            <a:xfrm>
              <a:off x="548640" y="1143000"/>
              <a:ext cx="1874520" cy="73152"/>
            </a:xfrm>
            <a:prstGeom prst="rect">
              <a:avLst/>
            </a:prstGeom>
            <a:solidFill>
              <a:srgbClr val="272727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5" name="Shape 3"/>
            <p:cNvSpPr/>
            <p:nvPr/>
          </p:nvSpPr>
          <p:spPr>
            <a:xfrm>
              <a:off x="548640" y="1216152"/>
              <a:ext cx="1874520" cy="1546096"/>
            </a:xfrm>
            <a:prstGeom prst="rect">
              <a:avLst/>
            </a:prstGeom>
            <a:solidFill>
              <a:srgbClr val="EAF2FA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548640" y="1280160"/>
              <a:ext cx="18745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kern="0" spc="1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MANUAL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640080" y="1645920"/>
              <a:ext cx="16916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Human does everything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822960" y="2103120"/>
              <a:ext cx="1325880" cy="0"/>
            </a:xfrm>
            <a:prstGeom prst="line">
              <a:avLst/>
            </a:prstGeom>
            <a:noFill/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640080" y="2240280"/>
              <a:ext cx="1691640" cy="5008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LTI Design Review,</a:t>
              </a:r>
            </a:p>
            <a:p>
              <a:pPr marL="0" indent="0" algn="ctr">
                <a:buNone/>
              </a:pPr>
              <a:r>
                <a:rPr lang="en-US" sz="900" dirty="0">
                  <a:latin typeface="Avenir Next LT Pro" panose="020B0504020202020204" pitchFamily="34" charset="0"/>
                  <a:cs typeface="Arial" pitchFamily="34" charset="-120"/>
                </a:rPr>
                <a:t>Collecting CXO benchmark data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2441448" y="2286000"/>
              <a:ext cx="100584" cy="0"/>
            </a:xfrm>
            <a:prstGeom prst="line">
              <a:avLst/>
            </a:prstGeom>
            <a:noFill/>
            <a:ln w="1905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2560320" y="1143000"/>
              <a:ext cx="1874520" cy="73152"/>
            </a:xfrm>
            <a:prstGeom prst="rect">
              <a:avLst/>
            </a:prstGeom>
            <a:solidFill>
              <a:srgbClr val="6B7280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2560320" y="1216153"/>
              <a:ext cx="1874520" cy="1546096"/>
            </a:xfrm>
            <a:prstGeom prst="rect">
              <a:avLst/>
            </a:prstGeom>
            <a:solidFill>
              <a:srgbClr val="EAF2FA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2560320" y="1280160"/>
              <a:ext cx="18745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kern="0" spc="100" dirty="0">
                  <a:solidFill>
                    <a:srgbClr val="6B7280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AI-ASSISTED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2651760" y="1645920"/>
              <a:ext cx="16916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Human works</a:t>
              </a: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AI helps at edges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2834640" y="2103120"/>
              <a:ext cx="1325880" cy="0"/>
            </a:xfrm>
            <a:prstGeom prst="line">
              <a:avLst/>
            </a:prstGeom>
            <a:noFill/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2651760" y="2240280"/>
              <a:ext cx="1691640" cy="521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Copilot email drafting</a:t>
              </a:r>
            </a:p>
            <a:p>
              <a:pPr marL="0" indent="0" algn="ctr">
                <a:buNone/>
              </a:pPr>
              <a:r>
                <a:rPr lang="en-US" sz="900" dirty="0"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Research market trends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4453128" y="2286000"/>
              <a:ext cx="100584" cy="0"/>
            </a:xfrm>
            <a:prstGeom prst="line">
              <a:avLst/>
            </a:prstGeom>
            <a:noFill/>
            <a:ln w="1905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4572000" y="1143000"/>
              <a:ext cx="1874520" cy="73152"/>
            </a:xfrm>
            <a:prstGeom prst="rect">
              <a:avLst/>
            </a:prstGeom>
            <a:solidFill>
              <a:srgbClr val="1268B3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4572000" y="1216152"/>
              <a:ext cx="1874520" cy="1546097"/>
            </a:xfrm>
            <a:prstGeom prst="rect">
              <a:avLst/>
            </a:prstGeom>
            <a:solidFill>
              <a:srgbClr val="EAF2FA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4572000" y="1280160"/>
              <a:ext cx="18745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kern="0" spc="100" dirty="0">
                  <a:solidFill>
                    <a:srgbClr val="1268B3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AI-AUGMENTED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4663440" y="1645920"/>
              <a:ext cx="16916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AI does work</a:t>
              </a: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human reviews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4846320" y="2103120"/>
              <a:ext cx="1325880" cy="0"/>
            </a:xfrm>
            <a:prstGeom prst="line">
              <a:avLst/>
            </a:prstGeom>
            <a:noFill/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4663440" y="2240281"/>
              <a:ext cx="1691640" cy="5008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AI drafts policy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dirty="0"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comparison; human validates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6464808" y="2286000"/>
              <a:ext cx="100584" cy="0"/>
            </a:xfrm>
            <a:prstGeom prst="line">
              <a:avLst/>
            </a:prstGeom>
            <a:noFill/>
            <a:ln w="19050">
              <a:solidFill>
                <a:srgbClr val="1268B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6583680" y="1143000"/>
              <a:ext cx="1874520" cy="73152"/>
            </a:xfrm>
            <a:prstGeom prst="rect">
              <a:avLst/>
            </a:prstGeom>
            <a:solidFill>
              <a:srgbClr val="2E8B57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6583680" y="1216152"/>
              <a:ext cx="1874520" cy="1546096"/>
            </a:xfrm>
            <a:prstGeom prst="rect">
              <a:avLst/>
            </a:prstGeom>
            <a:solidFill>
              <a:srgbClr val="EAF2FA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6583680" y="1280160"/>
              <a:ext cx="18745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kern="0" spc="100" dirty="0">
                  <a:solidFill>
                    <a:srgbClr val="2E8B5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AI-NATIVE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6675120" y="1645920"/>
              <a:ext cx="16916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Process redesigned for AI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6858000" y="2103120"/>
              <a:ext cx="1325880" cy="0"/>
            </a:xfrm>
            <a:prstGeom prst="line">
              <a:avLst/>
            </a:prstGeom>
            <a:noFill/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6675120" y="2240280"/>
              <a:ext cx="1691640" cy="5219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Scheduling agent handles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900" dirty="0"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end-to-end; human review and handle</a:t>
              </a:r>
              <a:r>
                <a:rPr lang="en-US" sz="900" dirty="0">
                  <a:latin typeface="Avenir Next LT Pro" panose="020B0504020202020204" pitchFamily="34" charset="0"/>
                </a:rPr>
                <a:t> </a:t>
              </a:r>
              <a:r>
                <a:rPr lang="en-US" sz="900" dirty="0"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exceptions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A329306-17EE-9B02-BACF-1A48680B62D3}"/>
              </a:ext>
            </a:extLst>
          </p:cNvPr>
          <p:cNvGrpSpPr/>
          <p:nvPr/>
        </p:nvGrpSpPr>
        <p:grpSpPr>
          <a:xfrm>
            <a:off x="548640" y="3545837"/>
            <a:ext cx="8046720" cy="754375"/>
            <a:chOff x="548640" y="3931917"/>
            <a:chExt cx="8046720" cy="754375"/>
          </a:xfrm>
        </p:grpSpPr>
        <p:sp>
          <p:nvSpPr>
            <p:cNvPr id="31" name="Shape 29"/>
            <p:cNvSpPr/>
            <p:nvPr/>
          </p:nvSpPr>
          <p:spPr>
            <a:xfrm>
              <a:off x="548640" y="3931917"/>
              <a:ext cx="8046720" cy="754375"/>
            </a:xfrm>
            <a:prstGeom prst="rect">
              <a:avLst/>
            </a:prstGeom>
            <a:solidFill>
              <a:srgbClr val="EAF2FA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685800" y="4069080"/>
              <a:ext cx="7772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Every opportunity below specifies what the human retains. AI surfaces data and handles coordination BUT </a:t>
              </a:r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humans own judgment and decisions.</a:t>
              </a:r>
              <a:endParaRPr lang="en-US" sz="1100" b="1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33" name="Text 31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cs typeface="Arial" pitchFamily="34" charset="-120"/>
              </a:rPr>
              <a:t>20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34" name="Picture 8" descr="Tata logo png, Tata icon transparent png 20975508 PNG">
            <a:extLst>
              <a:ext uri="{FF2B5EF4-FFF2-40B4-BE49-F238E27FC236}">
                <a16:creationId xmlns:a16="http://schemas.microsoft.com/office/drawing/2014/main" id="{CF13C137-1ED4-3F97-D1AE-F2E90A728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-19195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2F4A3F-9EB0-F8C2-9401-71175BE0B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0C71720-4292-8B4E-3897-6D6EAB76A57A}"/>
              </a:ext>
            </a:extLst>
          </p:cNvPr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Two quick wins that recover the most hours with the lowest data risk.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F80217-FFCF-C588-D229-C073C52E3DAE}"/>
              </a:ext>
            </a:extLst>
          </p:cNvPr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7D9E10-C722-E9B6-7FAC-4D820704327A}"/>
              </a:ext>
            </a:extLst>
          </p:cNvPr>
          <p:cNvSpPr/>
          <p:nvPr/>
        </p:nvSpPr>
        <p:spPr>
          <a:xfrm>
            <a:off x="36576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Interview Scheduling Agent (Blue MINT + TGI)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D6D4A83-45A4-D416-EABD-BA4BD549A043}"/>
              </a:ext>
            </a:extLst>
          </p:cNvPr>
          <p:cNvGrpSpPr/>
          <p:nvPr/>
        </p:nvGrpSpPr>
        <p:grpSpPr>
          <a:xfrm>
            <a:off x="365760" y="1437134"/>
            <a:ext cx="8229600" cy="919479"/>
            <a:chOff x="548640" y="1417320"/>
            <a:chExt cx="7680960" cy="77724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FC3DAADF-9064-6F10-ED46-71657A924F39}"/>
                </a:ext>
              </a:extLst>
            </p:cNvPr>
            <p:cNvSpPr/>
            <p:nvPr/>
          </p:nvSpPr>
          <p:spPr>
            <a:xfrm>
              <a:off x="548640" y="1417320"/>
              <a:ext cx="3474720" cy="77724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9D612143-A82F-7EE3-D561-D87C9746A73D}"/>
                </a:ext>
              </a:extLst>
            </p:cNvPr>
            <p:cNvSpPr/>
            <p:nvPr/>
          </p:nvSpPr>
          <p:spPr>
            <a:xfrm>
              <a:off x="548640" y="1417320"/>
              <a:ext cx="54864" cy="77724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4F6534C8-B2B1-C200-45AD-EE301673EE0F}"/>
                </a:ext>
              </a:extLst>
            </p:cNvPr>
            <p:cNvSpPr/>
            <p:nvPr/>
          </p:nvSpPr>
          <p:spPr>
            <a:xfrm>
              <a:off x="731520" y="1444752"/>
              <a:ext cx="320040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CURRENT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500+ interviews → email back-and-forth → 10 days of manual coordination with SPOCs across 30+ companies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pic>
          <p:nvPicPr>
            <p:cNvPr id="8" name="Image 0" descr="preencoded.png">
              <a:extLst>
                <a:ext uri="{FF2B5EF4-FFF2-40B4-BE49-F238E27FC236}">
                  <a16:creationId xmlns:a16="http://schemas.microsoft.com/office/drawing/2014/main" id="{658CB0B8-34CF-3D25-DFB0-9704E9272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1960" y="1627632"/>
              <a:ext cx="274320" cy="274320"/>
            </a:xfrm>
            <a:prstGeom prst="rect">
              <a:avLst/>
            </a:prstGeom>
          </p:spPr>
        </p:pic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51A1C800-C427-D0B3-894C-9E2713B1F298}"/>
                </a:ext>
              </a:extLst>
            </p:cNvPr>
            <p:cNvSpPr/>
            <p:nvPr/>
          </p:nvSpPr>
          <p:spPr>
            <a:xfrm>
              <a:off x="4754880" y="1417320"/>
              <a:ext cx="3474720" cy="777240"/>
            </a:xfrm>
            <a:prstGeom prst="rect">
              <a:avLst/>
            </a:prstGeom>
            <a:solidFill>
              <a:srgbClr val="E8F5E9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Avenir Next LT Pro" panose="020B0504020202020204" pitchFamily="34" charset="0"/>
              </a:endParaRPr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F86F0AA7-3CA2-DFFC-919B-5B7BFC66C08B}"/>
                </a:ext>
              </a:extLst>
            </p:cNvPr>
            <p:cNvSpPr/>
            <p:nvPr/>
          </p:nvSpPr>
          <p:spPr>
            <a:xfrm>
              <a:off x="4754880" y="1417320"/>
              <a:ext cx="54864" cy="777240"/>
            </a:xfrm>
            <a:prstGeom prst="rect">
              <a:avLst/>
            </a:prstGeom>
            <a:solidFill>
              <a:srgbClr val="2E8B57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ED56BAAF-2650-4974-F2F1-F89E3CA9736E}"/>
                </a:ext>
              </a:extLst>
            </p:cNvPr>
            <p:cNvSpPr/>
            <p:nvPr/>
          </p:nvSpPr>
          <p:spPr>
            <a:xfrm>
              <a:off x="4937760" y="1444752"/>
              <a:ext cx="320040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b="1" dirty="0">
                  <a:solidFill>
                    <a:srgbClr val="2E8B5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AI-NATIVE</a:t>
              </a:r>
              <a:endParaRPr lang="en-US" sz="1000" dirty="0">
                <a:latin typeface="Avenir Next LT Pro" panose="020B0504020202020204" pitchFamily="34" charset="0"/>
              </a:endParaRPr>
            </a:p>
            <a:p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AI agent pulls calendar availability → proposes optimal slots → handles SPOC-specific rules → human handles exceptions only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12" name="Text 9">
            <a:extLst>
              <a:ext uri="{FF2B5EF4-FFF2-40B4-BE49-F238E27FC236}">
                <a16:creationId xmlns:a16="http://schemas.microsoft.com/office/drawing/2014/main" id="{B5944774-70D2-FE3A-10D9-ECBB7A10409D}"/>
              </a:ext>
            </a:extLst>
          </p:cNvPr>
          <p:cNvSpPr/>
          <p:nvPr/>
        </p:nvSpPr>
        <p:spPr>
          <a:xfrm>
            <a:off x="4049486" y="2226769"/>
            <a:ext cx="862149" cy="63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268B3"/>
                </a:solidFill>
                <a:latin typeface="Avenir Next LT Pro" panose="020B0504020202020204" pitchFamily="34" charset="0"/>
                <a:cs typeface="Arial" pitchFamily="34" charset="-120"/>
              </a:rPr>
              <a:t>LOW</a:t>
            </a:r>
            <a:r>
              <a:rPr lang="en-US" sz="1000" i="1" dirty="0">
                <a:latin typeface="Avenir Next LT Pro" panose="020B0504020202020204" pitchFamily="34" charset="0"/>
              </a:rPr>
              <a:t> </a:t>
            </a:r>
            <a:r>
              <a:rPr lang="en-US" sz="1000" b="1" i="1" dirty="0">
                <a:solidFill>
                  <a:srgbClr val="1268B3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00" i="1" dirty="0">
              <a:latin typeface="Avenir Next LT Pro" panose="020B0504020202020204" pitchFamily="3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6E83CC7-157D-2527-6196-577D13FB82F8}"/>
              </a:ext>
            </a:extLst>
          </p:cNvPr>
          <p:cNvSpPr/>
          <p:nvPr/>
        </p:nvSpPr>
        <p:spPr>
          <a:xfrm>
            <a:off x="395150" y="2743200"/>
            <a:ext cx="8200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TGI Eligibility Screening &amp; Candidate-Project Matching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DACEA48-40C0-B36B-6EFC-B8FAD0691F60}"/>
              </a:ext>
            </a:extLst>
          </p:cNvPr>
          <p:cNvGrpSpPr/>
          <p:nvPr/>
        </p:nvGrpSpPr>
        <p:grpSpPr>
          <a:xfrm>
            <a:off x="365760" y="3075633"/>
            <a:ext cx="8229599" cy="1018339"/>
            <a:chOff x="548640" y="3063240"/>
            <a:chExt cx="7680960" cy="777240"/>
          </a:xfrm>
        </p:grpSpPr>
        <p:sp>
          <p:nvSpPr>
            <p:cNvPr id="14" name="Shape 11">
              <a:extLst>
                <a:ext uri="{FF2B5EF4-FFF2-40B4-BE49-F238E27FC236}">
                  <a16:creationId xmlns:a16="http://schemas.microsoft.com/office/drawing/2014/main" id="{53805C03-15FD-F57C-1EDE-5BDB6D88300B}"/>
                </a:ext>
              </a:extLst>
            </p:cNvPr>
            <p:cNvSpPr/>
            <p:nvPr/>
          </p:nvSpPr>
          <p:spPr>
            <a:xfrm>
              <a:off x="548640" y="3063240"/>
              <a:ext cx="3474720" cy="77724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6F9CBEDC-CB35-A7CA-8302-336CA1133AAB}"/>
                </a:ext>
              </a:extLst>
            </p:cNvPr>
            <p:cNvSpPr/>
            <p:nvPr/>
          </p:nvSpPr>
          <p:spPr>
            <a:xfrm>
              <a:off x="548640" y="3063240"/>
              <a:ext cx="54864" cy="77724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FD880D85-E2C6-710D-8706-9C808F93B75E}"/>
                </a:ext>
              </a:extLst>
            </p:cNvPr>
            <p:cNvSpPr/>
            <p:nvPr/>
          </p:nvSpPr>
          <p:spPr>
            <a:xfrm>
              <a:off x="731520" y="3090672"/>
              <a:ext cx="320040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CURRENT</a:t>
              </a:r>
              <a:endParaRPr lang="en-US" sz="1000" dirty="0">
                <a:latin typeface="Avenir Next LT Pro" panose="020B0504020202020204" pitchFamily="34" charset="0"/>
              </a:endParaRPr>
            </a:p>
            <a:p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50K apps → manual resume review for eligibility → field-only ATS matching (STEM → EV battery problem)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pic>
          <p:nvPicPr>
            <p:cNvPr id="17" name="Image 1" descr="preencoded.png">
              <a:extLst>
                <a:ext uri="{FF2B5EF4-FFF2-40B4-BE49-F238E27FC236}">
                  <a16:creationId xmlns:a16="http://schemas.microsoft.com/office/drawing/2014/main" id="{E7038FA5-4F7B-D5E6-9B6C-5ECE0DC28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1960" y="3273552"/>
              <a:ext cx="274320" cy="274320"/>
            </a:xfrm>
            <a:prstGeom prst="rect">
              <a:avLst/>
            </a:prstGeom>
          </p:spPr>
        </p:pic>
        <p:sp>
          <p:nvSpPr>
            <p:cNvPr id="18" name="Shape 14">
              <a:extLst>
                <a:ext uri="{FF2B5EF4-FFF2-40B4-BE49-F238E27FC236}">
                  <a16:creationId xmlns:a16="http://schemas.microsoft.com/office/drawing/2014/main" id="{8EA82CAA-9D77-0A72-5CF1-20988B7AE892}"/>
                </a:ext>
              </a:extLst>
            </p:cNvPr>
            <p:cNvSpPr/>
            <p:nvPr/>
          </p:nvSpPr>
          <p:spPr>
            <a:xfrm>
              <a:off x="4754880" y="3063240"/>
              <a:ext cx="3474720" cy="777240"/>
            </a:xfrm>
            <a:prstGeom prst="rect">
              <a:avLst/>
            </a:prstGeom>
            <a:solidFill>
              <a:srgbClr val="E8F5E9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9" name="Shape 15">
              <a:extLst>
                <a:ext uri="{FF2B5EF4-FFF2-40B4-BE49-F238E27FC236}">
                  <a16:creationId xmlns:a16="http://schemas.microsoft.com/office/drawing/2014/main" id="{4C847943-E422-DC88-BEC7-150363881A63}"/>
                </a:ext>
              </a:extLst>
            </p:cNvPr>
            <p:cNvSpPr/>
            <p:nvPr/>
          </p:nvSpPr>
          <p:spPr>
            <a:xfrm>
              <a:off x="4754880" y="3063240"/>
              <a:ext cx="54864" cy="777240"/>
            </a:xfrm>
            <a:prstGeom prst="rect">
              <a:avLst/>
            </a:prstGeom>
            <a:solidFill>
              <a:srgbClr val="2E8B57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0" name="Text 16">
              <a:extLst>
                <a:ext uri="{FF2B5EF4-FFF2-40B4-BE49-F238E27FC236}">
                  <a16:creationId xmlns:a16="http://schemas.microsoft.com/office/drawing/2014/main" id="{DDF9F245-CFA4-D7C2-6B1B-778386364F78}"/>
                </a:ext>
              </a:extLst>
            </p:cNvPr>
            <p:cNvSpPr/>
            <p:nvPr/>
          </p:nvSpPr>
          <p:spPr>
            <a:xfrm>
              <a:off x="4937760" y="3090672"/>
              <a:ext cx="320040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b="1" dirty="0">
                  <a:solidFill>
                    <a:srgbClr val="2E8B5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AI-NATIVE</a:t>
              </a:r>
              <a:endParaRPr lang="en-US" sz="700" dirty="0">
                <a:latin typeface="Avenir Next LT Pro" panose="020B0504020202020204" pitchFamily="34" charset="0"/>
              </a:endParaRPr>
            </a:p>
            <a:p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Rules-based auto-filter (50K→2K) → NLP skill extraction → competency-matched top 5 per project with rationale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21" name="Text 17">
            <a:extLst>
              <a:ext uri="{FF2B5EF4-FFF2-40B4-BE49-F238E27FC236}">
                <a16:creationId xmlns:a16="http://schemas.microsoft.com/office/drawing/2014/main" id="{C8C6E1BD-E243-CA3D-3AD3-FC8DCB413B90}"/>
              </a:ext>
            </a:extLst>
          </p:cNvPr>
          <p:cNvSpPr/>
          <p:nvPr/>
        </p:nvSpPr>
        <p:spPr>
          <a:xfrm>
            <a:off x="4007147" y="4006035"/>
            <a:ext cx="1016272" cy="594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268B3"/>
                </a:solidFill>
                <a:latin typeface="Avenir Next LT Pro" panose="020B0504020202020204" pitchFamily="34" charset="0"/>
                <a:cs typeface="Arial" pitchFamily="34" charset="-120"/>
              </a:rPr>
              <a:t>MED</a:t>
            </a:r>
            <a:r>
              <a:rPr lang="en-US" sz="1000" i="1" dirty="0">
                <a:latin typeface="Avenir Next LT Pro" panose="020B0504020202020204" pitchFamily="34" charset="0"/>
              </a:rPr>
              <a:t> </a:t>
            </a:r>
            <a:r>
              <a:rPr lang="en-US" sz="1000" b="1" i="1" dirty="0">
                <a:solidFill>
                  <a:srgbClr val="1268B3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00" i="1" dirty="0">
              <a:latin typeface="Avenir Next LT Pro" panose="020B0504020202020204" pitchFamily="34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156CEAD4-0A1E-2CFC-556A-31D197F54C84}"/>
              </a:ext>
            </a:extLst>
          </p:cNvPr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23" name="Picture 8" descr="Tata logo png, Tata icon transparent png 20975508 PNG">
            <a:extLst>
              <a:ext uri="{FF2B5EF4-FFF2-40B4-BE49-F238E27FC236}">
                <a16:creationId xmlns:a16="http://schemas.microsoft.com/office/drawing/2014/main" id="{EA7C90DD-9AB3-C757-ECD6-4BC953F67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-19195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3339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Two foundational initiatives that turn scattered knowledge into a compounding asset.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Conversational Knowledge Base (Explicitly requested by interviewees)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75556D5-0081-3049-5952-9DA640E940C9}"/>
              </a:ext>
            </a:extLst>
          </p:cNvPr>
          <p:cNvGrpSpPr/>
          <p:nvPr/>
        </p:nvGrpSpPr>
        <p:grpSpPr>
          <a:xfrm>
            <a:off x="365760" y="1437134"/>
            <a:ext cx="8229600" cy="919479"/>
            <a:chOff x="548640" y="1417320"/>
            <a:chExt cx="7680960" cy="777240"/>
          </a:xfrm>
        </p:grpSpPr>
        <p:sp>
          <p:nvSpPr>
            <p:cNvPr id="5" name="Shape 3"/>
            <p:cNvSpPr/>
            <p:nvPr/>
          </p:nvSpPr>
          <p:spPr>
            <a:xfrm>
              <a:off x="548640" y="1417320"/>
              <a:ext cx="3474720" cy="77724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6" name="Shape 4"/>
            <p:cNvSpPr/>
            <p:nvPr/>
          </p:nvSpPr>
          <p:spPr>
            <a:xfrm>
              <a:off x="548640" y="1417320"/>
              <a:ext cx="54864" cy="77724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731520" y="1444752"/>
              <a:ext cx="320040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CURRENT</a:t>
              </a:r>
              <a:endParaRPr lang="en-US" sz="8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Case-by-case guidance → survey companies each time → store in database of uncertain format → updated only when forced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1960" y="1627632"/>
              <a:ext cx="274320" cy="274320"/>
            </a:xfrm>
            <a:prstGeom prst="rect">
              <a:avLst/>
            </a:prstGeom>
          </p:spPr>
        </p:pic>
        <p:sp>
          <p:nvSpPr>
            <p:cNvPr id="9" name="Shape 6"/>
            <p:cNvSpPr/>
            <p:nvPr/>
          </p:nvSpPr>
          <p:spPr>
            <a:xfrm>
              <a:off x="4754880" y="1417320"/>
              <a:ext cx="3474720" cy="777240"/>
            </a:xfrm>
            <a:prstGeom prst="rect">
              <a:avLst/>
            </a:prstGeom>
            <a:solidFill>
              <a:srgbClr val="E8F5E9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Avenir Next LT Pro" panose="020B0504020202020204" pitchFamily="34" charset="0"/>
              </a:endParaRPr>
            </a:p>
          </p:txBody>
        </p:sp>
        <p:sp>
          <p:nvSpPr>
            <p:cNvPr id="10" name="Shape 7"/>
            <p:cNvSpPr/>
            <p:nvPr/>
          </p:nvSpPr>
          <p:spPr>
            <a:xfrm>
              <a:off x="4754880" y="1417320"/>
              <a:ext cx="54864" cy="777240"/>
            </a:xfrm>
            <a:prstGeom prst="rect">
              <a:avLst/>
            </a:prstGeom>
            <a:solidFill>
              <a:srgbClr val="2E8B57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1" name="Text 8"/>
            <p:cNvSpPr/>
            <p:nvPr/>
          </p:nvSpPr>
          <p:spPr>
            <a:xfrm>
              <a:off x="4937760" y="1444752"/>
              <a:ext cx="320040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E8B5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AI-NATIVE</a:t>
              </a:r>
              <a:endParaRPr lang="en-US" sz="10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RAG over policy corpus → conversational AI surfaces cited precedents → auto-ingests new cases when closed → self-maintaining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12" name="Text 9"/>
          <p:cNvSpPr/>
          <p:nvPr/>
        </p:nvSpPr>
        <p:spPr>
          <a:xfrm>
            <a:off x="4049486" y="2226769"/>
            <a:ext cx="862149" cy="63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268B3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MED</a:t>
            </a:r>
            <a:r>
              <a:rPr lang="en-US" sz="1000" i="1" dirty="0">
                <a:latin typeface="Avenir Next LT Pro" panose="020B0504020202020204" pitchFamily="34" charset="0"/>
              </a:rPr>
              <a:t> </a:t>
            </a:r>
            <a:r>
              <a:rPr lang="en-US" sz="1000" b="1" i="1" dirty="0">
                <a:solidFill>
                  <a:srgbClr val="1268B3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00" i="1" dirty="0">
              <a:latin typeface="Avenir Next LT Pro" panose="020B05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95150" y="2743200"/>
            <a:ext cx="8200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L&amp;D Program Curation Engine (“Lego Block” Retrieval)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97BC23D-F900-A003-6C4F-A8091243E862}"/>
              </a:ext>
            </a:extLst>
          </p:cNvPr>
          <p:cNvGrpSpPr/>
          <p:nvPr/>
        </p:nvGrpSpPr>
        <p:grpSpPr>
          <a:xfrm>
            <a:off x="365760" y="3075633"/>
            <a:ext cx="8229599" cy="1018339"/>
            <a:chOff x="548640" y="3063240"/>
            <a:chExt cx="7680960" cy="777240"/>
          </a:xfrm>
        </p:grpSpPr>
        <p:sp>
          <p:nvSpPr>
            <p:cNvPr id="14" name="Shape 11"/>
            <p:cNvSpPr/>
            <p:nvPr/>
          </p:nvSpPr>
          <p:spPr>
            <a:xfrm>
              <a:off x="548640" y="3063240"/>
              <a:ext cx="3474720" cy="777240"/>
            </a:xfrm>
            <a:prstGeom prst="rect">
              <a:avLst/>
            </a:prstGeom>
            <a:solidFill>
              <a:srgbClr val="FFF0E6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5" name="Shape 12"/>
            <p:cNvSpPr/>
            <p:nvPr/>
          </p:nvSpPr>
          <p:spPr>
            <a:xfrm>
              <a:off x="548640" y="3063240"/>
              <a:ext cx="54864" cy="777240"/>
            </a:xfrm>
            <a:prstGeom prst="rect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6" name="Text 13"/>
            <p:cNvSpPr/>
            <p:nvPr/>
          </p:nvSpPr>
          <p:spPr>
            <a:xfrm>
              <a:off x="731520" y="3090672"/>
              <a:ext cx="320040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E8901E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CURRENT</a:t>
              </a:r>
              <a:endParaRPr lang="en-US" sz="10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Manual search through folders of past pitch decks → retrieval depends on personal memory of what exists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pic>
          <p:nvPicPr>
            <p:cNvPr id="17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1960" y="3273552"/>
              <a:ext cx="274320" cy="274320"/>
            </a:xfrm>
            <a:prstGeom prst="rect">
              <a:avLst/>
            </a:prstGeom>
          </p:spPr>
        </p:pic>
        <p:sp>
          <p:nvSpPr>
            <p:cNvPr id="18" name="Shape 14"/>
            <p:cNvSpPr/>
            <p:nvPr/>
          </p:nvSpPr>
          <p:spPr>
            <a:xfrm>
              <a:off x="4754880" y="3063240"/>
              <a:ext cx="3474720" cy="777240"/>
            </a:xfrm>
            <a:prstGeom prst="rect">
              <a:avLst/>
            </a:prstGeom>
            <a:solidFill>
              <a:srgbClr val="E8F5E9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9" name="Shape 15"/>
            <p:cNvSpPr/>
            <p:nvPr/>
          </p:nvSpPr>
          <p:spPr>
            <a:xfrm>
              <a:off x="4754880" y="3063240"/>
              <a:ext cx="54864" cy="777240"/>
            </a:xfrm>
            <a:prstGeom prst="rect">
              <a:avLst/>
            </a:prstGeom>
            <a:solidFill>
              <a:srgbClr val="2E8B57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0" name="Text 16"/>
            <p:cNvSpPr/>
            <p:nvPr/>
          </p:nvSpPr>
          <p:spPr>
            <a:xfrm>
              <a:off x="4937760" y="3090672"/>
              <a:ext cx="320040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E8B5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AI-NATIVE</a:t>
              </a:r>
              <a:endParaRPr lang="en-US" sz="8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Semantic search across tagged program modules → AI suggests relevant blocks for new brief → generates draft framework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21" name="Text 17"/>
          <p:cNvSpPr/>
          <p:nvPr/>
        </p:nvSpPr>
        <p:spPr>
          <a:xfrm>
            <a:off x="4007147" y="4006035"/>
            <a:ext cx="1016272" cy="594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268B3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LOW</a:t>
            </a:r>
            <a:r>
              <a:rPr lang="en-US" sz="1000" i="1" dirty="0">
                <a:latin typeface="Avenir Next LT Pro" panose="020B0504020202020204" pitchFamily="34" charset="0"/>
              </a:rPr>
              <a:t> </a:t>
            </a:r>
            <a:r>
              <a:rPr lang="en-US" sz="1000" b="1" i="1" dirty="0">
                <a:solidFill>
                  <a:srgbClr val="1268B3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00" i="1" dirty="0">
              <a:latin typeface="Avenir Next LT Pro" panose="020B0504020202020204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pic>
        <p:nvPicPr>
          <p:cNvPr id="23" name="Picture 8" descr="Tata logo png, Tata icon transparent png 20975508 PNG">
            <a:extLst>
              <a:ext uri="{FF2B5EF4-FFF2-40B4-BE49-F238E27FC236}">
                <a16:creationId xmlns:a16="http://schemas.microsoft.com/office/drawing/2014/main" id="{45AD22D6-AEFC-C8B9-7AF5-2CDB376AE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66" y="-19195"/>
            <a:ext cx="796434" cy="79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1B5B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 AI-Native Opportunity Map: Data sensitivity determines prioritization.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9050">
            <a:solidFill>
              <a:srgbClr val="1268B3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0925B07-82E6-3B58-91A5-764B76004230}"/>
              </a:ext>
            </a:extLst>
          </p:cNvPr>
          <p:cNvGrpSpPr/>
          <p:nvPr/>
        </p:nvGrpSpPr>
        <p:grpSpPr>
          <a:xfrm>
            <a:off x="822960" y="941832"/>
            <a:ext cx="7040880" cy="3566160"/>
            <a:chOff x="822960" y="1097280"/>
            <a:chExt cx="7040880" cy="3566160"/>
          </a:xfrm>
        </p:grpSpPr>
        <p:sp>
          <p:nvSpPr>
            <p:cNvPr id="4" name="Shape 2"/>
            <p:cNvSpPr/>
            <p:nvPr/>
          </p:nvSpPr>
          <p:spPr>
            <a:xfrm>
              <a:off x="1386840" y="1097280"/>
              <a:ext cx="3200400" cy="1645920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5" name="Shape 3"/>
            <p:cNvSpPr/>
            <p:nvPr/>
          </p:nvSpPr>
          <p:spPr>
            <a:xfrm>
              <a:off x="4572000" y="1097280"/>
              <a:ext cx="3200400" cy="1645920"/>
            </a:xfrm>
            <a:prstGeom prst="rect">
              <a:avLst/>
            </a:prstGeom>
            <a:solidFill>
              <a:srgbClr val="EAF2FA"/>
            </a:solidFill>
            <a:ln/>
          </p:spPr>
          <p:txBody>
            <a:bodyPr/>
            <a:lstStyle/>
            <a:p>
              <a:endParaRPr lang="en-IN" dirty="0">
                <a:latin typeface="Avenir Next LT Pro" panose="020B0504020202020204" pitchFamily="34" charset="0"/>
              </a:endParaRPr>
            </a:p>
          </p:txBody>
        </p:sp>
        <p:sp>
          <p:nvSpPr>
            <p:cNvPr id="6" name="Shape 4"/>
            <p:cNvSpPr/>
            <p:nvPr/>
          </p:nvSpPr>
          <p:spPr>
            <a:xfrm>
              <a:off x="1371600" y="2743200"/>
              <a:ext cx="3200400" cy="1645920"/>
            </a:xfrm>
            <a:prstGeom prst="rect">
              <a:avLst/>
            </a:prstGeom>
            <a:solidFill>
              <a:srgbClr val="EAF2FA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4572000" y="2743200"/>
              <a:ext cx="3200400" cy="1645920"/>
            </a:xfrm>
            <a:prstGeom prst="rect">
              <a:avLst/>
            </a:prstGeom>
            <a:solidFill>
              <a:srgbClr val="D4EDDA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371600" y="4434840"/>
              <a:ext cx="6400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FEASIBILITY →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822960" y="1371600"/>
              <a:ext cx="457200" cy="3017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I</a:t>
              </a:r>
              <a:endParaRPr lang="en-US" sz="8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800" b="1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M</a:t>
              </a:r>
              <a:endParaRPr lang="en-US" sz="8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800" b="1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P</a:t>
              </a:r>
              <a:endParaRPr lang="en-US" sz="8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800" b="1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</a:t>
              </a:r>
              <a:endParaRPr lang="en-US" sz="8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800" b="1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</a:t>
              </a:r>
              <a:endParaRPr lang="en-US" sz="8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800" b="1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T</a:t>
              </a:r>
              <a:endParaRPr lang="en-US" sz="80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800" b="1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8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463040" y="1143000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Monitor</a:t>
              </a:r>
              <a:endPara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4663440" y="1143000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Easy Wins</a:t>
              </a:r>
              <a:endPara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463040" y="2788920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Strategic Bets</a:t>
              </a:r>
              <a:endPara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4663440" y="2788920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Priority Zone</a:t>
              </a:r>
              <a:endPara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5614416" y="1453896"/>
              <a:ext cx="201168" cy="201168"/>
            </a:xfrm>
            <a:prstGeom prst="ellipse">
              <a:avLst/>
            </a:prstGeom>
            <a:solidFill>
              <a:srgbClr val="2E8B57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5861304" y="1397507"/>
              <a:ext cx="1005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Scheduling</a:t>
              </a:r>
              <a:r>
                <a:rPr lang="en-US" sz="900" dirty="0">
                  <a:latin typeface="Avenir Next LT Pro" panose="020B0504020202020204" pitchFamily="34" charset="0"/>
                </a:rPr>
                <a:t> </a:t>
              </a: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Agent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4526280" y="1552651"/>
              <a:ext cx="201168" cy="201168"/>
            </a:xfrm>
            <a:prstGeom prst="ellipse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4759452" y="1499616"/>
              <a:ext cx="1005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TGI</a:t>
              </a:r>
              <a:r>
                <a:rPr lang="en-US" sz="900" dirty="0">
                  <a:latin typeface="Avenir Next LT Pro" panose="020B0504020202020204" pitchFamily="34" charset="0"/>
                </a:rPr>
                <a:t> </a:t>
              </a: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Screening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6638544" y="2944369"/>
              <a:ext cx="201168" cy="201168"/>
            </a:xfrm>
            <a:prstGeom prst="ellipse">
              <a:avLst/>
            </a:prstGeom>
            <a:solidFill>
              <a:srgbClr val="2E8B57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6858000" y="2889504"/>
              <a:ext cx="1005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Brief</a:t>
              </a:r>
              <a:r>
                <a:rPr lang="en-US" sz="900" dirty="0">
                  <a:latin typeface="Avenir Next LT Pro" panose="020B0504020202020204" pitchFamily="34" charset="0"/>
                </a:rPr>
                <a:t> </a:t>
              </a: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Simplification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3886200" y="2112264"/>
              <a:ext cx="201168" cy="201168"/>
            </a:xfrm>
            <a:prstGeom prst="ellipse">
              <a:avLst/>
            </a:prstGeom>
            <a:solidFill>
              <a:srgbClr val="CC3333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4111371" y="2060193"/>
              <a:ext cx="1005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CXO Data</a:t>
              </a:r>
              <a:r>
                <a:rPr lang="en-US" sz="900" dirty="0">
                  <a:latin typeface="Avenir Next LT Pro" panose="020B0504020202020204" pitchFamily="34" charset="0"/>
                </a:rPr>
                <a:t> </a:t>
              </a: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Pipeline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4334256" y="1947672"/>
              <a:ext cx="201168" cy="201168"/>
            </a:xfrm>
            <a:prstGeom prst="ellipse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4558157" y="1883663"/>
              <a:ext cx="124383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Policy</a:t>
              </a:r>
              <a:r>
                <a:rPr lang="en-US" sz="900" dirty="0">
                  <a:latin typeface="Avenir Next LT Pro" panose="020B0504020202020204" pitchFamily="34" charset="0"/>
                </a:rPr>
                <a:t> </a:t>
              </a: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Knowledge Base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4073652" y="2348230"/>
              <a:ext cx="201168" cy="201168"/>
            </a:xfrm>
            <a:prstGeom prst="ellipse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4306824" y="2295143"/>
              <a:ext cx="152704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Institutional</a:t>
              </a:r>
              <a:r>
                <a:rPr lang="en-US" sz="900" dirty="0">
                  <a:latin typeface="Avenir Next LT Pro" panose="020B0504020202020204" pitchFamily="34" charset="0"/>
                </a:rPr>
                <a:t> </a:t>
              </a: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Knowledge Repo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5486400" y="2770632"/>
              <a:ext cx="201168" cy="201168"/>
            </a:xfrm>
            <a:prstGeom prst="ellipse">
              <a:avLst/>
            </a:prstGeom>
            <a:solidFill>
              <a:srgbClr val="2E8B57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5705856" y="2724912"/>
              <a:ext cx="1325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DEI Program</a:t>
              </a:r>
              <a:r>
                <a:rPr lang="en-US" sz="900" dirty="0">
                  <a:latin typeface="Avenir Next LT Pro" panose="020B0504020202020204" pitchFamily="34" charset="0"/>
                </a:rPr>
                <a:t> </a:t>
              </a: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Curation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5760720" y="3001061"/>
              <a:ext cx="201168" cy="201168"/>
            </a:xfrm>
            <a:prstGeom prst="ellipse">
              <a:avLst/>
            </a:prstGeom>
            <a:solidFill>
              <a:srgbClr val="2E8B57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5969508" y="2963571"/>
              <a:ext cx="1005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DEI Logistics</a:t>
              </a:r>
              <a:endParaRPr lang="en-US" sz="9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Tracker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2286000" y="1289304"/>
              <a:ext cx="201168" cy="201168"/>
            </a:xfrm>
            <a:prstGeom prst="ellipse">
              <a:avLst/>
            </a:prstGeom>
            <a:solidFill>
              <a:srgbClr val="CC3333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2510028" y="1224280"/>
              <a:ext cx="124358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LTI Review</a:t>
              </a:r>
              <a:r>
                <a:rPr lang="en-US" sz="900" dirty="0">
                  <a:latin typeface="Avenir Next LT Pro" panose="020B0504020202020204" pitchFamily="34" charset="0"/>
                </a:rPr>
                <a:t> </a:t>
              </a: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Assistant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6766560" y="3236977"/>
              <a:ext cx="201168" cy="201168"/>
            </a:xfrm>
            <a:prstGeom prst="ellipse">
              <a:avLst/>
            </a:prstGeom>
            <a:solidFill>
              <a:srgbClr val="2E8B57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7012686" y="3176067"/>
              <a:ext cx="61366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Research</a:t>
              </a:r>
              <a:r>
                <a:rPr lang="en-US" sz="900" dirty="0">
                  <a:latin typeface="Avenir Next LT Pro" panose="020B0504020202020204" pitchFamily="34" charset="0"/>
                </a:rPr>
                <a:t> </a:t>
              </a:r>
            </a:p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Assistant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B3C5DDA-4ABF-7C3B-E4C7-AF8E458F8B0F}"/>
              </a:ext>
            </a:extLst>
          </p:cNvPr>
          <p:cNvGrpSpPr/>
          <p:nvPr/>
        </p:nvGrpSpPr>
        <p:grpSpPr>
          <a:xfrm>
            <a:off x="1814957" y="4542282"/>
            <a:ext cx="5486400" cy="251460"/>
            <a:chOff x="457200" y="4617720"/>
            <a:chExt cx="5486400" cy="251460"/>
          </a:xfrm>
        </p:grpSpPr>
        <p:sp>
          <p:nvSpPr>
            <p:cNvPr id="42" name="Shape 4">
              <a:extLst>
                <a:ext uri="{FF2B5EF4-FFF2-40B4-BE49-F238E27FC236}">
                  <a16:creationId xmlns:a16="http://schemas.microsoft.com/office/drawing/2014/main" id="{ADCDF452-5975-5910-B427-34CDB8A8AA3F}"/>
                </a:ext>
              </a:extLst>
            </p:cNvPr>
            <p:cNvSpPr/>
            <p:nvPr/>
          </p:nvSpPr>
          <p:spPr>
            <a:xfrm>
              <a:off x="457200" y="4624070"/>
              <a:ext cx="5303520" cy="245110"/>
            </a:xfrm>
            <a:prstGeom prst="rect">
              <a:avLst/>
            </a:prstGeom>
            <a:solidFill>
              <a:srgbClr val="EAF2FA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548640" y="4617720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Data Sensitivity: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1737360" y="4663440"/>
              <a:ext cx="137160" cy="137160"/>
            </a:xfrm>
            <a:prstGeom prst="ellipse">
              <a:avLst/>
            </a:prstGeom>
            <a:solidFill>
              <a:srgbClr val="2E8B57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1920240" y="4617720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None / Low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3200400" y="4663440"/>
              <a:ext cx="137160" cy="137160"/>
            </a:xfrm>
            <a:prstGeom prst="ellipse">
              <a:avLst/>
            </a:prstGeom>
            <a:solidFill>
              <a:srgbClr val="E8901E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3383280" y="4617720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Medium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4663440" y="4663440"/>
              <a:ext cx="137160" cy="137160"/>
            </a:xfrm>
            <a:prstGeom prst="ellipse">
              <a:avLst/>
            </a:prstGeom>
            <a:solidFill>
              <a:srgbClr val="CC3333"/>
            </a:solidFill>
            <a:ln/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4846320" y="4617720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72727"/>
                  </a:solidFill>
                  <a:latin typeface="Avenir Next LT Pro" panose="020B0504020202020204" pitchFamily="34" charset="0"/>
                  <a:ea typeface="Arial" pitchFamily="34" charset="-122"/>
                  <a:cs typeface="Arial" pitchFamily="34" charset="-120"/>
                </a:rPr>
                <a:t>High / Very High</a:t>
              </a:r>
              <a:endParaRPr lang="en-US" sz="9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41" name="Text 39"/>
          <p:cNvSpPr/>
          <p:nvPr/>
        </p:nvSpPr>
        <p:spPr>
          <a:xfrm>
            <a:off x="43434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sp>
        <p:nvSpPr>
          <p:cNvPr id="45" name="Shape 24">
            <a:extLst>
              <a:ext uri="{FF2B5EF4-FFF2-40B4-BE49-F238E27FC236}">
                <a16:creationId xmlns:a16="http://schemas.microsoft.com/office/drawing/2014/main" id="{716E082D-B32F-6821-9B6D-88B804057816}"/>
              </a:ext>
            </a:extLst>
          </p:cNvPr>
          <p:cNvSpPr/>
          <p:nvPr/>
        </p:nvSpPr>
        <p:spPr>
          <a:xfrm>
            <a:off x="5638800" y="2361184"/>
            <a:ext cx="201168" cy="201168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4AE27DD4-B0DB-E4A0-B35D-41648466FDD5}"/>
              </a:ext>
            </a:extLst>
          </p:cNvPr>
          <p:cNvSpPr/>
          <p:nvPr/>
        </p:nvSpPr>
        <p:spPr>
          <a:xfrm>
            <a:off x="5870956" y="2284857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TMTC Content Duration 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sp>
        <p:nvSpPr>
          <p:cNvPr id="47" name="Shape 20">
            <a:extLst>
              <a:ext uri="{FF2B5EF4-FFF2-40B4-BE49-F238E27FC236}">
                <a16:creationId xmlns:a16="http://schemas.microsoft.com/office/drawing/2014/main" id="{BC33E952-44A5-D6A5-0D8D-4DA51ADCC621}"/>
              </a:ext>
            </a:extLst>
          </p:cNvPr>
          <p:cNvSpPr/>
          <p:nvPr/>
        </p:nvSpPr>
        <p:spPr>
          <a:xfrm>
            <a:off x="4811268" y="1620709"/>
            <a:ext cx="201168" cy="201168"/>
          </a:xfrm>
          <a:prstGeom prst="ellipse">
            <a:avLst/>
          </a:prstGeom>
          <a:solidFill>
            <a:srgbClr val="E8901E"/>
          </a:solidFill>
          <a:ln/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74FE70E8-3BE0-7D55-DFD5-7480B157244D}"/>
              </a:ext>
            </a:extLst>
          </p:cNvPr>
          <p:cNvSpPr/>
          <p:nvPr/>
        </p:nvSpPr>
        <p:spPr>
          <a:xfrm>
            <a:off x="5064124" y="1555177"/>
            <a:ext cx="15195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TAS Resume Screen &amp; Match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880033DE-FA08-A48F-50E6-01B019E16C39}"/>
              </a:ext>
            </a:extLst>
          </p:cNvPr>
          <p:cNvSpPr/>
          <p:nvPr/>
        </p:nvSpPr>
        <p:spPr>
          <a:xfrm>
            <a:off x="5486400" y="3150108"/>
            <a:ext cx="201168" cy="201168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BCA0AA3E-407B-F671-BA1A-BCF3D5FA18A1}"/>
              </a:ext>
            </a:extLst>
          </p:cNvPr>
          <p:cNvSpPr/>
          <p:nvPr/>
        </p:nvSpPr>
        <p:spPr>
          <a:xfrm>
            <a:off x="5715000" y="310347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2727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TMTC Content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72727"/>
                </a:solidFill>
                <a:latin typeface="Avenir Next LT Pro" panose="020B0504020202020204" pitchFamily="34" charset="0"/>
                <a:cs typeface="Arial" pitchFamily="34" charset="-120"/>
              </a:rPr>
              <a:t>Communications</a:t>
            </a:r>
            <a:endParaRPr lang="en-US" sz="900" dirty="0"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4279</TotalTime>
  <Words>2103</Words>
  <Application>Microsoft Office PowerPoint</Application>
  <PresentationFormat>On-screen Show (16:9)</PresentationFormat>
  <Paragraphs>394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Arial</vt:lpstr>
      <vt:lpstr>Avenir Next LT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HR Diagnostic &amp; AI-Native Transformation Blueprint</dc:title>
  <dc:subject>PptxGenJS Presentation</dc:subject>
  <dc:creator>Group HR Intern Project</dc:creator>
  <cp:lastModifiedBy>Nirmit Shah</cp:lastModifiedBy>
  <cp:revision>1</cp:revision>
  <dcterms:created xsi:type="dcterms:W3CDTF">2026-04-17T10:06:48Z</dcterms:created>
  <dcterms:modified xsi:type="dcterms:W3CDTF">2026-04-21T06:34:29Z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bba68-4eb1-45e8-9c75-b7dd7eb6bd90_Enabled">
    <vt:lpwstr>true</vt:lpwstr>
  </property>
  <property fmtid="{D5CDD505-2E9C-101B-9397-08002B2CF9AE}" pid="3" name="MSIP_Label_153bba68-4eb1-45e8-9c75-b7dd7eb6bd90_SetDate">
    <vt:lpwstr>2026-04-17T10:21:43Z</vt:lpwstr>
  </property>
  <property fmtid="{D5CDD505-2E9C-101B-9397-08002B2CF9AE}" pid="4" name="MSIP_Label_153bba68-4eb1-45e8-9c75-b7dd7eb6bd90_Method">
    <vt:lpwstr>Standard</vt:lpwstr>
  </property>
  <property fmtid="{D5CDD505-2E9C-101B-9397-08002B2CF9AE}" pid="5" name="MSIP_Label_153bba68-4eb1-45e8-9c75-b7dd7eb6bd90_Name">
    <vt:lpwstr>153bba68-4eb1-45e8-9c75-b7dd7eb6bd90</vt:lpwstr>
  </property>
  <property fmtid="{D5CDD505-2E9C-101B-9397-08002B2CF9AE}" pid="6" name="MSIP_Label_153bba68-4eb1-45e8-9c75-b7dd7eb6bd90_SiteId">
    <vt:lpwstr>e5ba7b2a-a780-41a9-92b2-c2ed52d3a12f</vt:lpwstr>
  </property>
  <property fmtid="{D5CDD505-2E9C-101B-9397-08002B2CF9AE}" pid="7" name="MSIP_Label_153bba68-4eb1-45e8-9c75-b7dd7eb6bd90_ActionId">
    <vt:lpwstr>1f1a76f8-44e9-488c-a724-1fa435c30605</vt:lpwstr>
  </property>
  <property fmtid="{D5CDD505-2E9C-101B-9397-08002B2CF9AE}" pid="8" name="MSIP_Label_153bba68-4eb1-45e8-9c75-b7dd7eb6bd90_ContentBits">
    <vt:lpwstr>2</vt:lpwstr>
  </property>
  <property fmtid="{D5CDD505-2E9C-101B-9397-08002B2CF9AE}" pid="9" name="MSIP_Label_153bba68-4eb1-45e8-9c75-b7dd7eb6bd90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Tata Sons - Internal</vt:lpwstr>
  </property>
</Properties>
</file>