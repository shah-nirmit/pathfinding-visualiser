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E0B"/>
    <a:srgbClr val="16A3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E663F2-CF8E-4204-8F8E-DED1551E8418}" v="82" dt="2026-05-07T09:46:19.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autoAdjust="0"/>
    <p:restoredTop sz="94610"/>
  </p:normalViewPr>
  <p:slideViewPr>
    <p:cSldViewPr snapToGrid="0" snapToObjects="1">
      <p:cViewPr>
        <p:scale>
          <a:sx n="75" d="100"/>
          <a:sy n="75" d="100"/>
        </p:scale>
        <p:origin x="248"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mit Shah" userId="19542b5f-727d-48fc-a6e5-31748f5f223f" providerId="ADAL" clId="{6E744BBD-6A1F-4C63-AAA4-E23759909C2A}"/>
    <pc:docChg chg="undo custSel addSld modSld">
      <pc:chgData name="Nirmit Shah" userId="19542b5f-727d-48fc-a6e5-31748f5f223f" providerId="ADAL" clId="{6E744BBD-6A1F-4C63-AAA4-E23759909C2A}" dt="2026-05-08T04:53:44.715" v="2674" actId="20577"/>
      <pc:docMkLst>
        <pc:docMk/>
      </pc:docMkLst>
      <pc:sldChg chg="addSp delSp modSp mod modShow">
        <pc:chgData name="Nirmit Shah" userId="19542b5f-727d-48fc-a6e5-31748f5f223f" providerId="ADAL" clId="{6E744BBD-6A1F-4C63-AAA4-E23759909C2A}" dt="2026-05-07T06:41:02.041" v="108" actId="729"/>
        <pc:sldMkLst>
          <pc:docMk/>
          <pc:sldMk cId="0" sldId="256"/>
        </pc:sldMkLst>
        <pc:spChg chg="mod">
          <ac:chgData name="Nirmit Shah" userId="19542b5f-727d-48fc-a6e5-31748f5f223f" providerId="ADAL" clId="{6E744BBD-6A1F-4C63-AAA4-E23759909C2A}" dt="2026-05-07T06:39:22.313" v="83" actId="1076"/>
          <ac:spMkLst>
            <pc:docMk/>
            <pc:sldMk cId="0" sldId="256"/>
            <ac:spMk id="6" creationId="{00000000-0000-0000-0000-000000000000}"/>
          </ac:spMkLst>
        </pc:spChg>
        <pc:spChg chg="del">
          <ac:chgData name="Nirmit Shah" userId="19542b5f-727d-48fc-a6e5-31748f5f223f" providerId="ADAL" clId="{6E744BBD-6A1F-4C63-AAA4-E23759909C2A}" dt="2026-05-07T06:23:23.761" v="40" actId="478"/>
          <ac:spMkLst>
            <pc:docMk/>
            <pc:sldMk cId="0" sldId="256"/>
            <ac:spMk id="8" creationId="{00000000-0000-0000-0000-000000000000}"/>
          </ac:spMkLst>
        </pc:spChg>
        <pc:spChg chg="del">
          <ac:chgData name="Nirmit Shah" userId="19542b5f-727d-48fc-a6e5-31748f5f223f" providerId="ADAL" clId="{6E744BBD-6A1F-4C63-AAA4-E23759909C2A}" dt="2026-05-07T06:23:21.647" v="39" actId="478"/>
          <ac:spMkLst>
            <pc:docMk/>
            <pc:sldMk cId="0" sldId="256"/>
            <ac:spMk id="9" creationId="{00000000-0000-0000-0000-000000000000}"/>
          </ac:spMkLst>
        </pc:spChg>
        <pc:spChg chg="mod">
          <ac:chgData name="Nirmit Shah" userId="19542b5f-727d-48fc-a6e5-31748f5f223f" providerId="ADAL" clId="{6E744BBD-6A1F-4C63-AAA4-E23759909C2A}" dt="2026-05-07T06:39:31.388" v="95" actId="1036"/>
          <ac:spMkLst>
            <pc:docMk/>
            <pc:sldMk cId="0" sldId="256"/>
            <ac:spMk id="10" creationId="{00000000-0000-0000-0000-000000000000}"/>
          </ac:spMkLst>
        </pc:spChg>
        <pc:spChg chg="add mod">
          <ac:chgData name="Nirmit Shah" userId="19542b5f-727d-48fc-a6e5-31748f5f223f" providerId="ADAL" clId="{6E744BBD-6A1F-4C63-AAA4-E23759909C2A}" dt="2026-05-07T06:23:17.347" v="38"/>
          <ac:spMkLst>
            <pc:docMk/>
            <pc:sldMk cId="0" sldId="256"/>
            <ac:spMk id="32" creationId="{A72F3233-0279-EB5F-0B5C-84C0134166E1}"/>
          </ac:spMkLst>
        </pc:spChg>
        <pc:grpChg chg="add del">
          <ac:chgData name="Nirmit Shah" userId="19542b5f-727d-48fc-a6e5-31748f5f223f" providerId="ADAL" clId="{6E744BBD-6A1F-4C63-AAA4-E23759909C2A}" dt="2026-05-07T06:40:39.497" v="104" actId="478"/>
          <ac:grpSpMkLst>
            <pc:docMk/>
            <pc:sldMk cId="0" sldId="256"/>
            <ac:grpSpMk id="30" creationId="{F9C07C93-47FF-BACC-9D2E-FD21E19582DE}"/>
          </ac:grpSpMkLst>
        </pc:grpChg>
        <pc:grpChg chg="add del">
          <ac:chgData name="Nirmit Shah" userId="19542b5f-727d-48fc-a6e5-31748f5f223f" providerId="ADAL" clId="{6E744BBD-6A1F-4C63-AAA4-E23759909C2A}" dt="2026-05-07T06:40:43.952" v="105" actId="478"/>
          <ac:grpSpMkLst>
            <pc:docMk/>
            <pc:sldMk cId="0" sldId="256"/>
            <ac:grpSpMk id="31" creationId="{873DC43E-3996-6279-8A9D-99FA1CA26D9A}"/>
          </ac:grpSpMkLst>
        </pc:grpChg>
      </pc:sldChg>
      <pc:sldChg chg="addSp delSp modSp mod">
        <pc:chgData name="Nirmit Shah" userId="19542b5f-727d-48fc-a6e5-31748f5f223f" providerId="ADAL" clId="{6E744BBD-6A1F-4C63-AAA4-E23759909C2A}" dt="2026-05-07T09:29:19.747" v="2210"/>
        <pc:sldMkLst>
          <pc:docMk/>
          <pc:sldMk cId="0" sldId="257"/>
        </pc:sldMkLst>
        <pc:spChg chg="mod">
          <ac:chgData name="Nirmit Shah" userId="19542b5f-727d-48fc-a6e5-31748f5f223f" providerId="ADAL" clId="{6E744BBD-6A1F-4C63-AAA4-E23759909C2A}" dt="2026-05-07T06:51:08.584" v="901" actId="255"/>
          <ac:spMkLst>
            <pc:docMk/>
            <pc:sldMk cId="0" sldId="257"/>
            <ac:spMk id="5" creationId="{00000000-0000-0000-0000-000000000000}"/>
          </ac:spMkLst>
        </pc:spChg>
        <pc:spChg chg="del">
          <ac:chgData name="Nirmit Shah" userId="19542b5f-727d-48fc-a6e5-31748f5f223f" providerId="ADAL" clId="{6E744BBD-6A1F-4C63-AAA4-E23759909C2A}" dt="2026-05-07T06:23:29.380" v="41" actId="478"/>
          <ac:spMkLst>
            <pc:docMk/>
            <pc:sldMk cId="0" sldId="257"/>
            <ac:spMk id="7" creationId="{00000000-0000-0000-0000-000000000000}"/>
          </ac:spMkLst>
        </pc:spChg>
        <pc:spChg chg="del">
          <ac:chgData name="Nirmit Shah" userId="19542b5f-727d-48fc-a6e5-31748f5f223f" providerId="ADAL" clId="{6E744BBD-6A1F-4C63-AAA4-E23759909C2A}" dt="2026-05-07T06:23:31.974" v="42" actId="478"/>
          <ac:spMkLst>
            <pc:docMk/>
            <pc:sldMk cId="0" sldId="257"/>
            <ac:spMk id="8" creationId="{00000000-0000-0000-0000-000000000000}"/>
          </ac:spMkLst>
        </pc:spChg>
        <pc:spChg chg="mod">
          <ac:chgData name="Nirmit Shah" userId="19542b5f-727d-48fc-a6e5-31748f5f223f" providerId="ADAL" clId="{6E744BBD-6A1F-4C63-AAA4-E23759909C2A}" dt="2026-05-07T06:50:58.582" v="897" actId="255"/>
          <ac:spMkLst>
            <pc:docMk/>
            <pc:sldMk cId="0" sldId="257"/>
            <ac:spMk id="9" creationId="{00000000-0000-0000-0000-000000000000}"/>
          </ac:spMkLst>
        </pc:spChg>
        <pc:spChg chg="mod">
          <ac:chgData name="Nirmit Shah" userId="19542b5f-727d-48fc-a6e5-31748f5f223f" providerId="ADAL" clId="{6E744BBD-6A1F-4C63-AAA4-E23759909C2A}" dt="2026-05-07T06:49:59.765" v="864" actId="164"/>
          <ac:spMkLst>
            <pc:docMk/>
            <pc:sldMk cId="0" sldId="257"/>
            <ac:spMk id="10" creationId="{00000000-0000-0000-0000-000000000000}"/>
          </ac:spMkLst>
        </pc:spChg>
        <pc:spChg chg="del mod">
          <ac:chgData name="Nirmit Shah" userId="19542b5f-727d-48fc-a6e5-31748f5f223f" providerId="ADAL" clId="{6E744BBD-6A1F-4C63-AAA4-E23759909C2A}" dt="2026-05-07T06:47:00.494" v="676" actId="478"/>
          <ac:spMkLst>
            <pc:docMk/>
            <pc:sldMk cId="0" sldId="257"/>
            <ac:spMk id="11" creationId="{00000000-0000-0000-0000-000000000000}"/>
          </ac:spMkLst>
        </pc:spChg>
        <pc:spChg chg="mod">
          <ac:chgData name="Nirmit Shah" userId="19542b5f-727d-48fc-a6e5-31748f5f223f" providerId="ADAL" clId="{6E744BBD-6A1F-4C63-AAA4-E23759909C2A}" dt="2026-05-07T06:49:59.765" v="864" actId="164"/>
          <ac:spMkLst>
            <pc:docMk/>
            <pc:sldMk cId="0" sldId="257"/>
            <ac:spMk id="12" creationId="{00000000-0000-0000-0000-000000000000}"/>
          </ac:spMkLst>
        </pc:spChg>
        <pc:spChg chg="mod">
          <ac:chgData name="Nirmit Shah" userId="19542b5f-727d-48fc-a6e5-31748f5f223f" providerId="ADAL" clId="{6E744BBD-6A1F-4C63-AAA4-E23759909C2A}" dt="2026-05-07T06:53:13.694" v="1008" actId="5793"/>
          <ac:spMkLst>
            <pc:docMk/>
            <pc:sldMk cId="0" sldId="257"/>
            <ac:spMk id="13" creationId="{00000000-0000-0000-0000-000000000000}"/>
          </ac:spMkLst>
        </pc:spChg>
        <pc:spChg chg="mod">
          <ac:chgData name="Nirmit Shah" userId="19542b5f-727d-48fc-a6e5-31748f5f223f" providerId="ADAL" clId="{6E744BBD-6A1F-4C63-AAA4-E23759909C2A}" dt="2026-05-07T06:46:49.801" v="675" actId="164"/>
          <ac:spMkLst>
            <pc:docMk/>
            <pc:sldMk cId="0" sldId="257"/>
            <ac:spMk id="14" creationId="{00000000-0000-0000-0000-000000000000}"/>
          </ac:spMkLst>
        </pc:spChg>
        <pc:spChg chg="mod">
          <ac:chgData name="Nirmit Shah" userId="19542b5f-727d-48fc-a6e5-31748f5f223f" providerId="ADAL" clId="{6E744BBD-6A1F-4C63-AAA4-E23759909C2A}" dt="2026-05-07T06:49:23.079" v="860" actId="1037"/>
          <ac:spMkLst>
            <pc:docMk/>
            <pc:sldMk cId="0" sldId="257"/>
            <ac:spMk id="15" creationId="{00000000-0000-0000-0000-000000000000}"/>
          </ac:spMkLst>
        </pc:spChg>
        <pc:spChg chg="mod">
          <ac:chgData name="Nirmit Shah" userId="19542b5f-727d-48fc-a6e5-31748f5f223f" providerId="ADAL" clId="{6E744BBD-6A1F-4C63-AAA4-E23759909C2A}" dt="2026-05-07T06:46:49.801" v="675" actId="164"/>
          <ac:spMkLst>
            <pc:docMk/>
            <pc:sldMk cId="0" sldId="257"/>
            <ac:spMk id="16" creationId="{00000000-0000-0000-0000-000000000000}"/>
          </ac:spMkLst>
        </pc:spChg>
        <pc:spChg chg="mod">
          <ac:chgData name="Nirmit Shah" userId="19542b5f-727d-48fc-a6e5-31748f5f223f" providerId="ADAL" clId="{6E744BBD-6A1F-4C63-AAA4-E23759909C2A}" dt="2026-05-07T06:52:15.892" v="995" actId="12"/>
          <ac:spMkLst>
            <pc:docMk/>
            <pc:sldMk cId="0" sldId="257"/>
            <ac:spMk id="17" creationId="{00000000-0000-0000-0000-000000000000}"/>
          </ac:spMkLst>
        </pc:spChg>
        <pc:spChg chg="mod">
          <ac:chgData name="Nirmit Shah" userId="19542b5f-727d-48fc-a6e5-31748f5f223f" providerId="ADAL" clId="{6E744BBD-6A1F-4C63-AAA4-E23759909C2A}" dt="2026-05-07T06:50:08.272" v="865" actId="164"/>
          <ac:spMkLst>
            <pc:docMk/>
            <pc:sldMk cId="0" sldId="257"/>
            <ac:spMk id="18" creationId="{00000000-0000-0000-0000-000000000000}"/>
          </ac:spMkLst>
        </pc:spChg>
        <pc:spChg chg="add del mod">
          <ac:chgData name="Nirmit Shah" userId="19542b5f-727d-48fc-a6e5-31748f5f223f" providerId="ADAL" clId="{6E744BBD-6A1F-4C63-AAA4-E23759909C2A}" dt="2026-05-07T06:48:55.664" v="781" actId="478"/>
          <ac:spMkLst>
            <pc:docMk/>
            <pc:sldMk cId="0" sldId="257"/>
            <ac:spMk id="19" creationId="{00000000-0000-0000-0000-000000000000}"/>
          </ac:spMkLst>
        </pc:spChg>
        <pc:spChg chg="mod">
          <ac:chgData name="Nirmit Shah" userId="19542b5f-727d-48fc-a6e5-31748f5f223f" providerId="ADAL" clId="{6E744BBD-6A1F-4C63-AAA4-E23759909C2A}" dt="2026-05-07T06:50:08.272" v="865" actId="164"/>
          <ac:spMkLst>
            <pc:docMk/>
            <pc:sldMk cId="0" sldId="257"/>
            <ac:spMk id="20" creationId="{00000000-0000-0000-0000-000000000000}"/>
          </ac:spMkLst>
        </pc:spChg>
        <pc:spChg chg="mod">
          <ac:chgData name="Nirmit Shah" userId="19542b5f-727d-48fc-a6e5-31748f5f223f" providerId="ADAL" clId="{6E744BBD-6A1F-4C63-AAA4-E23759909C2A}" dt="2026-05-07T06:53:25.932" v="1015" actId="20577"/>
          <ac:spMkLst>
            <pc:docMk/>
            <pc:sldMk cId="0" sldId="257"/>
            <ac:spMk id="21" creationId="{00000000-0000-0000-0000-000000000000}"/>
          </ac:spMkLst>
        </pc:spChg>
        <pc:spChg chg="add del">
          <ac:chgData name="Nirmit Shah" userId="19542b5f-727d-48fc-a6e5-31748f5f223f" providerId="ADAL" clId="{6E744BBD-6A1F-4C63-AAA4-E23759909C2A}" dt="2026-05-07T06:44:57.272" v="638" actId="478"/>
          <ac:spMkLst>
            <pc:docMk/>
            <pc:sldMk cId="0" sldId="257"/>
            <ac:spMk id="22" creationId="{00000000-0000-0000-0000-000000000000}"/>
          </ac:spMkLst>
        </pc:spChg>
        <pc:spChg chg="add del">
          <ac:chgData name="Nirmit Shah" userId="19542b5f-727d-48fc-a6e5-31748f5f223f" providerId="ADAL" clId="{6E744BBD-6A1F-4C63-AAA4-E23759909C2A}" dt="2026-05-07T06:44:57.272" v="638" actId="478"/>
          <ac:spMkLst>
            <pc:docMk/>
            <pc:sldMk cId="0" sldId="257"/>
            <ac:spMk id="23" creationId="{00000000-0000-0000-0000-000000000000}"/>
          </ac:spMkLst>
        </pc:spChg>
        <pc:spChg chg="add del">
          <ac:chgData name="Nirmit Shah" userId="19542b5f-727d-48fc-a6e5-31748f5f223f" providerId="ADAL" clId="{6E744BBD-6A1F-4C63-AAA4-E23759909C2A}" dt="2026-05-07T06:44:57.272" v="638" actId="478"/>
          <ac:spMkLst>
            <pc:docMk/>
            <pc:sldMk cId="0" sldId="257"/>
            <ac:spMk id="24" creationId="{00000000-0000-0000-0000-000000000000}"/>
          </ac:spMkLst>
        </pc:spChg>
        <pc:spChg chg="add del">
          <ac:chgData name="Nirmit Shah" userId="19542b5f-727d-48fc-a6e5-31748f5f223f" providerId="ADAL" clId="{6E744BBD-6A1F-4C63-AAA4-E23759909C2A}" dt="2026-05-07T06:44:57.272" v="638" actId="478"/>
          <ac:spMkLst>
            <pc:docMk/>
            <pc:sldMk cId="0" sldId="257"/>
            <ac:spMk id="25" creationId="{00000000-0000-0000-0000-000000000000}"/>
          </ac:spMkLst>
        </pc:spChg>
        <pc:spChg chg="add del">
          <ac:chgData name="Nirmit Shah" userId="19542b5f-727d-48fc-a6e5-31748f5f223f" providerId="ADAL" clId="{6E744BBD-6A1F-4C63-AAA4-E23759909C2A}" dt="2026-05-07T06:44:57.272" v="638" actId="478"/>
          <ac:spMkLst>
            <pc:docMk/>
            <pc:sldMk cId="0" sldId="257"/>
            <ac:spMk id="26" creationId="{00000000-0000-0000-0000-000000000000}"/>
          </ac:spMkLst>
        </pc:spChg>
        <pc:spChg chg="add del mod">
          <ac:chgData name="Nirmit Shah" userId="19542b5f-727d-48fc-a6e5-31748f5f223f" providerId="ADAL" clId="{6E744BBD-6A1F-4C63-AAA4-E23759909C2A}" dt="2026-05-07T06:44:57.272" v="638" actId="478"/>
          <ac:spMkLst>
            <pc:docMk/>
            <pc:sldMk cId="0" sldId="257"/>
            <ac:spMk id="27" creationId="{00000000-0000-0000-0000-000000000000}"/>
          </ac:spMkLst>
        </pc:spChg>
        <pc:spChg chg="add mod">
          <ac:chgData name="Nirmit Shah" userId="19542b5f-727d-48fc-a6e5-31748f5f223f" providerId="ADAL" clId="{6E744BBD-6A1F-4C63-AAA4-E23759909C2A}" dt="2026-05-07T09:27:25.877" v="2179" actId="20577"/>
          <ac:spMkLst>
            <pc:docMk/>
            <pc:sldMk cId="0" sldId="257"/>
            <ac:spMk id="28" creationId="{7EC3C1A8-0816-FBB2-E5F2-84B4114EC5C5}"/>
          </ac:spMkLst>
        </pc:spChg>
        <pc:spChg chg="mod">
          <ac:chgData name="Nirmit Shah" userId="19542b5f-727d-48fc-a6e5-31748f5f223f" providerId="ADAL" clId="{6E744BBD-6A1F-4C63-AAA4-E23759909C2A}" dt="2026-05-07T06:45:03.076" v="639"/>
          <ac:spMkLst>
            <pc:docMk/>
            <pc:sldMk cId="0" sldId="257"/>
            <ac:spMk id="31" creationId="{2A2B7C7A-B537-0737-0652-3C6EF1F085F4}"/>
          </ac:spMkLst>
        </pc:spChg>
        <pc:spChg chg="mod">
          <ac:chgData name="Nirmit Shah" userId="19542b5f-727d-48fc-a6e5-31748f5f223f" providerId="ADAL" clId="{6E744BBD-6A1F-4C63-AAA4-E23759909C2A}" dt="2026-05-07T06:45:03.076" v="639"/>
          <ac:spMkLst>
            <pc:docMk/>
            <pc:sldMk cId="0" sldId="257"/>
            <ac:spMk id="32" creationId="{0F240E73-C3AC-B373-6E3D-AAE4E8B369C2}"/>
          </ac:spMkLst>
        </pc:spChg>
        <pc:spChg chg="mod">
          <ac:chgData name="Nirmit Shah" userId="19542b5f-727d-48fc-a6e5-31748f5f223f" providerId="ADAL" clId="{6E744BBD-6A1F-4C63-AAA4-E23759909C2A}" dt="2026-05-07T06:45:03.076" v="639"/>
          <ac:spMkLst>
            <pc:docMk/>
            <pc:sldMk cId="0" sldId="257"/>
            <ac:spMk id="34" creationId="{9F6B96D6-4AA2-3878-EC8E-74F6E33280C7}"/>
          </ac:spMkLst>
        </pc:spChg>
        <pc:spChg chg="mod">
          <ac:chgData name="Nirmit Shah" userId="19542b5f-727d-48fc-a6e5-31748f5f223f" providerId="ADAL" clId="{6E744BBD-6A1F-4C63-AAA4-E23759909C2A}" dt="2026-05-07T06:45:03.076" v="639"/>
          <ac:spMkLst>
            <pc:docMk/>
            <pc:sldMk cId="0" sldId="257"/>
            <ac:spMk id="35" creationId="{ABC63B6C-C480-F0BC-FEDD-E4585A7AAB36}"/>
          </ac:spMkLst>
        </pc:spChg>
        <pc:spChg chg="mod">
          <ac:chgData name="Nirmit Shah" userId="19542b5f-727d-48fc-a6e5-31748f5f223f" providerId="ADAL" clId="{6E744BBD-6A1F-4C63-AAA4-E23759909C2A}" dt="2026-05-07T06:45:03.076" v="639"/>
          <ac:spMkLst>
            <pc:docMk/>
            <pc:sldMk cId="0" sldId="257"/>
            <ac:spMk id="36" creationId="{41FBB959-F46B-EB98-C2F9-327F35B9B98E}"/>
          </ac:spMkLst>
        </pc:spChg>
        <pc:spChg chg="mod">
          <ac:chgData name="Nirmit Shah" userId="19542b5f-727d-48fc-a6e5-31748f5f223f" providerId="ADAL" clId="{6E744BBD-6A1F-4C63-AAA4-E23759909C2A}" dt="2026-05-07T06:45:03.076" v="639"/>
          <ac:spMkLst>
            <pc:docMk/>
            <pc:sldMk cId="0" sldId="257"/>
            <ac:spMk id="37" creationId="{D068290F-3AEA-7FDF-1330-DC2CFC7A7C67}"/>
          </ac:spMkLst>
        </pc:spChg>
        <pc:spChg chg="mod">
          <ac:chgData name="Nirmit Shah" userId="19542b5f-727d-48fc-a6e5-31748f5f223f" providerId="ADAL" clId="{6E744BBD-6A1F-4C63-AAA4-E23759909C2A}" dt="2026-05-07T06:45:03.076" v="639"/>
          <ac:spMkLst>
            <pc:docMk/>
            <pc:sldMk cId="0" sldId="257"/>
            <ac:spMk id="38" creationId="{C309581F-1738-B025-F7EE-1649872AAE78}"/>
          </ac:spMkLst>
        </pc:spChg>
        <pc:spChg chg="mod">
          <ac:chgData name="Nirmit Shah" userId="19542b5f-727d-48fc-a6e5-31748f5f223f" providerId="ADAL" clId="{6E744BBD-6A1F-4C63-AAA4-E23759909C2A}" dt="2026-05-07T06:45:03.076" v="639"/>
          <ac:spMkLst>
            <pc:docMk/>
            <pc:sldMk cId="0" sldId="257"/>
            <ac:spMk id="39" creationId="{2BF699DF-B85F-5D6F-79CF-D9678DC8A6CA}"/>
          </ac:spMkLst>
        </pc:spChg>
        <pc:spChg chg="mod">
          <ac:chgData name="Nirmit Shah" userId="19542b5f-727d-48fc-a6e5-31748f5f223f" providerId="ADAL" clId="{6E744BBD-6A1F-4C63-AAA4-E23759909C2A}" dt="2026-05-07T06:45:03.076" v="639"/>
          <ac:spMkLst>
            <pc:docMk/>
            <pc:sldMk cId="0" sldId="257"/>
            <ac:spMk id="40" creationId="{87DAD737-E3D1-95F2-C0ED-954A4FC86280}"/>
          </ac:spMkLst>
        </pc:spChg>
        <pc:spChg chg="mod">
          <ac:chgData name="Nirmit Shah" userId="19542b5f-727d-48fc-a6e5-31748f5f223f" providerId="ADAL" clId="{6E744BBD-6A1F-4C63-AAA4-E23759909C2A}" dt="2026-05-07T06:45:03.076" v="639"/>
          <ac:spMkLst>
            <pc:docMk/>
            <pc:sldMk cId="0" sldId="257"/>
            <ac:spMk id="41" creationId="{8AE9EDEC-E72C-A6B8-B02E-1CE8419E1C44}"/>
          </ac:spMkLst>
        </pc:spChg>
        <pc:spChg chg="add mod">
          <ac:chgData name="Nirmit Shah" userId="19542b5f-727d-48fc-a6e5-31748f5f223f" providerId="ADAL" clId="{6E744BBD-6A1F-4C63-AAA4-E23759909C2A}" dt="2026-05-07T06:49:59.765" v="864" actId="164"/>
          <ac:spMkLst>
            <pc:docMk/>
            <pc:sldMk cId="0" sldId="257"/>
            <ac:spMk id="43" creationId="{5B170D43-02A9-DCA1-35B4-5F4ECF350618}"/>
          </ac:spMkLst>
        </pc:spChg>
        <pc:spChg chg="add mod">
          <ac:chgData name="Nirmit Shah" userId="19542b5f-727d-48fc-a6e5-31748f5f223f" providerId="ADAL" clId="{6E744BBD-6A1F-4C63-AAA4-E23759909C2A}" dt="2026-05-07T06:50:08.272" v="865" actId="164"/>
          <ac:spMkLst>
            <pc:docMk/>
            <pc:sldMk cId="0" sldId="257"/>
            <ac:spMk id="44" creationId="{061AEDC4-2CDE-F18D-B0CE-8AA18AEAC9B8}"/>
          </ac:spMkLst>
        </pc:spChg>
        <pc:grpChg chg="mod">
          <ac:chgData name="Nirmit Shah" userId="19542b5f-727d-48fc-a6e5-31748f5f223f" providerId="ADAL" clId="{6E744BBD-6A1F-4C63-AAA4-E23759909C2A}" dt="2026-05-07T06:45:16.945" v="654" actId="1035"/>
          <ac:grpSpMkLst>
            <pc:docMk/>
            <pc:sldMk cId="0" sldId="257"/>
            <ac:grpSpMk id="29" creationId="{D7B61267-325B-AEF7-71B9-0DC5FEE8F81C}"/>
          </ac:grpSpMkLst>
        </pc:grpChg>
        <pc:grpChg chg="add mod">
          <ac:chgData name="Nirmit Shah" userId="19542b5f-727d-48fc-a6e5-31748f5f223f" providerId="ADAL" clId="{6E744BBD-6A1F-4C63-AAA4-E23759909C2A}" dt="2026-05-07T06:50:26.368" v="868" actId="164"/>
          <ac:grpSpMkLst>
            <pc:docMk/>
            <pc:sldMk cId="0" sldId="257"/>
            <ac:grpSpMk id="42" creationId="{6F366236-266F-2EC2-11FD-B2B27A631A02}"/>
          </ac:grpSpMkLst>
        </pc:grpChg>
        <pc:grpChg chg="add mod">
          <ac:chgData name="Nirmit Shah" userId="19542b5f-727d-48fc-a6e5-31748f5f223f" providerId="ADAL" clId="{6E744BBD-6A1F-4C63-AAA4-E23759909C2A}" dt="2026-05-07T06:50:26.368" v="868" actId="164"/>
          <ac:grpSpMkLst>
            <pc:docMk/>
            <pc:sldMk cId="0" sldId="257"/>
            <ac:grpSpMk id="45" creationId="{B5C7555E-2E36-914B-B470-CF1B6E6289D2}"/>
          </ac:grpSpMkLst>
        </pc:grpChg>
        <pc:grpChg chg="add mod">
          <ac:chgData name="Nirmit Shah" userId="19542b5f-727d-48fc-a6e5-31748f5f223f" providerId="ADAL" clId="{6E744BBD-6A1F-4C63-AAA4-E23759909C2A}" dt="2026-05-07T06:50:26.368" v="868" actId="164"/>
          <ac:grpSpMkLst>
            <pc:docMk/>
            <pc:sldMk cId="0" sldId="257"/>
            <ac:grpSpMk id="46" creationId="{5B9630C8-07DB-E327-604F-169B2A771FCA}"/>
          </ac:grpSpMkLst>
        </pc:grpChg>
        <pc:grpChg chg="add mod">
          <ac:chgData name="Nirmit Shah" userId="19542b5f-727d-48fc-a6e5-31748f5f223f" providerId="ADAL" clId="{6E744BBD-6A1F-4C63-AAA4-E23759909C2A}" dt="2026-05-07T06:50:36.498" v="889" actId="1036"/>
          <ac:grpSpMkLst>
            <pc:docMk/>
            <pc:sldMk cId="0" sldId="257"/>
            <ac:grpSpMk id="47" creationId="{EBA67282-1289-1667-EB69-9211BEECA795}"/>
          </ac:grpSpMkLst>
        </pc:grpChg>
        <pc:picChg chg="add mod">
          <ac:chgData name="Nirmit Shah" userId="19542b5f-727d-48fc-a6e5-31748f5f223f" providerId="ADAL" clId="{6E744BBD-6A1F-4C63-AAA4-E23759909C2A}" dt="2026-05-07T09:29:19.747" v="2210"/>
          <ac:picMkLst>
            <pc:docMk/>
            <pc:sldMk cId="0" sldId="257"/>
            <ac:picMk id="48" creationId="{E26EA268-96AC-46E8-39BF-E65093E093F9}"/>
          </ac:picMkLst>
        </pc:picChg>
      </pc:sldChg>
      <pc:sldChg chg="addSp delSp modSp mod">
        <pc:chgData name="Nirmit Shah" userId="19542b5f-727d-48fc-a6e5-31748f5f223f" providerId="ADAL" clId="{6E744BBD-6A1F-4C63-AAA4-E23759909C2A}" dt="2026-05-07T09:29:23.570" v="2213" actId="1035"/>
        <pc:sldMkLst>
          <pc:docMk/>
          <pc:sldMk cId="0" sldId="258"/>
        </pc:sldMkLst>
        <pc:spChg chg="del">
          <ac:chgData name="Nirmit Shah" userId="19542b5f-727d-48fc-a6e5-31748f5f223f" providerId="ADAL" clId="{6E744BBD-6A1F-4C63-AAA4-E23759909C2A}" dt="2026-05-07T06:59:42.461" v="1016" actId="478"/>
          <ac:spMkLst>
            <pc:docMk/>
            <pc:sldMk cId="0" sldId="258"/>
            <ac:spMk id="4" creationId="{00000000-0000-0000-0000-000000000000}"/>
          </ac:spMkLst>
        </pc:spChg>
        <pc:spChg chg="mod">
          <ac:chgData name="Nirmit Shah" userId="19542b5f-727d-48fc-a6e5-31748f5f223f" providerId="ADAL" clId="{6E744BBD-6A1F-4C63-AAA4-E23759909C2A}" dt="2026-05-07T06:59:48.368" v="1020" actId="20577"/>
          <ac:spMkLst>
            <pc:docMk/>
            <pc:sldMk cId="0" sldId="258"/>
            <ac:spMk id="5" creationId="{00000000-0000-0000-0000-000000000000}"/>
          </ac:spMkLst>
        </pc:spChg>
        <pc:spChg chg="del">
          <ac:chgData name="Nirmit Shah" userId="19542b5f-727d-48fc-a6e5-31748f5f223f" providerId="ADAL" clId="{6E744BBD-6A1F-4C63-AAA4-E23759909C2A}" dt="2026-05-07T06:23:40.431" v="45" actId="478"/>
          <ac:spMkLst>
            <pc:docMk/>
            <pc:sldMk cId="0" sldId="258"/>
            <ac:spMk id="7" creationId="{00000000-0000-0000-0000-000000000000}"/>
          </ac:spMkLst>
        </pc:spChg>
        <pc:spChg chg="del">
          <ac:chgData name="Nirmit Shah" userId="19542b5f-727d-48fc-a6e5-31748f5f223f" providerId="ADAL" clId="{6E744BBD-6A1F-4C63-AAA4-E23759909C2A}" dt="2026-05-07T06:23:45.769" v="46" actId="478"/>
          <ac:spMkLst>
            <pc:docMk/>
            <pc:sldMk cId="0" sldId="258"/>
            <ac:spMk id="8" creationId="{00000000-0000-0000-0000-000000000000}"/>
          </ac:spMkLst>
        </pc:spChg>
        <pc:spChg chg="mod">
          <ac:chgData name="Nirmit Shah" userId="19542b5f-727d-48fc-a6e5-31748f5f223f" providerId="ADAL" clId="{6E744BBD-6A1F-4C63-AAA4-E23759909C2A}" dt="2026-05-07T07:10:00.056" v="1419" actId="120"/>
          <ac:spMkLst>
            <pc:docMk/>
            <pc:sldMk cId="0" sldId="258"/>
            <ac:spMk id="9" creationId="{00000000-0000-0000-0000-000000000000}"/>
          </ac:spMkLst>
        </pc:spChg>
        <pc:spChg chg="mod">
          <ac:chgData name="Nirmit Shah" userId="19542b5f-727d-48fc-a6e5-31748f5f223f" providerId="ADAL" clId="{6E744BBD-6A1F-4C63-AAA4-E23759909C2A}" dt="2026-05-07T07:15:39.645" v="1631" actId="207"/>
          <ac:spMkLst>
            <pc:docMk/>
            <pc:sldMk cId="0" sldId="258"/>
            <ac:spMk id="10" creationId="{00000000-0000-0000-0000-000000000000}"/>
          </ac:spMkLst>
        </pc:spChg>
        <pc:spChg chg="mod">
          <ac:chgData name="Nirmit Shah" userId="19542b5f-727d-48fc-a6e5-31748f5f223f" providerId="ADAL" clId="{6E744BBD-6A1F-4C63-AAA4-E23759909C2A}" dt="2026-05-07T07:15:39.645" v="1631" actId="207"/>
          <ac:spMkLst>
            <pc:docMk/>
            <pc:sldMk cId="0" sldId="258"/>
            <ac:spMk id="11" creationId="{00000000-0000-0000-0000-000000000000}"/>
          </ac:spMkLst>
        </pc:spChg>
        <pc:spChg chg="mod">
          <ac:chgData name="Nirmit Shah" userId="19542b5f-727d-48fc-a6e5-31748f5f223f" providerId="ADAL" clId="{6E744BBD-6A1F-4C63-AAA4-E23759909C2A}" dt="2026-05-07T07:15:39.645" v="1631" actId="207"/>
          <ac:spMkLst>
            <pc:docMk/>
            <pc:sldMk cId="0" sldId="258"/>
            <ac:spMk id="12" creationId="{00000000-0000-0000-0000-000000000000}"/>
          </ac:spMkLst>
        </pc:spChg>
        <pc:spChg chg="mod">
          <ac:chgData name="Nirmit Shah" userId="19542b5f-727d-48fc-a6e5-31748f5f223f" providerId="ADAL" clId="{6E744BBD-6A1F-4C63-AAA4-E23759909C2A}" dt="2026-05-07T07:15:39.645" v="1631" actId="207"/>
          <ac:spMkLst>
            <pc:docMk/>
            <pc:sldMk cId="0" sldId="258"/>
            <ac:spMk id="13" creationId="{00000000-0000-0000-0000-000000000000}"/>
          </ac:spMkLst>
        </pc:spChg>
        <pc:spChg chg="mod">
          <ac:chgData name="Nirmit Shah" userId="19542b5f-727d-48fc-a6e5-31748f5f223f" providerId="ADAL" clId="{6E744BBD-6A1F-4C63-AAA4-E23759909C2A}" dt="2026-05-07T07:15:39.645" v="1631" actId="207"/>
          <ac:spMkLst>
            <pc:docMk/>
            <pc:sldMk cId="0" sldId="258"/>
            <ac:spMk id="14" creationId="{00000000-0000-0000-0000-000000000000}"/>
          </ac:spMkLst>
        </pc:spChg>
        <pc:spChg chg="mod">
          <ac:chgData name="Nirmit Shah" userId="19542b5f-727d-48fc-a6e5-31748f5f223f" providerId="ADAL" clId="{6E744BBD-6A1F-4C63-AAA4-E23759909C2A}" dt="2026-05-07T07:05:34.967" v="1102" actId="255"/>
          <ac:spMkLst>
            <pc:docMk/>
            <pc:sldMk cId="0" sldId="258"/>
            <ac:spMk id="15" creationId="{00000000-0000-0000-0000-000000000000}"/>
          </ac:spMkLst>
        </pc:spChg>
        <pc:spChg chg="mod">
          <ac:chgData name="Nirmit Shah" userId="19542b5f-727d-48fc-a6e5-31748f5f223f" providerId="ADAL" clId="{6E744BBD-6A1F-4C63-AAA4-E23759909C2A}" dt="2026-05-07T07:01:02.098" v="1028" actId="164"/>
          <ac:spMkLst>
            <pc:docMk/>
            <pc:sldMk cId="0" sldId="258"/>
            <ac:spMk id="16" creationId="{00000000-0000-0000-0000-000000000000}"/>
          </ac:spMkLst>
        </pc:spChg>
        <pc:spChg chg="mod">
          <ac:chgData name="Nirmit Shah" userId="19542b5f-727d-48fc-a6e5-31748f5f223f" providerId="ADAL" clId="{6E744BBD-6A1F-4C63-AAA4-E23759909C2A}" dt="2026-05-07T07:05:34.967" v="1102" actId="255"/>
          <ac:spMkLst>
            <pc:docMk/>
            <pc:sldMk cId="0" sldId="258"/>
            <ac:spMk id="17" creationId="{00000000-0000-0000-0000-000000000000}"/>
          </ac:spMkLst>
        </pc:spChg>
        <pc:spChg chg="mod">
          <ac:chgData name="Nirmit Shah" userId="19542b5f-727d-48fc-a6e5-31748f5f223f" providerId="ADAL" clId="{6E744BBD-6A1F-4C63-AAA4-E23759909C2A}" dt="2026-05-07T07:01:02.098" v="1028" actId="164"/>
          <ac:spMkLst>
            <pc:docMk/>
            <pc:sldMk cId="0" sldId="258"/>
            <ac:spMk id="18" creationId="{00000000-0000-0000-0000-000000000000}"/>
          </ac:spMkLst>
        </pc:spChg>
        <pc:spChg chg="mod">
          <ac:chgData name="Nirmit Shah" userId="19542b5f-727d-48fc-a6e5-31748f5f223f" providerId="ADAL" clId="{6E744BBD-6A1F-4C63-AAA4-E23759909C2A}" dt="2026-05-07T07:05:34.967" v="1102" actId="255"/>
          <ac:spMkLst>
            <pc:docMk/>
            <pc:sldMk cId="0" sldId="258"/>
            <ac:spMk id="19" creationId="{00000000-0000-0000-0000-000000000000}"/>
          </ac:spMkLst>
        </pc:spChg>
        <pc:spChg chg="mod">
          <ac:chgData name="Nirmit Shah" userId="19542b5f-727d-48fc-a6e5-31748f5f223f" providerId="ADAL" clId="{6E744BBD-6A1F-4C63-AAA4-E23759909C2A}" dt="2026-05-07T07:01:02.098" v="1028" actId="164"/>
          <ac:spMkLst>
            <pc:docMk/>
            <pc:sldMk cId="0" sldId="258"/>
            <ac:spMk id="20" creationId="{00000000-0000-0000-0000-000000000000}"/>
          </ac:spMkLst>
        </pc:spChg>
        <pc:spChg chg="mod">
          <ac:chgData name="Nirmit Shah" userId="19542b5f-727d-48fc-a6e5-31748f5f223f" providerId="ADAL" clId="{6E744BBD-6A1F-4C63-AAA4-E23759909C2A}" dt="2026-05-07T07:05:34.967" v="1102" actId="255"/>
          <ac:spMkLst>
            <pc:docMk/>
            <pc:sldMk cId="0" sldId="258"/>
            <ac:spMk id="21" creationId="{00000000-0000-0000-0000-000000000000}"/>
          </ac:spMkLst>
        </pc:spChg>
        <pc:spChg chg="mod">
          <ac:chgData name="Nirmit Shah" userId="19542b5f-727d-48fc-a6e5-31748f5f223f" providerId="ADAL" clId="{6E744BBD-6A1F-4C63-AAA4-E23759909C2A}" dt="2026-05-07T07:05:34.967" v="1102" actId="255"/>
          <ac:spMkLst>
            <pc:docMk/>
            <pc:sldMk cId="0" sldId="258"/>
            <ac:spMk id="23" creationId="{00000000-0000-0000-0000-000000000000}"/>
          </ac:spMkLst>
        </pc:spChg>
        <pc:spChg chg="mod">
          <ac:chgData name="Nirmit Shah" userId="19542b5f-727d-48fc-a6e5-31748f5f223f" providerId="ADAL" clId="{6E744BBD-6A1F-4C63-AAA4-E23759909C2A}" dt="2026-05-07T07:01:02.098" v="1028" actId="164"/>
          <ac:spMkLst>
            <pc:docMk/>
            <pc:sldMk cId="0" sldId="258"/>
            <ac:spMk id="24" creationId="{00000000-0000-0000-0000-000000000000}"/>
          </ac:spMkLst>
        </pc:spChg>
        <pc:spChg chg="mod">
          <ac:chgData name="Nirmit Shah" userId="19542b5f-727d-48fc-a6e5-31748f5f223f" providerId="ADAL" clId="{6E744BBD-6A1F-4C63-AAA4-E23759909C2A}" dt="2026-05-07T07:05:34.967" v="1102" actId="255"/>
          <ac:spMkLst>
            <pc:docMk/>
            <pc:sldMk cId="0" sldId="258"/>
            <ac:spMk id="25" creationId="{00000000-0000-0000-0000-000000000000}"/>
          </ac:spMkLst>
        </pc:spChg>
        <pc:spChg chg="mod">
          <ac:chgData name="Nirmit Shah" userId="19542b5f-727d-48fc-a6e5-31748f5f223f" providerId="ADAL" clId="{6E744BBD-6A1F-4C63-AAA4-E23759909C2A}" dt="2026-05-07T07:01:02.098" v="1028" actId="164"/>
          <ac:spMkLst>
            <pc:docMk/>
            <pc:sldMk cId="0" sldId="258"/>
            <ac:spMk id="26" creationId="{00000000-0000-0000-0000-000000000000}"/>
          </ac:spMkLst>
        </pc:spChg>
        <pc:spChg chg="mod">
          <ac:chgData name="Nirmit Shah" userId="19542b5f-727d-48fc-a6e5-31748f5f223f" providerId="ADAL" clId="{6E744BBD-6A1F-4C63-AAA4-E23759909C2A}" dt="2026-05-07T07:05:34.967" v="1102" actId="255"/>
          <ac:spMkLst>
            <pc:docMk/>
            <pc:sldMk cId="0" sldId="258"/>
            <ac:spMk id="27" creationId="{00000000-0000-0000-0000-000000000000}"/>
          </ac:spMkLst>
        </pc:spChg>
        <pc:spChg chg="mod">
          <ac:chgData name="Nirmit Shah" userId="19542b5f-727d-48fc-a6e5-31748f5f223f" providerId="ADAL" clId="{6E744BBD-6A1F-4C63-AAA4-E23759909C2A}" dt="2026-05-07T07:10:40.656" v="1513" actId="1076"/>
          <ac:spMkLst>
            <pc:docMk/>
            <pc:sldMk cId="0" sldId="258"/>
            <ac:spMk id="28" creationId="{00000000-0000-0000-0000-000000000000}"/>
          </ac:spMkLst>
        </pc:spChg>
        <pc:spChg chg="del">
          <ac:chgData name="Nirmit Shah" userId="19542b5f-727d-48fc-a6e5-31748f5f223f" providerId="ADAL" clId="{6E744BBD-6A1F-4C63-AAA4-E23759909C2A}" dt="2026-05-07T07:00:49.976" v="1026" actId="478"/>
          <ac:spMkLst>
            <pc:docMk/>
            <pc:sldMk cId="0" sldId="258"/>
            <ac:spMk id="29" creationId="{00000000-0000-0000-0000-000000000000}"/>
          </ac:spMkLst>
        </pc:spChg>
        <pc:spChg chg="mod">
          <ac:chgData name="Nirmit Shah" userId="19542b5f-727d-48fc-a6e5-31748f5f223f" providerId="ADAL" clId="{6E744BBD-6A1F-4C63-AAA4-E23759909C2A}" dt="2026-05-07T07:11:50.345" v="1522" actId="13822"/>
          <ac:spMkLst>
            <pc:docMk/>
            <pc:sldMk cId="0" sldId="258"/>
            <ac:spMk id="30" creationId="{00000000-0000-0000-0000-000000000000}"/>
          </ac:spMkLst>
        </pc:spChg>
        <pc:spChg chg="del mod">
          <ac:chgData name="Nirmit Shah" userId="19542b5f-727d-48fc-a6e5-31748f5f223f" providerId="ADAL" clId="{6E744BBD-6A1F-4C63-AAA4-E23759909C2A}" dt="2026-05-07T07:00:43.413" v="1025" actId="478"/>
          <ac:spMkLst>
            <pc:docMk/>
            <pc:sldMk cId="0" sldId="258"/>
            <ac:spMk id="31" creationId="{00000000-0000-0000-0000-000000000000}"/>
          </ac:spMkLst>
        </pc:spChg>
        <pc:spChg chg="mod">
          <ac:chgData name="Nirmit Shah" userId="19542b5f-727d-48fc-a6e5-31748f5f223f" providerId="ADAL" clId="{6E744BBD-6A1F-4C63-AAA4-E23759909C2A}" dt="2026-05-07T07:10:35.005" v="1512" actId="1076"/>
          <ac:spMkLst>
            <pc:docMk/>
            <pc:sldMk cId="0" sldId="258"/>
            <ac:spMk id="32" creationId="{00000000-0000-0000-0000-000000000000}"/>
          </ac:spMkLst>
        </pc:spChg>
        <pc:spChg chg="del">
          <ac:chgData name="Nirmit Shah" userId="19542b5f-727d-48fc-a6e5-31748f5f223f" providerId="ADAL" clId="{6E744BBD-6A1F-4C63-AAA4-E23759909C2A}" dt="2026-05-07T07:00:53.746" v="1027" actId="478"/>
          <ac:spMkLst>
            <pc:docMk/>
            <pc:sldMk cId="0" sldId="258"/>
            <ac:spMk id="33" creationId="{00000000-0000-0000-0000-000000000000}"/>
          </ac:spMkLst>
        </pc:spChg>
        <pc:spChg chg="mod">
          <ac:chgData name="Nirmit Shah" userId="19542b5f-727d-48fc-a6e5-31748f5f223f" providerId="ADAL" clId="{6E744BBD-6A1F-4C63-AAA4-E23759909C2A}" dt="2026-05-07T07:08:13.549" v="1225" actId="164"/>
          <ac:spMkLst>
            <pc:docMk/>
            <pc:sldMk cId="0" sldId="258"/>
            <ac:spMk id="34" creationId="{00000000-0000-0000-0000-000000000000}"/>
          </ac:spMkLst>
        </pc:spChg>
        <pc:spChg chg="mod">
          <ac:chgData name="Nirmit Shah" userId="19542b5f-727d-48fc-a6e5-31748f5f223f" providerId="ADAL" clId="{6E744BBD-6A1F-4C63-AAA4-E23759909C2A}" dt="2026-05-07T07:08:13.549" v="1225" actId="164"/>
          <ac:spMkLst>
            <pc:docMk/>
            <pc:sldMk cId="0" sldId="258"/>
            <ac:spMk id="35" creationId="{00000000-0000-0000-0000-000000000000}"/>
          </ac:spMkLst>
        </pc:spChg>
        <pc:spChg chg="mod">
          <ac:chgData name="Nirmit Shah" userId="19542b5f-727d-48fc-a6e5-31748f5f223f" providerId="ADAL" clId="{6E744BBD-6A1F-4C63-AAA4-E23759909C2A}" dt="2026-05-07T07:08:25.081" v="1253" actId="403"/>
          <ac:spMkLst>
            <pc:docMk/>
            <pc:sldMk cId="0" sldId="258"/>
            <ac:spMk id="36" creationId="{00000000-0000-0000-0000-000000000000}"/>
          </ac:spMkLst>
        </pc:spChg>
        <pc:spChg chg="mod">
          <ac:chgData name="Nirmit Shah" userId="19542b5f-727d-48fc-a6e5-31748f5f223f" providerId="ADAL" clId="{6E744BBD-6A1F-4C63-AAA4-E23759909C2A}" dt="2026-05-07T07:09:23.172" v="1318" actId="1035"/>
          <ac:spMkLst>
            <pc:docMk/>
            <pc:sldMk cId="0" sldId="258"/>
            <ac:spMk id="37" creationId="{00000000-0000-0000-0000-000000000000}"/>
          </ac:spMkLst>
        </pc:spChg>
        <pc:spChg chg="mod">
          <ac:chgData name="Nirmit Shah" userId="19542b5f-727d-48fc-a6e5-31748f5f223f" providerId="ADAL" clId="{6E744BBD-6A1F-4C63-AAA4-E23759909C2A}" dt="2026-05-07T07:09:23.554" v="1320" actId="14100"/>
          <ac:spMkLst>
            <pc:docMk/>
            <pc:sldMk cId="0" sldId="258"/>
            <ac:spMk id="38" creationId="{00000000-0000-0000-0000-000000000000}"/>
          </ac:spMkLst>
        </pc:spChg>
        <pc:spChg chg="mod">
          <ac:chgData name="Nirmit Shah" userId="19542b5f-727d-48fc-a6e5-31748f5f223f" providerId="ADAL" clId="{6E744BBD-6A1F-4C63-AAA4-E23759909C2A}" dt="2026-05-07T07:09:23.363" v="1319" actId="14100"/>
          <ac:spMkLst>
            <pc:docMk/>
            <pc:sldMk cId="0" sldId="258"/>
            <ac:spMk id="39" creationId="{00000000-0000-0000-0000-000000000000}"/>
          </ac:spMkLst>
        </pc:spChg>
        <pc:spChg chg="mod">
          <ac:chgData name="Nirmit Shah" userId="19542b5f-727d-48fc-a6e5-31748f5f223f" providerId="ADAL" clId="{6E744BBD-6A1F-4C63-AAA4-E23759909C2A}" dt="2026-05-07T07:08:28.009" v="1254" actId="403"/>
          <ac:spMkLst>
            <pc:docMk/>
            <pc:sldMk cId="0" sldId="258"/>
            <ac:spMk id="40" creationId="{00000000-0000-0000-0000-000000000000}"/>
          </ac:spMkLst>
        </pc:spChg>
        <pc:spChg chg="mod">
          <ac:chgData name="Nirmit Shah" userId="19542b5f-727d-48fc-a6e5-31748f5f223f" providerId="ADAL" clId="{6E744BBD-6A1F-4C63-AAA4-E23759909C2A}" dt="2026-05-07T07:09:24.959" v="1323" actId="1035"/>
          <ac:spMkLst>
            <pc:docMk/>
            <pc:sldMk cId="0" sldId="258"/>
            <ac:spMk id="41" creationId="{00000000-0000-0000-0000-000000000000}"/>
          </ac:spMkLst>
        </pc:spChg>
        <pc:spChg chg="add mod">
          <ac:chgData name="Nirmit Shah" userId="19542b5f-727d-48fc-a6e5-31748f5f223f" providerId="ADAL" clId="{6E744BBD-6A1F-4C63-AAA4-E23759909C2A}" dt="2026-05-07T09:27:32.769" v="2183" actId="20577"/>
          <ac:spMkLst>
            <pc:docMk/>
            <pc:sldMk cId="0" sldId="258"/>
            <ac:spMk id="42" creationId="{14E64814-9122-0B78-BCE2-02D3788C16C5}"/>
          </ac:spMkLst>
        </pc:spChg>
        <pc:spChg chg="add mod">
          <ac:chgData name="Nirmit Shah" userId="19542b5f-727d-48fc-a6e5-31748f5f223f" providerId="ADAL" clId="{6E744BBD-6A1F-4C63-AAA4-E23759909C2A}" dt="2026-05-07T07:10:23.006" v="1511" actId="1037"/>
          <ac:spMkLst>
            <pc:docMk/>
            <pc:sldMk cId="0" sldId="258"/>
            <ac:spMk id="46" creationId="{48A02513-D931-20D1-F6BD-DB4E800E44EB}"/>
          </ac:spMkLst>
        </pc:spChg>
        <pc:grpChg chg="mod">
          <ac:chgData name="Nirmit Shah" userId="19542b5f-727d-48fc-a6e5-31748f5f223f" providerId="ADAL" clId="{6E744BBD-6A1F-4C63-AAA4-E23759909C2A}" dt="2026-05-07T07:06:36.445" v="1204" actId="12788"/>
          <ac:grpSpMkLst>
            <pc:docMk/>
            <pc:sldMk cId="0" sldId="258"/>
            <ac:grpSpMk id="43" creationId="{351AAD29-F33F-07A8-15AD-84D83DACF45F}"/>
          </ac:grpSpMkLst>
        </pc:grpChg>
        <pc:grpChg chg="add mod">
          <ac:chgData name="Nirmit Shah" userId="19542b5f-727d-48fc-a6e5-31748f5f223f" providerId="ADAL" clId="{6E744BBD-6A1F-4C63-AAA4-E23759909C2A}" dt="2026-05-07T07:01:59.928" v="1065" actId="164"/>
          <ac:grpSpMkLst>
            <pc:docMk/>
            <pc:sldMk cId="0" sldId="258"/>
            <ac:grpSpMk id="44" creationId="{5A83175C-4CE0-184C-9EBA-A5791EE5DD34}"/>
          </ac:grpSpMkLst>
        </pc:grpChg>
        <pc:grpChg chg="add mod">
          <ac:chgData name="Nirmit Shah" userId="19542b5f-727d-48fc-a6e5-31748f5f223f" providerId="ADAL" clId="{6E744BBD-6A1F-4C63-AAA4-E23759909C2A}" dt="2026-05-07T07:09:45.335" v="1343" actId="1038"/>
          <ac:grpSpMkLst>
            <pc:docMk/>
            <pc:sldMk cId="0" sldId="258"/>
            <ac:grpSpMk id="45" creationId="{C20AEF21-3931-3AA6-1A98-917E4DDDD71B}"/>
          </ac:grpSpMkLst>
        </pc:grpChg>
        <pc:grpChg chg="add mod">
          <ac:chgData name="Nirmit Shah" userId="19542b5f-727d-48fc-a6e5-31748f5f223f" providerId="ADAL" clId="{6E744BBD-6A1F-4C63-AAA4-E23759909C2A}" dt="2026-05-07T07:08:17.417" v="1251" actId="1036"/>
          <ac:grpSpMkLst>
            <pc:docMk/>
            <pc:sldMk cId="0" sldId="258"/>
            <ac:grpSpMk id="47" creationId="{DA2A40BB-3CE7-055A-FA71-DAEB0DEC9202}"/>
          </ac:grpSpMkLst>
        </pc:grpChg>
        <pc:picChg chg="add mod">
          <ac:chgData name="Nirmit Shah" userId="19542b5f-727d-48fc-a6e5-31748f5f223f" providerId="ADAL" clId="{6E744BBD-6A1F-4C63-AAA4-E23759909C2A}" dt="2026-05-07T09:29:23.570" v="2213" actId="1035"/>
          <ac:picMkLst>
            <pc:docMk/>
            <pc:sldMk cId="0" sldId="258"/>
            <ac:picMk id="54" creationId="{EECF3C6C-7F9D-E43C-B30D-BC876DCA913D}"/>
          </ac:picMkLst>
        </pc:picChg>
        <pc:cxnChg chg="add mod">
          <ac:chgData name="Nirmit Shah" userId="19542b5f-727d-48fc-a6e5-31748f5f223f" providerId="ADAL" clId="{6E744BBD-6A1F-4C63-AAA4-E23759909C2A}" dt="2026-05-07T07:11:17.665" v="1518" actId="13822"/>
          <ac:cxnSpMkLst>
            <pc:docMk/>
            <pc:sldMk cId="0" sldId="258"/>
            <ac:cxnSpMk id="49" creationId="{51E6D382-24A1-DDC8-5AD4-1DA0C926F0D4}"/>
          </ac:cxnSpMkLst>
        </pc:cxnChg>
        <pc:cxnChg chg="add mod">
          <ac:chgData name="Nirmit Shah" userId="19542b5f-727d-48fc-a6e5-31748f5f223f" providerId="ADAL" clId="{6E744BBD-6A1F-4C63-AAA4-E23759909C2A}" dt="2026-05-07T07:11:14.907" v="1517" actId="13822"/>
          <ac:cxnSpMkLst>
            <pc:docMk/>
            <pc:sldMk cId="0" sldId="258"/>
            <ac:cxnSpMk id="51" creationId="{789C7716-A713-038D-6102-1DAC403F2A19}"/>
          </ac:cxnSpMkLst>
        </pc:cxnChg>
        <pc:cxnChg chg="add mod">
          <ac:chgData name="Nirmit Shah" userId="19542b5f-727d-48fc-a6e5-31748f5f223f" providerId="ADAL" clId="{6E744BBD-6A1F-4C63-AAA4-E23759909C2A}" dt="2026-05-07T07:11:33.666" v="1520" actId="13822"/>
          <ac:cxnSpMkLst>
            <pc:docMk/>
            <pc:sldMk cId="0" sldId="258"/>
            <ac:cxnSpMk id="53" creationId="{8961482A-4F18-B69F-988F-6088079C6FE8}"/>
          </ac:cxnSpMkLst>
        </pc:cxnChg>
      </pc:sldChg>
      <pc:sldChg chg="addSp delSp modSp mod">
        <pc:chgData name="Nirmit Shah" userId="19542b5f-727d-48fc-a6e5-31748f5f223f" providerId="ADAL" clId="{6E744BBD-6A1F-4C63-AAA4-E23759909C2A}" dt="2026-05-08T04:53:44.715" v="2674" actId="20577"/>
        <pc:sldMkLst>
          <pc:docMk/>
          <pc:sldMk cId="0" sldId="259"/>
        </pc:sldMkLst>
        <pc:spChg chg="del">
          <ac:chgData name="Nirmit Shah" userId="19542b5f-727d-48fc-a6e5-31748f5f223f" providerId="ADAL" clId="{6E744BBD-6A1F-4C63-AAA4-E23759909C2A}" dt="2026-05-07T07:12:28.564" v="1537" actId="478"/>
          <ac:spMkLst>
            <pc:docMk/>
            <pc:sldMk cId="0" sldId="259"/>
            <ac:spMk id="4" creationId="{00000000-0000-0000-0000-000000000000}"/>
          </ac:spMkLst>
        </pc:spChg>
        <pc:spChg chg="mod">
          <ac:chgData name="Nirmit Shah" userId="19542b5f-727d-48fc-a6e5-31748f5f223f" providerId="ADAL" clId="{6E744BBD-6A1F-4C63-AAA4-E23759909C2A}" dt="2026-05-07T07:12:22.504" v="1536" actId="20577"/>
          <ac:spMkLst>
            <pc:docMk/>
            <pc:sldMk cId="0" sldId="259"/>
            <ac:spMk id="5" creationId="{00000000-0000-0000-0000-000000000000}"/>
          </ac:spMkLst>
        </pc:spChg>
        <pc:spChg chg="del">
          <ac:chgData name="Nirmit Shah" userId="19542b5f-727d-48fc-a6e5-31748f5f223f" providerId="ADAL" clId="{6E744BBD-6A1F-4C63-AAA4-E23759909C2A}" dt="2026-05-07T06:23:58.839" v="48" actId="478"/>
          <ac:spMkLst>
            <pc:docMk/>
            <pc:sldMk cId="0" sldId="259"/>
            <ac:spMk id="7" creationId="{00000000-0000-0000-0000-000000000000}"/>
          </ac:spMkLst>
        </pc:spChg>
        <pc:spChg chg="del">
          <ac:chgData name="Nirmit Shah" userId="19542b5f-727d-48fc-a6e5-31748f5f223f" providerId="ADAL" clId="{6E744BBD-6A1F-4C63-AAA4-E23759909C2A}" dt="2026-05-07T06:24:01.235" v="49" actId="478"/>
          <ac:spMkLst>
            <pc:docMk/>
            <pc:sldMk cId="0" sldId="259"/>
            <ac:spMk id="8" creationId="{00000000-0000-0000-0000-000000000000}"/>
          </ac:spMkLst>
        </pc:spChg>
        <pc:spChg chg="mod">
          <ac:chgData name="Nirmit Shah" userId="19542b5f-727d-48fc-a6e5-31748f5f223f" providerId="ADAL" clId="{6E744BBD-6A1F-4C63-AAA4-E23759909C2A}" dt="2026-05-07T07:15:20.256" v="1630" actId="403"/>
          <ac:spMkLst>
            <pc:docMk/>
            <pc:sldMk cId="0" sldId="259"/>
            <ac:spMk id="9" creationId="{00000000-0000-0000-0000-000000000000}"/>
          </ac:spMkLst>
        </pc:spChg>
        <pc:spChg chg="mod">
          <ac:chgData name="Nirmit Shah" userId="19542b5f-727d-48fc-a6e5-31748f5f223f" providerId="ADAL" clId="{6E744BBD-6A1F-4C63-AAA4-E23759909C2A}" dt="2026-05-07T07:12:42.256" v="1538" actId="164"/>
          <ac:spMkLst>
            <pc:docMk/>
            <pc:sldMk cId="0" sldId="259"/>
            <ac:spMk id="10" creationId="{00000000-0000-0000-0000-000000000000}"/>
          </ac:spMkLst>
        </pc:spChg>
        <pc:spChg chg="mod">
          <ac:chgData name="Nirmit Shah" userId="19542b5f-727d-48fc-a6e5-31748f5f223f" providerId="ADAL" clId="{6E744BBD-6A1F-4C63-AAA4-E23759909C2A}" dt="2026-05-07T07:15:20.256" v="1630" actId="403"/>
          <ac:spMkLst>
            <pc:docMk/>
            <pc:sldMk cId="0" sldId="259"/>
            <ac:spMk id="11" creationId="{00000000-0000-0000-0000-000000000000}"/>
          </ac:spMkLst>
        </pc:spChg>
        <pc:spChg chg="mod">
          <ac:chgData name="Nirmit Shah" userId="19542b5f-727d-48fc-a6e5-31748f5f223f" providerId="ADAL" clId="{6E744BBD-6A1F-4C63-AAA4-E23759909C2A}" dt="2026-05-07T07:15:20.256" v="1630" actId="403"/>
          <ac:spMkLst>
            <pc:docMk/>
            <pc:sldMk cId="0" sldId="259"/>
            <ac:spMk id="13" creationId="{00000000-0000-0000-0000-000000000000}"/>
          </ac:spMkLst>
        </pc:spChg>
        <pc:spChg chg="mod">
          <ac:chgData name="Nirmit Shah" userId="19542b5f-727d-48fc-a6e5-31748f5f223f" providerId="ADAL" clId="{6E744BBD-6A1F-4C63-AAA4-E23759909C2A}" dt="2026-05-07T07:12:42.256" v="1538" actId="164"/>
          <ac:spMkLst>
            <pc:docMk/>
            <pc:sldMk cId="0" sldId="259"/>
            <ac:spMk id="14" creationId="{00000000-0000-0000-0000-000000000000}"/>
          </ac:spMkLst>
        </pc:spChg>
        <pc:spChg chg="mod">
          <ac:chgData name="Nirmit Shah" userId="19542b5f-727d-48fc-a6e5-31748f5f223f" providerId="ADAL" clId="{6E744BBD-6A1F-4C63-AAA4-E23759909C2A}" dt="2026-05-08T04:53:44.715" v="2674" actId="20577"/>
          <ac:spMkLst>
            <pc:docMk/>
            <pc:sldMk cId="0" sldId="259"/>
            <ac:spMk id="15" creationId="{00000000-0000-0000-0000-000000000000}"/>
          </ac:spMkLst>
        </pc:spChg>
        <pc:spChg chg="mod">
          <ac:chgData name="Nirmit Shah" userId="19542b5f-727d-48fc-a6e5-31748f5f223f" providerId="ADAL" clId="{6E744BBD-6A1F-4C63-AAA4-E23759909C2A}" dt="2026-05-07T07:12:42.256" v="1538" actId="164"/>
          <ac:spMkLst>
            <pc:docMk/>
            <pc:sldMk cId="0" sldId="259"/>
            <ac:spMk id="16" creationId="{00000000-0000-0000-0000-000000000000}"/>
          </ac:spMkLst>
        </pc:spChg>
        <pc:spChg chg="mod">
          <ac:chgData name="Nirmit Shah" userId="19542b5f-727d-48fc-a6e5-31748f5f223f" providerId="ADAL" clId="{6E744BBD-6A1F-4C63-AAA4-E23759909C2A}" dt="2026-05-07T07:15:20.256" v="1630" actId="403"/>
          <ac:spMkLst>
            <pc:docMk/>
            <pc:sldMk cId="0" sldId="259"/>
            <ac:spMk id="17" creationId="{00000000-0000-0000-0000-000000000000}"/>
          </ac:spMkLst>
        </pc:spChg>
        <pc:spChg chg="mod">
          <ac:chgData name="Nirmit Shah" userId="19542b5f-727d-48fc-a6e5-31748f5f223f" providerId="ADAL" clId="{6E744BBD-6A1F-4C63-AAA4-E23759909C2A}" dt="2026-05-07T07:12:42.256" v="1538" actId="164"/>
          <ac:spMkLst>
            <pc:docMk/>
            <pc:sldMk cId="0" sldId="259"/>
            <ac:spMk id="18" creationId="{00000000-0000-0000-0000-000000000000}"/>
          </ac:spMkLst>
        </pc:spChg>
        <pc:spChg chg="mod">
          <ac:chgData name="Nirmit Shah" userId="19542b5f-727d-48fc-a6e5-31748f5f223f" providerId="ADAL" clId="{6E744BBD-6A1F-4C63-AAA4-E23759909C2A}" dt="2026-05-07T07:15:20.256" v="1630" actId="403"/>
          <ac:spMkLst>
            <pc:docMk/>
            <pc:sldMk cId="0" sldId="259"/>
            <ac:spMk id="19" creationId="{00000000-0000-0000-0000-000000000000}"/>
          </ac:spMkLst>
        </pc:spChg>
        <pc:spChg chg="del">
          <ac:chgData name="Nirmit Shah" userId="19542b5f-727d-48fc-a6e5-31748f5f223f" providerId="ADAL" clId="{6E744BBD-6A1F-4C63-AAA4-E23759909C2A}" dt="2026-05-07T07:14:46.843" v="1596" actId="478"/>
          <ac:spMkLst>
            <pc:docMk/>
            <pc:sldMk cId="0" sldId="259"/>
            <ac:spMk id="20" creationId="{00000000-0000-0000-0000-000000000000}"/>
          </ac:spMkLst>
        </pc:spChg>
        <pc:spChg chg="mod">
          <ac:chgData name="Nirmit Shah" userId="19542b5f-727d-48fc-a6e5-31748f5f223f" providerId="ADAL" clId="{6E744BBD-6A1F-4C63-AAA4-E23759909C2A}" dt="2026-05-07T07:17:01.721" v="1696" actId="27636"/>
          <ac:spMkLst>
            <pc:docMk/>
            <pc:sldMk cId="0" sldId="259"/>
            <ac:spMk id="21" creationId="{00000000-0000-0000-0000-000000000000}"/>
          </ac:spMkLst>
        </pc:spChg>
        <pc:spChg chg="mod">
          <ac:chgData name="Nirmit Shah" userId="19542b5f-727d-48fc-a6e5-31748f5f223f" providerId="ADAL" clId="{6E744BBD-6A1F-4C63-AAA4-E23759909C2A}" dt="2026-05-07T07:13:09.607" v="1540" actId="11530"/>
          <ac:spMkLst>
            <pc:docMk/>
            <pc:sldMk cId="0" sldId="259"/>
            <ac:spMk id="22" creationId="{00000000-0000-0000-0000-000000000000}"/>
          </ac:spMkLst>
        </pc:spChg>
        <pc:spChg chg="mod">
          <ac:chgData name="Nirmit Shah" userId="19542b5f-727d-48fc-a6e5-31748f5f223f" providerId="ADAL" clId="{6E744BBD-6A1F-4C63-AAA4-E23759909C2A}" dt="2026-05-07T07:14:32.450" v="1561" actId="164"/>
          <ac:spMkLst>
            <pc:docMk/>
            <pc:sldMk cId="0" sldId="259"/>
            <ac:spMk id="23" creationId="{00000000-0000-0000-0000-000000000000}"/>
          </ac:spMkLst>
        </pc:spChg>
        <pc:spChg chg="mod">
          <ac:chgData name="Nirmit Shah" userId="19542b5f-727d-48fc-a6e5-31748f5f223f" providerId="ADAL" clId="{6E744BBD-6A1F-4C63-AAA4-E23759909C2A}" dt="2026-05-07T07:17:34.909" v="1716" actId="403"/>
          <ac:spMkLst>
            <pc:docMk/>
            <pc:sldMk cId="0" sldId="259"/>
            <ac:spMk id="24" creationId="{00000000-0000-0000-0000-000000000000}"/>
          </ac:spMkLst>
        </pc:spChg>
        <pc:spChg chg="mod">
          <ac:chgData name="Nirmit Shah" userId="19542b5f-727d-48fc-a6e5-31748f5f223f" providerId="ADAL" clId="{6E744BBD-6A1F-4C63-AAA4-E23759909C2A}" dt="2026-05-07T07:17:30.573" v="1715" actId="20577"/>
          <ac:spMkLst>
            <pc:docMk/>
            <pc:sldMk cId="0" sldId="259"/>
            <ac:spMk id="25" creationId="{00000000-0000-0000-0000-000000000000}"/>
          </ac:spMkLst>
        </pc:spChg>
        <pc:spChg chg="mod">
          <ac:chgData name="Nirmit Shah" userId="19542b5f-727d-48fc-a6e5-31748f5f223f" providerId="ADAL" clId="{6E744BBD-6A1F-4C63-AAA4-E23759909C2A}" dt="2026-05-07T07:14:32.450" v="1561" actId="164"/>
          <ac:spMkLst>
            <pc:docMk/>
            <pc:sldMk cId="0" sldId="259"/>
            <ac:spMk id="26" creationId="{00000000-0000-0000-0000-000000000000}"/>
          </ac:spMkLst>
        </pc:spChg>
        <pc:spChg chg="mod">
          <ac:chgData name="Nirmit Shah" userId="19542b5f-727d-48fc-a6e5-31748f5f223f" providerId="ADAL" clId="{6E744BBD-6A1F-4C63-AAA4-E23759909C2A}" dt="2026-05-07T07:14:10.442" v="1558" actId="1076"/>
          <ac:spMkLst>
            <pc:docMk/>
            <pc:sldMk cId="0" sldId="259"/>
            <ac:spMk id="27" creationId="{00000000-0000-0000-0000-000000000000}"/>
          </ac:spMkLst>
        </pc:spChg>
        <pc:spChg chg="mod">
          <ac:chgData name="Nirmit Shah" userId="19542b5f-727d-48fc-a6e5-31748f5f223f" providerId="ADAL" clId="{6E744BBD-6A1F-4C63-AAA4-E23759909C2A}" dt="2026-05-07T07:17:38.082" v="1717" actId="403"/>
          <ac:spMkLst>
            <pc:docMk/>
            <pc:sldMk cId="0" sldId="259"/>
            <ac:spMk id="28" creationId="{00000000-0000-0000-0000-000000000000}"/>
          </ac:spMkLst>
        </pc:spChg>
        <pc:spChg chg="mod">
          <ac:chgData name="Nirmit Shah" userId="19542b5f-727d-48fc-a6e5-31748f5f223f" providerId="ADAL" clId="{6E744BBD-6A1F-4C63-AAA4-E23759909C2A}" dt="2026-05-07T07:18:00.103" v="1719" actId="242"/>
          <ac:spMkLst>
            <pc:docMk/>
            <pc:sldMk cId="0" sldId="259"/>
            <ac:spMk id="29" creationId="{00000000-0000-0000-0000-000000000000}"/>
          </ac:spMkLst>
        </pc:spChg>
        <pc:spChg chg="mod">
          <ac:chgData name="Nirmit Shah" userId="19542b5f-727d-48fc-a6e5-31748f5f223f" providerId="ADAL" clId="{6E744BBD-6A1F-4C63-AAA4-E23759909C2A}" dt="2026-05-07T07:14:32.450" v="1561" actId="164"/>
          <ac:spMkLst>
            <pc:docMk/>
            <pc:sldMk cId="0" sldId="259"/>
            <ac:spMk id="30" creationId="{00000000-0000-0000-0000-000000000000}"/>
          </ac:spMkLst>
        </pc:spChg>
        <pc:spChg chg="mod">
          <ac:chgData name="Nirmit Shah" userId="19542b5f-727d-48fc-a6e5-31748f5f223f" providerId="ADAL" clId="{6E744BBD-6A1F-4C63-AAA4-E23759909C2A}" dt="2026-05-07T07:14:32.450" v="1561" actId="164"/>
          <ac:spMkLst>
            <pc:docMk/>
            <pc:sldMk cId="0" sldId="259"/>
            <ac:spMk id="31" creationId="{00000000-0000-0000-0000-000000000000}"/>
          </ac:spMkLst>
        </pc:spChg>
        <pc:spChg chg="mod">
          <ac:chgData name="Nirmit Shah" userId="19542b5f-727d-48fc-a6e5-31748f5f223f" providerId="ADAL" clId="{6E744BBD-6A1F-4C63-AAA4-E23759909C2A}" dt="2026-05-07T07:14:32.450" v="1561" actId="164"/>
          <ac:spMkLst>
            <pc:docMk/>
            <pc:sldMk cId="0" sldId="259"/>
            <ac:spMk id="32" creationId="{00000000-0000-0000-0000-000000000000}"/>
          </ac:spMkLst>
        </pc:spChg>
        <pc:spChg chg="mod">
          <ac:chgData name="Nirmit Shah" userId="19542b5f-727d-48fc-a6e5-31748f5f223f" providerId="ADAL" clId="{6E744BBD-6A1F-4C63-AAA4-E23759909C2A}" dt="2026-05-07T07:18:11.548" v="1721" actId="403"/>
          <ac:spMkLst>
            <pc:docMk/>
            <pc:sldMk cId="0" sldId="259"/>
            <ac:spMk id="33" creationId="{00000000-0000-0000-0000-000000000000}"/>
          </ac:spMkLst>
        </pc:spChg>
        <pc:spChg chg="add mod">
          <ac:chgData name="Nirmit Shah" userId="19542b5f-727d-48fc-a6e5-31748f5f223f" providerId="ADAL" clId="{6E744BBD-6A1F-4C63-AAA4-E23759909C2A}" dt="2026-05-07T09:27:38.512" v="2187" actId="20577"/>
          <ac:spMkLst>
            <pc:docMk/>
            <pc:sldMk cId="0" sldId="259"/>
            <ac:spMk id="34" creationId="{C5800959-BAA0-ACBE-DC7F-902BC6D2CECC}"/>
          </ac:spMkLst>
        </pc:spChg>
        <pc:spChg chg="add mod">
          <ac:chgData name="Nirmit Shah" userId="19542b5f-727d-48fc-a6e5-31748f5f223f" providerId="ADAL" clId="{6E744BBD-6A1F-4C63-AAA4-E23759909C2A}" dt="2026-05-07T07:16:01.785" v="1662" actId="403"/>
          <ac:spMkLst>
            <pc:docMk/>
            <pc:sldMk cId="0" sldId="259"/>
            <ac:spMk id="37" creationId="{8191A641-13F8-F5A1-A2E2-93FDC87416A0}"/>
          </ac:spMkLst>
        </pc:spChg>
        <pc:grpChg chg="mod">
          <ac:chgData name="Nirmit Shah" userId="19542b5f-727d-48fc-a6e5-31748f5f223f" providerId="ADAL" clId="{6E744BBD-6A1F-4C63-AAA4-E23759909C2A}" dt="2026-05-07T07:15:11.237" v="1627" actId="12788"/>
          <ac:grpSpMkLst>
            <pc:docMk/>
            <pc:sldMk cId="0" sldId="259"/>
            <ac:grpSpMk id="35" creationId="{F0F5B5F9-2C33-94AE-4B80-2C49CC238C58}"/>
          </ac:grpSpMkLst>
        </pc:grpChg>
        <pc:grpChg chg="mod">
          <ac:chgData name="Nirmit Shah" userId="19542b5f-727d-48fc-a6e5-31748f5f223f" providerId="ADAL" clId="{6E744BBD-6A1F-4C63-AAA4-E23759909C2A}" dt="2026-05-07T07:14:38.564" v="1595" actId="12788"/>
          <ac:grpSpMkLst>
            <pc:docMk/>
            <pc:sldMk cId="0" sldId="259"/>
            <ac:grpSpMk id="36" creationId="{774434BD-FD1D-C24C-901E-727B6C79B140}"/>
          </ac:grpSpMkLst>
        </pc:grpChg>
        <pc:picChg chg="add mod">
          <ac:chgData name="Nirmit Shah" userId="19542b5f-727d-48fc-a6e5-31748f5f223f" providerId="ADAL" clId="{6E744BBD-6A1F-4C63-AAA4-E23759909C2A}" dt="2026-05-07T09:29:27.411" v="2214"/>
          <ac:picMkLst>
            <pc:docMk/>
            <pc:sldMk cId="0" sldId="259"/>
            <ac:picMk id="41" creationId="{B06AEF40-4972-1306-E87A-512159E547C3}"/>
          </ac:picMkLst>
        </pc:picChg>
        <pc:cxnChg chg="add mod">
          <ac:chgData name="Nirmit Shah" userId="19542b5f-727d-48fc-a6e5-31748f5f223f" providerId="ADAL" clId="{6E744BBD-6A1F-4C63-AAA4-E23759909C2A}" dt="2026-05-07T07:16:40.928" v="1667" actId="208"/>
          <ac:cxnSpMkLst>
            <pc:docMk/>
            <pc:sldMk cId="0" sldId="259"/>
            <ac:cxnSpMk id="39" creationId="{06909344-371F-0842-493F-49539CF89BFB}"/>
          </ac:cxnSpMkLst>
        </pc:cxnChg>
      </pc:sldChg>
      <pc:sldChg chg="addSp delSp modSp mod modShow">
        <pc:chgData name="Nirmit Shah" userId="19542b5f-727d-48fc-a6e5-31748f5f223f" providerId="ADAL" clId="{6E744BBD-6A1F-4C63-AAA4-E23759909C2A}" dt="2026-05-07T09:32:56.981" v="2222" actId="729"/>
        <pc:sldMkLst>
          <pc:docMk/>
          <pc:sldMk cId="0" sldId="260"/>
        </pc:sldMkLst>
        <pc:spChg chg="del">
          <ac:chgData name="Nirmit Shah" userId="19542b5f-727d-48fc-a6e5-31748f5f223f" providerId="ADAL" clId="{6E744BBD-6A1F-4C63-AAA4-E23759909C2A}" dt="2026-05-07T07:18:31.281" v="1722" actId="478"/>
          <ac:spMkLst>
            <pc:docMk/>
            <pc:sldMk cId="0" sldId="260"/>
            <ac:spMk id="4" creationId="{00000000-0000-0000-0000-000000000000}"/>
          </ac:spMkLst>
        </pc:spChg>
        <pc:spChg chg="del">
          <ac:chgData name="Nirmit Shah" userId="19542b5f-727d-48fc-a6e5-31748f5f223f" providerId="ADAL" clId="{6E744BBD-6A1F-4C63-AAA4-E23759909C2A}" dt="2026-05-07T06:25:35.539" v="54" actId="478"/>
          <ac:spMkLst>
            <pc:docMk/>
            <pc:sldMk cId="0" sldId="260"/>
            <ac:spMk id="7" creationId="{00000000-0000-0000-0000-000000000000}"/>
          </ac:spMkLst>
        </pc:spChg>
        <pc:spChg chg="del mod">
          <ac:chgData name="Nirmit Shah" userId="19542b5f-727d-48fc-a6e5-31748f5f223f" providerId="ADAL" clId="{6E744BBD-6A1F-4C63-AAA4-E23759909C2A}" dt="2026-05-07T06:25:42.503" v="58" actId="478"/>
          <ac:spMkLst>
            <pc:docMk/>
            <pc:sldMk cId="0" sldId="260"/>
            <ac:spMk id="8" creationId="{00000000-0000-0000-0000-000000000000}"/>
          </ac:spMkLst>
        </pc:spChg>
        <pc:spChg chg="mod">
          <ac:chgData name="Nirmit Shah" userId="19542b5f-727d-48fc-a6e5-31748f5f223f" providerId="ADAL" clId="{6E744BBD-6A1F-4C63-AAA4-E23759909C2A}" dt="2026-05-07T06:24:57.574" v="50" actId="11530"/>
          <ac:spMkLst>
            <pc:docMk/>
            <pc:sldMk cId="0" sldId="260"/>
            <ac:spMk id="10" creationId="{00000000-0000-0000-0000-000000000000}"/>
          </ac:spMkLst>
        </pc:spChg>
        <pc:spChg chg="mod">
          <ac:chgData name="Nirmit Shah" userId="19542b5f-727d-48fc-a6e5-31748f5f223f" providerId="ADAL" clId="{6E744BBD-6A1F-4C63-AAA4-E23759909C2A}" dt="2026-05-07T06:25:10.121" v="51" actId="11530"/>
          <ac:spMkLst>
            <pc:docMk/>
            <pc:sldMk cId="0" sldId="260"/>
            <ac:spMk id="14" creationId="{00000000-0000-0000-0000-000000000000}"/>
          </ac:spMkLst>
        </pc:spChg>
        <pc:spChg chg="mod">
          <ac:chgData name="Nirmit Shah" userId="19542b5f-727d-48fc-a6e5-31748f5f223f" providerId="ADAL" clId="{6E744BBD-6A1F-4C63-AAA4-E23759909C2A}" dt="2026-05-07T06:25:25.413" v="52" actId="11530"/>
          <ac:spMkLst>
            <pc:docMk/>
            <pc:sldMk cId="0" sldId="260"/>
            <ac:spMk id="18" creationId="{00000000-0000-0000-0000-000000000000}"/>
          </ac:spMkLst>
        </pc:spChg>
        <pc:spChg chg="mod">
          <ac:chgData name="Nirmit Shah" userId="19542b5f-727d-48fc-a6e5-31748f5f223f" providerId="ADAL" clId="{6E744BBD-6A1F-4C63-AAA4-E23759909C2A}" dt="2026-05-07T06:25:32.006" v="53" actId="11530"/>
          <ac:spMkLst>
            <pc:docMk/>
            <pc:sldMk cId="0" sldId="260"/>
            <ac:spMk id="22" creationId="{00000000-0000-0000-0000-000000000000}"/>
          </ac:spMkLst>
        </pc:spChg>
        <pc:spChg chg="add del mod">
          <ac:chgData name="Nirmit Shah" userId="19542b5f-727d-48fc-a6e5-31748f5f223f" providerId="ADAL" clId="{6E744BBD-6A1F-4C63-AAA4-E23759909C2A}" dt="2026-05-07T09:27:50.817" v="2194" actId="20577"/>
          <ac:spMkLst>
            <pc:docMk/>
            <pc:sldMk cId="0" sldId="260"/>
            <ac:spMk id="28" creationId="{EE0FC1CF-DF83-8025-ED97-F2569C89807F}"/>
          </ac:spMkLst>
        </pc:spChg>
        <pc:picChg chg="add mod">
          <ac:chgData name="Nirmit Shah" userId="19542b5f-727d-48fc-a6e5-31748f5f223f" providerId="ADAL" clId="{6E744BBD-6A1F-4C63-AAA4-E23759909C2A}" dt="2026-05-07T09:29:29.278" v="2215"/>
          <ac:picMkLst>
            <pc:docMk/>
            <pc:sldMk cId="0" sldId="260"/>
            <ac:picMk id="29" creationId="{1B3A30CC-6E86-512F-112B-3FF6D03CD7FA}"/>
          </ac:picMkLst>
        </pc:picChg>
      </pc:sldChg>
      <pc:sldChg chg="addSp delSp modSp mod modShow">
        <pc:chgData name="Nirmit Shah" userId="19542b5f-727d-48fc-a6e5-31748f5f223f" providerId="ADAL" clId="{6E744BBD-6A1F-4C63-AAA4-E23759909C2A}" dt="2026-05-07T09:39:22.683" v="2224" actId="478"/>
        <pc:sldMkLst>
          <pc:docMk/>
          <pc:sldMk cId="0" sldId="261"/>
        </pc:sldMkLst>
        <pc:spChg chg="del">
          <ac:chgData name="Nirmit Shah" userId="19542b5f-727d-48fc-a6e5-31748f5f223f" providerId="ADAL" clId="{6E744BBD-6A1F-4C63-AAA4-E23759909C2A}" dt="2026-05-07T09:39:22.683" v="2224" actId="478"/>
          <ac:spMkLst>
            <pc:docMk/>
            <pc:sldMk cId="0" sldId="261"/>
            <ac:spMk id="4" creationId="{00000000-0000-0000-0000-000000000000}"/>
          </ac:spMkLst>
        </pc:spChg>
        <pc:spChg chg="del">
          <ac:chgData name="Nirmit Shah" userId="19542b5f-727d-48fc-a6e5-31748f5f223f" providerId="ADAL" clId="{6E744BBD-6A1F-4C63-AAA4-E23759909C2A}" dt="2026-05-07T06:25:52.268" v="60" actId="478"/>
          <ac:spMkLst>
            <pc:docMk/>
            <pc:sldMk cId="0" sldId="261"/>
            <ac:spMk id="7" creationId="{00000000-0000-0000-0000-000000000000}"/>
          </ac:spMkLst>
        </pc:spChg>
        <pc:spChg chg="del">
          <ac:chgData name="Nirmit Shah" userId="19542b5f-727d-48fc-a6e5-31748f5f223f" providerId="ADAL" clId="{6E744BBD-6A1F-4C63-AAA4-E23759909C2A}" dt="2026-05-07T06:25:54.830" v="61" actId="478"/>
          <ac:spMkLst>
            <pc:docMk/>
            <pc:sldMk cId="0" sldId="261"/>
            <ac:spMk id="8" creationId="{00000000-0000-0000-0000-000000000000}"/>
          </ac:spMkLst>
        </pc:spChg>
        <pc:spChg chg="add mod">
          <ac:chgData name="Nirmit Shah" userId="19542b5f-727d-48fc-a6e5-31748f5f223f" providerId="ADAL" clId="{6E744BBD-6A1F-4C63-AAA4-E23759909C2A}" dt="2026-05-07T09:27:56.633" v="2196" actId="20577"/>
          <ac:spMkLst>
            <pc:docMk/>
            <pc:sldMk cId="0" sldId="261"/>
            <ac:spMk id="33" creationId="{F5E9646F-F3E3-8285-6586-4F62FF4E4039}"/>
          </ac:spMkLst>
        </pc:spChg>
        <pc:picChg chg="add mod">
          <ac:chgData name="Nirmit Shah" userId="19542b5f-727d-48fc-a6e5-31748f5f223f" providerId="ADAL" clId="{6E744BBD-6A1F-4C63-AAA4-E23759909C2A}" dt="2026-05-07T09:29:30.944" v="2216"/>
          <ac:picMkLst>
            <pc:docMk/>
            <pc:sldMk cId="0" sldId="261"/>
            <ac:picMk id="34" creationId="{C06307B2-A7BE-9BB9-D0FC-0590DA621065}"/>
          </ac:picMkLst>
        </pc:picChg>
      </pc:sldChg>
      <pc:sldChg chg="addSp delSp modSp mod">
        <pc:chgData name="Nirmit Shah" userId="19542b5f-727d-48fc-a6e5-31748f5f223f" providerId="ADAL" clId="{6E744BBD-6A1F-4C63-AAA4-E23759909C2A}" dt="2026-05-07T09:28:01.226" v="2198" actId="20577"/>
        <pc:sldMkLst>
          <pc:docMk/>
          <pc:sldMk cId="0" sldId="262"/>
        </pc:sldMkLst>
        <pc:spChg chg="del">
          <ac:chgData name="Nirmit Shah" userId="19542b5f-727d-48fc-a6e5-31748f5f223f" providerId="ADAL" clId="{6E744BBD-6A1F-4C63-AAA4-E23759909C2A}" dt="2026-05-07T07:24:32.184" v="1723" actId="478"/>
          <ac:spMkLst>
            <pc:docMk/>
            <pc:sldMk cId="0" sldId="262"/>
            <ac:spMk id="4" creationId="{00000000-0000-0000-0000-000000000000}"/>
          </ac:spMkLst>
        </pc:spChg>
        <pc:spChg chg="del">
          <ac:chgData name="Nirmit Shah" userId="19542b5f-727d-48fc-a6e5-31748f5f223f" providerId="ADAL" clId="{6E744BBD-6A1F-4C63-AAA4-E23759909C2A}" dt="2026-05-07T06:26:02.213" v="62" actId="478"/>
          <ac:spMkLst>
            <pc:docMk/>
            <pc:sldMk cId="0" sldId="262"/>
            <ac:spMk id="7" creationId="{00000000-0000-0000-0000-000000000000}"/>
          </ac:spMkLst>
        </pc:spChg>
        <pc:spChg chg="del mod">
          <ac:chgData name="Nirmit Shah" userId="19542b5f-727d-48fc-a6e5-31748f5f223f" providerId="ADAL" clId="{6E744BBD-6A1F-4C63-AAA4-E23759909C2A}" dt="2026-05-07T06:26:07.540" v="64" actId="478"/>
          <ac:spMkLst>
            <pc:docMk/>
            <pc:sldMk cId="0" sldId="262"/>
            <ac:spMk id="8" creationId="{00000000-0000-0000-0000-000000000000}"/>
          </ac:spMkLst>
        </pc:spChg>
        <pc:spChg chg="mod">
          <ac:chgData name="Nirmit Shah" userId="19542b5f-727d-48fc-a6e5-31748f5f223f" providerId="ADAL" clId="{6E744BBD-6A1F-4C63-AAA4-E23759909C2A}" dt="2026-05-07T07:24:55.573" v="1727" actId="164"/>
          <ac:spMkLst>
            <pc:docMk/>
            <pc:sldMk cId="0" sldId="262"/>
            <ac:spMk id="9" creationId="{00000000-0000-0000-0000-000000000000}"/>
          </ac:spMkLst>
        </pc:spChg>
        <pc:spChg chg="mod">
          <ac:chgData name="Nirmit Shah" userId="19542b5f-727d-48fc-a6e5-31748f5f223f" providerId="ADAL" clId="{6E744BBD-6A1F-4C63-AAA4-E23759909C2A}" dt="2026-05-07T07:24:55.573" v="1727" actId="164"/>
          <ac:spMkLst>
            <pc:docMk/>
            <pc:sldMk cId="0" sldId="262"/>
            <ac:spMk id="10" creationId="{00000000-0000-0000-0000-000000000000}"/>
          </ac:spMkLst>
        </pc:spChg>
        <pc:spChg chg="mod">
          <ac:chgData name="Nirmit Shah" userId="19542b5f-727d-48fc-a6e5-31748f5f223f" providerId="ADAL" clId="{6E744BBD-6A1F-4C63-AAA4-E23759909C2A}" dt="2026-05-07T07:24:55.573" v="1727" actId="164"/>
          <ac:spMkLst>
            <pc:docMk/>
            <pc:sldMk cId="0" sldId="262"/>
            <ac:spMk id="11" creationId="{00000000-0000-0000-0000-000000000000}"/>
          </ac:spMkLst>
        </pc:spChg>
        <pc:spChg chg="mod">
          <ac:chgData name="Nirmit Shah" userId="19542b5f-727d-48fc-a6e5-31748f5f223f" providerId="ADAL" clId="{6E744BBD-6A1F-4C63-AAA4-E23759909C2A}" dt="2026-05-07T07:24:55.573" v="1727" actId="164"/>
          <ac:spMkLst>
            <pc:docMk/>
            <pc:sldMk cId="0" sldId="262"/>
            <ac:spMk id="12" creationId="{00000000-0000-0000-0000-000000000000}"/>
          </ac:spMkLst>
        </pc:spChg>
        <pc:spChg chg="del mod">
          <ac:chgData name="Nirmit Shah" userId="19542b5f-727d-48fc-a6e5-31748f5f223f" providerId="ADAL" clId="{6E744BBD-6A1F-4C63-AAA4-E23759909C2A}" dt="2026-05-07T07:26:13.240" v="1757" actId="478"/>
          <ac:spMkLst>
            <pc:docMk/>
            <pc:sldMk cId="0" sldId="262"/>
            <ac:spMk id="13" creationId="{00000000-0000-0000-0000-000000000000}"/>
          </ac:spMkLst>
        </pc:spChg>
        <pc:spChg chg="mod">
          <ac:chgData name="Nirmit Shah" userId="19542b5f-727d-48fc-a6e5-31748f5f223f" providerId="ADAL" clId="{6E744BBD-6A1F-4C63-AAA4-E23759909C2A}" dt="2026-05-07T07:25:59.643" v="1752" actId="14100"/>
          <ac:spMkLst>
            <pc:docMk/>
            <pc:sldMk cId="0" sldId="262"/>
            <ac:spMk id="14" creationId="{00000000-0000-0000-0000-000000000000}"/>
          </ac:spMkLst>
        </pc:spChg>
        <pc:spChg chg="mod">
          <ac:chgData name="Nirmit Shah" userId="19542b5f-727d-48fc-a6e5-31748f5f223f" providerId="ADAL" clId="{6E744BBD-6A1F-4C63-AAA4-E23759909C2A}" dt="2026-05-07T07:27:06.078" v="1764" actId="1076"/>
          <ac:spMkLst>
            <pc:docMk/>
            <pc:sldMk cId="0" sldId="262"/>
            <ac:spMk id="15" creationId="{00000000-0000-0000-0000-000000000000}"/>
          </ac:spMkLst>
        </pc:spChg>
        <pc:spChg chg="mod">
          <ac:chgData name="Nirmit Shah" userId="19542b5f-727d-48fc-a6e5-31748f5f223f" providerId="ADAL" clId="{6E744BBD-6A1F-4C63-AAA4-E23759909C2A}" dt="2026-05-07T07:24:55.573" v="1727" actId="164"/>
          <ac:spMkLst>
            <pc:docMk/>
            <pc:sldMk cId="0" sldId="262"/>
            <ac:spMk id="17" creationId="{00000000-0000-0000-0000-000000000000}"/>
          </ac:spMkLst>
        </pc:spChg>
        <pc:spChg chg="mod">
          <ac:chgData name="Nirmit Shah" userId="19542b5f-727d-48fc-a6e5-31748f5f223f" providerId="ADAL" clId="{6E744BBD-6A1F-4C63-AAA4-E23759909C2A}" dt="2026-05-07T07:24:55.573" v="1727" actId="164"/>
          <ac:spMkLst>
            <pc:docMk/>
            <pc:sldMk cId="0" sldId="262"/>
            <ac:spMk id="18" creationId="{00000000-0000-0000-0000-000000000000}"/>
          </ac:spMkLst>
        </pc:spChg>
        <pc:spChg chg="mod">
          <ac:chgData name="Nirmit Shah" userId="19542b5f-727d-48fc-a6e5-31748f5f223f" providerId="ADAL" clId="{6E744BBD-6A1F-4C63-AAA4-E23759909C2A}" dt="2026-05-07T07:25:49.130" v="1751" actId="1076"/>
          <ac:spMkLst>
            <pc:docMk/>
            <pc:sldMk cId="0" sldId="262"/>
            <ac:spMk id="19" creationId="{00000000-0000-0000-0000-000000000000}"/>
          </ac:spMkLst>
        </pc:spChg>
        <pc:spChg chg="mod">
          <ac:chgData name="Nirmit Shah" userId="19542b5f-727d-48fc-a6e5-31748f5f223f" providerId="ADAL" clId="{6E744BBD-6A1F-4C63-AAA4-E23759909C2A}" dt="2026-05-07T07:24:55.573" v="1727" actId="164"/>
          <ac:spMkLst>
            <pc:docMk/>
            <pc:sldMk cId="0" sldId="262"/>
            <ac:spMk id="20" creationId="{00000000-0000-0000-0000-000000000000}"/>
          </ac:spMkLst>
        </pc:spChg>
        <pc:spChg chg="mod">
          <ac:chgData name="Nirmit Shah" userId="19542b5f-727d-48fc-a6e5-31748f5f223f" providerId="ADAL" clId="{6E744BBD-6A1F-4C63-AAA4-E23759909C2A}" dt="2026-05-07T07:26:53.506" v="1763" actId="1076"/>
          <ac:spMkLst>
            <pc:docMk/>
            <pc:sldMk cId="0" sldId="262"/>
            <ac:spMk id="21" creationId="{00000000-0000-0000-0000-000000000000}"/>
          </ac:spMkLst>
        </pc:spChg>
        <pc:spChg chg="mod">
          <ac:chgData name="Nirmit Shah" userId="19542b5f-727d-48fc-a6e5-31748f5f223f" providerId="ADAL" clId="{6E744BBD-6A1F-4C63-AAA4-E23759909C2A}" dt="2026-05-07T07:25:31.681" v="1750" actId="20577"/>
          <ac:spMkLst>
            <pc:docMk/>
            <pc:sldMk cId="0" sldId="262"/>
            <ac:spMk id="22" creationId="{00000000-0000-0000-0000-000000000000}"/>
          </ac:spMkLst>
        </pc:spChg>
        <pc:spChg chg="add mod">
          <ac:chgData name="Nirmit Shah" userId="19542b5f-727d-48fc-a6e5-31748f5f223f" providerId="ADAL" clId="{6E744BBD-6A1F-4C63-AAA4-E23759909C2A}" dt="2026-05-07T09:28:01.226" v="2198" actId="20577"/>
          <ac:spMkLst>
            <pc:docMk/>
            <pc:sldMk cId="0" sldId="262"/>
            <ac:spMk id="23" creationId="{05D00CAA-6B9E-5D66-40BD-E045ADE5E6DB}"/>
          </ac:spMkLst>
        </pc:spChg>
        <pc:spChg chg="add mod">
          <ac:chgData name="Nirmit Shah" userId="19542b5f-727d-48fc-a6e5-31748f5f223f" providerId="ADAL" clId="{6E744BBD-6A1F-4C63-AAA4-E23759909C2A}" dt="2026-05-07T07:26:29.433" v="1758" actId="164"/>
          <ac:spMkLst>
            <pc:docMk/>
            <pc:sldMk cId="0" sldId="262"/>
            <ac:spMk id="25" creationId="{A91EE877-24A2-40F7-AB56-DB516A9730D3}"/>
          </ac:spMkLst>
        </pc:spChg>
        <pc:grpChg chg="add del mod">
          <ac:chgData name="Nirmit Shah" userId="19542b5f-727d-48fc-a6e5-31748f5f223f" providerId="ADAL" clId="{6E744BBD-6A1F-4C63-AAA4-E23759909C2A}" dt="2026-05-07T07:26:29.433" v="1758" actId="164"/>
          <ac:grpSpMkLst>
            <pc:docMk/>
            <pc:sldMk cId="0" sldId="262"/>
            <ac:grpSpMk id="24" creationId="{D0E220EA-E123-CC65-6972-AF237DF59C00}"/>
          </ac:grpSpMkLst>
        </pc:grpChg>
        <pc:grpChg chg="add mod">
          <ac:chgData name="Nirmit Shah" userId="19542b5f-727d-48fc-a6e5-31748f5f223f" providerId="ADAL" clId="{6E744BBD-6A1F-4C63-AAA4-E23759909C2A}" dt="2026-05-07T07:26:32.832" v="1760" actId="1076"/>
          <ac:grpSpMkLst>
            <pc:docMk/>
            <pc:sldMk cId="0" sldId="262"/>
            <ac:grpSpMk id="26" creationId="{ED60F9D7-A287-FBA9-68D3-A4509E8C43BC}"/>
          </ac:grpSpMkLst>
        </pc:grpChg>
      </pc:sldChg>
      <pc:sldChg chg="addSp delSp modSp mod">
        <pc:chgData name="Nirmit Shah" userId="19542b5f-727d-48fc-a6e5-31748f5f223f" providerId="ADAL" clId="{6E744BBD-6A1F-4C63-AAA4-E23759909C2A}" dt="2026-05-07T09:33:49.062" v="2223" actId="478"/>
        <pc:sldMkLst>
          <pc:docMk/>
          <pc:sldMk cId="0" sldId="263"/>
        </pc:sldMkLst>
        <pc:spChg chg="del">
          <ac:chgData name="Nirmit Shah" userId="19542b5f-727d-48fc-a6e5-31748f5f223f" providerId="ADAL" clId="{6E744BBD-6A1F-4C63-AAA4-E23759909C2A}" dt="2026-05-07T09:33:49.062" v="2223" actId="478"/>
          <ac:spMkLst>
            <pc:docMk/>
            <pc:sldMk cId="0" sldId="263"/>
            <ac:spMk id="4" creationId="{00000000-0000-0000-0000-000000000000}"/>
          </ac:spMkLst>
        </pc:spChg>
        <pc:spChg chg="del">
          <ac:chgData name="Nirmit Shah" userId="19542b5f-727d-48fc-a6e5-31748f5f223f" providerId="ADAL" clId="{6E744BBD-6A1F-4C63-AAA4-E23759909C2A}" dt="2026-05-07T06:26:12.837" v="65" actId="478"/>
          <ac:spMkLst>
            <pc:docMk/>
            <pc:sldMk cId="0" sldId="263"/>
            <ac:spMk id="7" creationId="{00000000-0000-0000-0000-000000000000}"/>
          </ac:spMkLst>
        </pc:spChg>
        <pc:spChg chg="del">
          <ac:chgData name="Nirmit Shah" userId="19542b5f-727d-48fc-a6e5-31748f5f223f" providerId="ADAL" clId="{6E744BBD-6A1F-4C63-AAA4-E23759909C2A}" dt="2026-05-07T06:26:20.555" v="68" actId="478"/>
          <ac:spMkLst>
            <pc:docMk/>
            <pc:sldMk cId="0" sldId="263"/>
            <ac:spMk id="8"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0"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2" creationId="{00000000-0000-0000-0000-000000000000}"/>
          </ac:spMkLst>
        </pc:spChg>
        <pc:spChg chg="mod">
          <ac:chgData name="Nirmit Shah" userId="19542b5f-727d-48fc-a6e5-31748f5f223f" providerId="ADAL" clId="{6E744BBD-6A1F-4C63-AAA4-E23759909C2A}" dt="2026-05-07T07:33:09.745" v="1778" actId="14100"/>
          <ac:spMkLst>
            <pc:docMk/>
            <pc:sldMk cId="0" sldId="263"/>
            <ac:spMk id="13" creationId="{00000000-0000-0000-0000-000000000000}"/>
          </ac:spMkLst>
        </pc:spChg>
        <pc:spChg chg="mod">
          <ac:chgData name="Nirmit Shah" userId="19542b5f-727d-48fc-a6e5-31748f5f223f" providerId="ADAL" clId="{6E744BBD-6A1F-4C63-AAA4-E23759909C2A}" dt="2026-05-07T07:33:16.013" v="1779" actId="14100"/>
          <ac:spMkLst>
            <pc:docMk/>
            <pc:sldMk cId="0" sldId="263"/>
            <ac:spMk id="14"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6"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7"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8" creationId="{00000000-0000-0000-0000-000000000000}"/>
          </ac:spMkLst>
        </pc:spChg>
        <pc:spChg chg="mod">
          <ac:chgData name="Nirmit Shah" userId="19542b5f-727d-48fc-a6e5-31748f5f223f" providerId="ADAL" clId="{6E744BBD-6A1F-4C63-AAA4-E23759909C2A}" dt="2026-05-07T07:34:11.566" v="1812" actId="164"/>
          <ac:spMkLst>
            <pc:docMk/>
            <pc:sldMk cId="0" sldId="263"/>
            <ac:spMk id="19" creationId="{00000000-0000-0000-0000-000000000000}"/>
          </ac:spMkLst>
        </pc:spChg>
        <pc:spChg chg="mod">
          <ac:chgData name="Nirmit Shah" userId="19542b5f-727d-48fc-a6e5-31748f5f223f" providerId="ADAL" clId="{6E744BBD-6A1F-4C63-AAA4-E23759909C2A}" dt="2026-05-07T07:34:11.566" v="1812" actId="164"/>
          <ac:spMkLst>
            <pc:docMk/>
            <pc:sldMk cId="0" sldId="263"/>
            <ac:spMk id="20" creationId="{00000000-0000-0000-0000-000000000000}"/>
          </ac:spMkLst>
        </pc:spChg>
        <pc:spChg chg="mod">
          <ac:chgData name="Nirmit Shah" userId="19542b5f-727d-48fc-a6e5-31748f5f223f" providerId="ADAL" clId="{6E744BBD-6A1F-4C63-AAA4-E23759909C2A}" dt="2026-05-07T07:34:11.566" v="1812" actId="164"/>
          <ac:spMkLst>
            <pc:docMk/>
            <pc:sldMk cId="0" sldId="263"/>
            <ac:spMk id="21" creationId="{00000000-0000-0000-0000-000000000000}"/>
          </ac:spMkLst>
        </pc:spChg>
        <pc:spChg chg="mod">
          <ac:chgData name="Nirmit Shah" userId="19542b5f-727d-48fc-a6e5-31748f5f223f" providerId="ADAL" clId="{6E744BBD-6A1F-4C63-AAA4-E23759909C2A}" dt="2026-05-07T07:34:11.566" v="1812" actId="164"/>
          <ac:spMkLst>
            <pc:docMk/>
            <pc:sldMk cId="0" sldId="263"/>
            <ac:spMk id="23" creationId="{00000000-0000-0000-0000-000000000000}"/>
          </ac:spMkLst>
        </pc:spChg>
        <pc:spChg chg="mod">
          <ac:chgData name="Nirmit Shah" userId="19542b5f-727d-48fc-a6e5-31748f5f223f" providerId="ADAL" clId="{6E744BBD-6A1F-4C63-AAA4-E23759909C2A}" dt="2026-05-07T07:34:01.973" v="1811" actId="20577"/>
          <ac:spMkLst>
            <pc:docMk/>
            <pc:sldMk cId="0" sldId="263"/>
            <ac:spMk id="24" creationId="{00000000-0000-0000-0000-000000000000}"/>
          </ac:spMkLst>
        </pc:spChg>
        <pc:spChg chg="mod">
          <ac:chgData name="Nirmit Shah" userId="19542b5f-727d-48fc-a6e5-31748f5f223f" providerId="ADAL" clId="{6E744BBD-6A1F-4C63-AAA4-E23759909C2A}" dt="2026-05-07T07:34:11.566" v="1812" actId="164"/>
          <ac:spMkLst>
            <pc:docMk/>
            <pc:sldMk cId="0" sldId="263"/>
            <ac:spMk id="25" creationId="{00000000-0000-0000-0000-000000000000}"/>
          </ac:spMkLst>
        </pc:spChg>
        <pc:spChg chg="mod">
          <ac:chgData name="Nirmit Shah" userId="19542b5f-727d-48fc-a6e5-31748f5f223f" providerId="ADAL" clId="{6E744BBD-6A1F-4C63-AAA4-E23759909C2A}" dt="2026-05-07T07:34:51.544" v="1865" actId="1036"/>
          <ac:spMkLst>
            <pc:docMk/>
            <pc:sldMk cId="0" sldId="263"/>
            <ac:spMk id="26" creationId="{00000000-0000-0000-0000-000000000000}"/>
          </ac:spMkLst>
        </pc:spChg>
        <pc:spChg chg="add mod">
          <ac:chgData name="Nirmit Shah" userId="19542b5f-727d-48fc-a6e5-31748f5f223f" providerId="ADAL" clId="{6E744BBD-6A1F-4C63-AAA4-E23759909C2A}" dt="2026-05-07T09:28:08.542" v="2200" actId="20577"/>
          <ac:spMkLst>
            <pc:docMk/>
            <pc:sldMk cId="0" sldId="263"/>
            <ac:spMk id="27" creationId="{C3CFFF4E-D889-17EA-06AD-2139BA01A818}"/>
          </ac:spMkLst>
        </pc:spChg>
        <pc:grpChg chg="mod">
          <ac:chgData name="Nirmit Shah" userId="19542b5f-727d-48fc-a6e5-31748f5f223f" providerId="ADAL" clId="{6E744BBD-6A1F-4C63-AAA4-E23759909C2A}" dt="2026-05-07T07:34:18.972" v="1834" actId="1035"/>
          <ac:grpSpMkLst>
            <pc:docMk/>
            <pc:sldMk cId="0" sldId="263"/>
            <ac:grpSpMk id="28" creationId="{ACBA3FA2-7CBB-B489-D020-7E9E96AD3027}"/>
          </ac:grpSpMkLst>
        </pc:grpChg>
        <pc:picChg chg="add mod">
          <ac:chgData name="Nirmit Shah" userId="19542b5f-727d-48fc-a6e5-31748f5f223f" providerId="ADAL" clId="{6E744BBD-6A1F-4C63-AAA4-E23759909C2A}" dt="2026-05-07T09:29:34.928" v="2217"/>
          <ac:picMkLst>
            <pc:docMk/>
            <pc:sldMk cId="0" sldId="263"/>
            <ac:picMk id="29" creationId="{11B83EA5-CBE4-D67A-0152-2D4329B6D2E4}"/>
          </ac:picMkLst>
        </pc:picChg>
      </pc:sldChg>
      <pc:sldChg chg="addSp delSp modSp mod">
        <pc:chgData name="Nirmit Shah" userId="19542b5f-727d-48fc-a6e5-31748f5f223f" providerId="ADAL" clId="{6E744BBD-6A1F-4C63-AAA4-E23759909C2A}" dt="2026-05-07T09:39:29.908" v="2225" actId="478"/>
        <pc:sldMkLst>
          <pc:docMk/>
          <pc:sldMk cId="0" sldId="264"/>
        </pc:sldMkLst>
        <pc:spChg chg="del">
          <ac:chgData name="Nirmit Shah" userId="19542b5f-727d-48fc-a6e5-31748f5f223f" providerId="ADAL" clId="{6E744BBD-6A1F-4C63-AAA4-E23759909C2A}" dt="2026-05-07T09:39:29.908" v="2225" actId="478"/>
          <ac:spMkLst>
            <pc:docMk/>
            <pc:sldMk cId="0" sldId="264"/>
            <ac:spMk id="4" creationId="{00000000-0000-0000-0000-000000000000}"/>
          </ac:spMkLst>
        </pc:spChg>
        <pc:spChg chg="del">
          <ac:chgData name="Nirmit Shah" userId="19542b5f-727d-48fc-a6e5-31748f5f223f" providerId="ADAL" clId="{6E744BBD-6A1F-4C63-AAA4-E23759909C2A}" dt="2026-05-07T06:26:30.478" v="69" actId="478"/>
          <ac:spMkLst>
            <pc:docMk/>
            <pc:sldMk cId="0" sldId="264"/>
            <ac:spMk id="7" creationId="{00000000-0000-0000-0000-000000000000}"/>
          </ac:spMkLst>
        </pc:spChg>
        <pc:spChg chg="del">
          <ac:chgData name="Nirmit Shah" userId="19542b5f-727d-48fc-a6e5-31748f5f223f" providerId="ADAL" clId="{6E744BBD-6A1F-4C63-AAA4-E23759909C2A}" dt="2026-05-07T06:26:37.618" v="70" actId="478"/>
          <ac:spMkLst>
            <pc:docMk/>
            <pc:sldMk cId="0" sldId="264"/>
            <ac:spMk id="8" creationId="{00000000-0000-0000-0000-000000000000}"/>
          </ac:spMkLst>
        </pc:spChg>
        <pc:spChg chg="del">
          <ac:chgData name="Nirmit Shah" userId="19542b5f-727d-48fc-a6e5-31748f5f223f" providerId="ADAL" clId="{6E744BBD-6A1F-4C63-AAA4-E23759909C2A}" dt="2026-05-07T09:19:20.742" v="1873" actId="478"/>
          <ac:spMkLst>
            <pc:docMk/>
            <pc:sldMk cId="0" sldId="264"/>
            <ac:spMk id="10" creationId="{00000000-0000-0000-0000-000000000000}"/>
          </ac:spMkLst>
        </pc:spChg>
        <pc:spChg chg="mod">
          <ac:chgData name="Nirmit Shah" userId="19542b5f-727d-48fc-a6e5-31748f5f223f" providerId="ADAL" clId="{6E744BBD-6A1F-4C63-AAA4-E23759909C2A}" dt="2026-05-07T09:21:09.163" v="1907" actId="1037"/>
          <ac:spMkLst>
            <pc:docMk/>
            <pc:sldMk cId="0" sldId="264"/>
            <ac:spMk id="11" creationId="{00000000-0000-0000-0000-000000000000}"/>
          </ac:spMkLst>
        </pc:spChg>
        <pc:spChg chg="mod">
          <ac:chgData name="Nirmit Shah" userId="19542b5f-727d-48fc-a6e5-31748f5f223f" providerId="ADAL" clId="{6E744BBD-6A1F-4C63-AAA4-E23759909C2A}" dt="2026-05-07T09:20:47.495" v="1898" actId="164"/>
          <ac:spMkLst>
            <pc:docMk/>
            <pc:sldMk cId="0" sldId="264"/>
            <ac:spMk id="19" creationId="{00000000-0000-0000-0000-000000000000}"/>
          </ac:spMkLst>
        </pc:spChg>
        <pc:spChg chg="mod">
          <ac:chgData name="Nirmit Shah" userId="19542b5f-727d-48fc-a6e5-31748f5f223f" providerId="ADAL" clId="{6E744BBD-6A1F-4C63-AAA4-E23759909C2A}" dt="2026-05-07T09:20:47.495" v="1898" actId="164"/>
          <ac:spMkLst>
            <pc:docMk/>
            <pc:sldMk cId="0" sldId="264"/>
            <ac:spMk id="20" creationId="{00000000-0000-0000-0000-000000000000}"/>
          </ac:spMkLst>
        </pc:spChg>
        <pc:spChg chg="mod">
          <ac:chgData name="Nirmit Shah" userId="19542b5f-727d-48fc-a6e5-31748f5f223f" providerId="ADAL" clId="{6E744BBD-6A1F-4C63-AAA4-E23759909C2A}" dt="2026-05-07T09:20:47.495" v="1898" actId="164"/>
          <ac:spMkLst>
            <pc:docMk/>
            <pc:sldMk cId="0" sldId="264"/>
            <ac:spMk id="21" creationId="{00000000-0000-0000-0000-000000000000}"/>
          </ac:spMkLst>
        </pc:spChg>
        <pc:spChg chg="mod">
          <ac:chgData name="Nirmit Shah" userId="19542b5f-727d-48fc-a6e5-31748f5f223f" providerId="ADAL" clId="{6E744BBD-6A1F-4C63-AAA4-E23759909C2A}" dt="2026-05-07T09:20:56.423" v="1904" actId="20577"/>
          <ac:spMkLst>
            <pc:docMk/>
            <pc:sldMk cId="0" sldId="264"/>
            <ac:spMk id="22" creationId="{00000000-0000-0000-0000-000000000000}"/>
          </ac:spMkLst>
        </pc:spChg>
        <pc:spChg chg="add mod">
          <ac:chgData name="Nirmit Shah" userId="19542b5f-727d-48fc-a6e5-31748f5f223f" providerId="ADAL" clId="{6E744BBD-6A1F-4C63-AAA4-E23759909C2A}" dt="2026-05-07T09:28:14.644" v="2202" actId="20577"/>
          <ac:spMkLst>
            <pc:docMk/>
            <pc:sldMk cId="0" sldId="264"/>
            <ac:spMk id="23" creationId="{0CA39A67-D321-997D-F432-853679258375}"/>
          </ac:spMkLst>
        </pc:spChg>
        <pc:spChg chg="add mod">
          <ac:chgData name="Nirmit Shah" userId="19542b5f-727d-48fc-a6e5-31748f5f223f" providerId="ADAL" clId="{6E744BBD-6A1F-4C63-AAA4-E23759909C2A}" dt="2026-05-07T09:19:11.520" v="1872" actId="1076"/>
          <ac:spMkLst>
            <pc:docMk/>
            <pc:sldMk cId="0" sldId="264"/>
            <ac:spMk id="24" creationId="{CF37A432-6A8E-C85C-D960-092B1D0711D7}"/>
          </ac:spMkLst>
        </pc:spChg>
        <pc:grpChg chg="add mod">
          <ac:chgData name="Nirmit Shah" userId="19542b5f-727d-48fc-a6e5-31748f5f223f" providerId="ADAL" clId="{6E744BBD-6A1F-4C63-AAA4-E23759909C2A}" dt="2026-05-07T09:21:00.692" v="1905" actId="12789"/>
          <ac:grpSpMkLst>
            <pc:docMk/>
            <pc:sldMk cId="0" sldId="264"/>
            <ac:grpSpMk id="25" creationId="{65548848-DF84-1FFF-F6F6-44C2177B301F}"/>
          </ac:grpSpMkLst>
        </pc:grpChg>
        <pc:picChg chg="add mod">
          <ac:chgData name="Nirmit Shah" userId="19542b5f-727d-48fc-a6e5-31748f5f223f" providerId="ADAL" clId="{6E744BBD-6A1F-4C63-AAA4-E23759909C2A}" dt="2026-05-07T09:29:36.489" v="2218"/>
          <ac:picMkLst>
            <pc:docMk/>
            <pc:sldMk cId="0" sldId="264"/>
            <ac:picMk id="26" creationId="{3CAD8B26-CAF2-8397-8BFD-1EF1CF03E6A4}"/>
          </ac:picMkLst>
        </pc:picChg>
      </pc:sldChg>
      <pc:sldChg chg="addSp delSp modSp mod modShow">
        <pc:chgData name="Nirmit Shah" userId="19542b5f-727d-48fc-a6e5-31748f5f223f" providerId="ADAL" clId="{6E744BBD-6A1F-4C63-AAA4-E23759909C2A}" dt="2026-05-07T09:21:27.764" v="1908" actId="729"/>
        <pc:sldMkLst>
          <pc:docMk/>
          <pc:sldMk cId="0" sldId="265"/>
        </pc:sldMkLst>
        <pc:spChg chg="del mod">
          <ac:chgData name="Nirmit Shah" userId="19542b5f-727d-48fc-a6e5-31748f5f223f" providerId="ADAL" clId="{6E744BBD-6A1F-4C63-AAA4-E23759909C2A}" dt="2026-05-07T06:26:47.486" v="73" actId="478"/>
          <ac:spMkLst>
            <pc:docMk/>
            <pc:sldMk cId="0" sldId="265"/>
            <ac:spMk id="7" creationId="{00000000-0000-0000-0000-000000000000}"/>
          </ac:spMkLst>
        </pc:spChg>
        <pc:spChg chg="del">
          <ac:chgData name="Nirmit Shah" userId="19542b5f-727d-48fc-a6e5-31748f5f223f" providerId="ADAL" clId="{6E744BBD-6A1F-4C63-AAA4-E23759909C2A}" dt="2026-05-07T06:26:51.292" v="75" actId="478"/>
          <ac:spMkLst>
            <pc:docMk/>
            <pc:sldMk cId="0" sldId="265"/>
            <ac:spMk id="8" creationId="{00000000-0000-0000-0000-000000000000}"/>
          </ac:spMkLst>
        </pc:spChg>
        <pc:spChg chg="add mod">
          <ac:chgData name="Nirmit Shah" userId="19542b5f-727d-48fc-a6e5-31748f5f223f" providerId="ADAL" clId="{6E744BBD-6A1F-4C63-AAA4-E23759909C2A}" dt="2026-05-07T06:26:48.800" v="74"/>
          <ac:spMkLst>
            <pc:docMk/>
            <pc:sldMk cId="0" sldId="265"/>
            <ac:spMk id="31" creationId="{B88AEA22-72E6-EF53-DD25-FA2654AA3261}"/>
          </ac:spMkLst>
        </pc:spChg>
      </pc:sldChg>
      <pc:sldChg chg="addSp delSp modSp mod modShow">
        <pc:chgData name="Nirmit Shah" userId="19542b5f-727d-48fc-a6e5-31748f5f223f" providerId="ADAL" clId="{6E744BBD-6A1F-4C63-AAA4-E23759909C2A}" dt="2026-05-07T09:21:30.671" v="1909" actId="729"/>
        <pc:sldMkLst>
          <pc:docMk/>
          <pc:sldMk cId="0" sldId="266"/>
        </pc:sldMkLst>
        <pc:spChg chg="del">
          <ac:chgData name="Nirmit Shah" userId="19542b5f-727d-48fc-a6e5-31748f5f223f" providerId="ADAL" clId="{6E744BBD-6A1F-4C63-AAA4-E23759909C2A}" dt="2026-05-07T06:26:59.280" v="76" actId="478"/>
          <ac:spMkLst>
            <pc:docMk/>
            <pc:sldMk cId="0" sldId="266"/>
            <ac:spMk id="7" creationId="{00000000-0000-0000-0000-000000000000}"/>
          </ac:spMkLst>
        </pc:spChg>
        <pc:spChg chg="del">
          <ac:chgData name="Nirmit Shah" userId="19542b5f-727d-48fc-a6e5-31748f5f223f" providerId="ADAL" clId="{6E744BBD-6A1F-4C63-AAA4-E23759909C2A}" dt="2026-05-07T06:27:05.104" v="78" actId="478"/>
          <ac:spMkLst>
            <pc:docMk/>
            <pc:sldMk cId="0" sldId="266"/>
            <ac:spMk id="8" creationId="{00000000-0000-0000-0000-000000000000}"/>
          </ac:spMkLst>
        </pc:spChg>
        <pc:spChg chg="add mod">
          <ac:chgData name="Nirmit Shah" userId="19542b5f-727d-48fc-a6e5-31748f5f223f" providerId="ADAL" clId="{6E744BBD-6A1F-4C63-AAA4-E23759909C2A}" dt="2026-05-07T06:27:02.192" v="77"/>
          <ac:spMkLst>
            <pc:docMk/>
            <pc:sldMk cId="0" sldId="266"/>
            <ac:spMk id="26" creationId="{07304A6B-4412-360A-258D-84C1146A614D}"/>
          </ac:spMkLst>
        </pc:spChg>
      </pc:sldChg>
      <pc:sldChg chg="addSp delSp modSp mod">
        <pc:chgData name="Nirmit Shah" userId="19542b5f-727d-48fc-a6e5-31748f5f223f" providerId="ADAL" clId="{6E744BBD-6A1F-4C63-AAA4-E23759909C2A}" dt="2026-05-07T09:29:40.442" v="2219"/>
        <pc:sldMkLst>
          <pc:docMk/>
          <pc:sldMk cId="0" sldId="267"/>
        </pc:sldMkLst>
        <pc:spChg chg="del">
          <ac:chgData name="Nirmit Shah" userId="19542b5f-727d-48fc-a6e5-31748f5f223f" providerId="ADAL" clId="{6E744BBD-6A1F-4C63-AAA4-E23759909C2A}" dt="2026-05-07T09:21:38.550" v="1910" actId="478"/>
          <ac:spMkLst>
            <pc:docMk/>
            <pc:sldMk cId="0" sldId="267"/>
            <ac:spMk id="4" creationId="{00000000-0000-0000-0000-000000000000}"/>
          </ac:spMkLst>
        </pc:spChg>
        <pc:spChg chg="mod">
          <ac:chgData name="Nirmit Shah" userId="19542b5f-727d-48fc-a6e5-31748f5f223f" providerId="ADAL" clId="{6E744BBD-6A1F-4C63-AAA4-E23759909C2A}" dt="2026-05-07T09:25:26.976" v="2138" actId="403"/>
          <ac:spMkLst>
            <pc:docMk/>
            <pc:sldMk cId="0" sldId="267"/>
            <ac:spMk id="5" creationId="{00000000-0000-0000-0000-000000000000}"/>
          </ac:spMkLst>
        </pc:spChg>
        <pc:spChg chg="del">
          <ac:chgData name="Nirmit Shah" userId="19542b5f-727d-48fc-a6e5-31748f5f223f" providerId="ADAL" clId="{6E744BBD-6A1F-4C63-AAA4-E23759909C2A}" dt="2026-05-07T06:27:13.902" v="80" actId="478"/>
          <ac:spMkLst>
            <pc:docMk/>
            <pc:sldMk cId="0" sldId="267"/>
            <ac:spMk id="7" creationId="{00000000-0000-0000-0000-000000000000}"/>
          </ac:spMkLst>
        </pc:spChg>
        <pc:spChg chg="del">
          <ac:chgData name="Nirmit Shah" userId="19542b5f-727d-48fc-a6e5-31748f5f223f" providerId="ADAL" clId="{6E744BBD-6A1F-4C63-AAA4-E23759909C2A}" dt="2026-05-07T06:27:16.558" v="81" actId="478"/>
          <ac:spMkLst>
            <pc:docMk/>
            <pc:sldMk cId="0" sldId="267"/>
            <ac:spMk id="8" creationId="{00000000-0000-0000-0000-000000000000}"/>
          </ac:spMkLst>
        </pc:spChg>
        <pc:spChg chg="mod">
          <ac:chgData name="Nirmit Shah" userId="19542b5f-727d-48fc-a6e5-31748f5f223f" providerId="ADAL" clId="{6E744BBD-6A1F-4C63-AAA4-E23759909C2A}" dt="2026-05-07T09:25:21.939" v="2135" actId="403"/>
          <ac:spMkLst>
            <pc:docMk/>
            <pc:sldMk cId="0" sldId="267"/>
            <ac:spMk id="9" creationId="{00000000-0000-0000-0000-000000000000}"/>
          </ac:spMkLst>
        </pc:spChg>
        <pc:spChg chg="mod">
          <ac:chgData name="Nirmit Shah" userId="19542b5f-727d-48fc-a6e5-31748f5f223f" providerId="ADAL" clId="{6E744BBD-6A1F-4C63-AAA4-E23759909C2A}" dt="2026-05-07T09:23:07.966" v="1925" actId="164"/>
          <ac:spMkLst>
            <pc:docMk/>
            <pc:sldMk cId="0" sldId="267"/>
            <ac:spMk id="10" creationId="{00000000-0000-0000-0000-000000000000}"/>
          </ac:spMkLst>
        </pc:spChg>
        <pc:spChg chg="mod">
          <ac:chgData name="Nirmit Shah" userId="19542b5f-727d-48fc-a6e5-31748f5f223f" providerId="ADAL" clId="{6E744BBD-6A1F-4C63-AAA4-E23759909C2A}" dt="2026-05-07T09:23:07.966" v="1925" actId="164"/>
          <ac:spMkLst>
            <pc:docMk/>
            <pc:sldMk cId="0" sldId="267"/>
            <ac:spMk id="11" creationId="{00000000-0000-0000-0000-000000000000}"/>
          </ac:spMkLst>
        </pc:spChg>
        <pc:spChg chg="mod">
          <ac:chgData name="Nirmit Shah" userId="19542b5f-727d-48fc-a6e5-31748f5f223f" providerId="ADAL" clId="{6E744BBD-6A1F-4C63-AAA4-E23759909C2A}" dt="2026-05-07T09:24:11.758" v="1995" actId="403"/>
          <ac:spMkLst>
            <pc:docMk/>
            <pc:sldMk cId="0" sldId="267"/>
            <ac:spMk id="12" creationId="{00000000-0000-0000-0000-000000000000}"/>
          </ac:spMkLst>
        </pc:spChg>
        <pc:spChg chg="mod">
          <ac:chgData name="Nirmit Shah" userId="19542b5f-727d-48fc-a6e5-31748f5f223f" providerId="ADAL" clId="{6E744BBD-6A1F-4C63-AAA4-E23759909C2A}" dt="2026-05-07T09:25:01.753" v="2027" actId="20577"/>
          <ac:spMkLst>
            <pc:docMk/>
            <pc:sldMk cId="0" sldId="267"/>
            <ac:spMk id="13" creationId="{00000000-0000-0000-0000-000000000000}"/>
          </ac:spMkLst>
        </pc:spChg>
        <pc:spChg chg="mod">
          <ac:chgData name="Nirmit Shah" userId="19542b5f-727d-48fc-a6e5-31748f5f223f" providerId="ADAL" clId="{6E744BBD-6A1F-4C63-AAA4-E23759909C2A}" dt="2026-05-07T09:23:14.933" v="1926" actId="164"/>
          <ac:spMkLst>
            <pc:docMk/>
            <pc:sldMk cId="0" sldId="267"/>
            <ac:spMk id="14" creationId="{00000000-0000-0000-0000-000000000000}"/>
          </ac:spMkLst>
        </pc:spChg>
        <pc:spChg chg="mod">
          <ac:chgData name="Nirmit Shah" userId="19542b5f-727d-48fc-a6e5-31748f5f223f" providerId="ADAL" clId="{6E744BBD-6A1F-4C63-AAA4-E23759909C2A}" dt="2026-05-07T09:23:14.933" v="1926" actId="164"/>
          <ac:spMkLst>
            <pc:docMk/>
            <pc:sldMk cId="0" sldId="267"/>
            <ac:spMk id="15" creationId="{00000000-0000-0000-0000-000000000000}"/>
          </ac:spMkLst>
        </pc:spChg>
        <pc:spChg chg="mod">
          <ac:chgData name="Nirmit Shah" userId="19542b5f-727d-48fc-a6e5-31748f5f223f" providerId="ADAL" clId="{6E744BBD-6A1F-4C63-AAA4-E23759909C2A}" dt="2026-05-07T09:24:09.121" v="1994" actId="403"/>
          <ac:spMkLst>
            <pc:docMk/>
            <pc:sldMk cId="0" sldId="267"/>
            <ac:spMk id="16" creationId="{00000000-0000-0000-0000-000000000000}"/>
          </ac:spMkLst>
        </pc:spChg>
        <pc:spChg chg="mod">
          <ac:chgData name="Nirmit Shah" userId="19542b5f-727d-48fc-a6e5-31748f5f223f" providerId="ADAL" clId="{6E744BBD-6A1F-4C63-AAA4-E23759909C2A}" dt="2026-05-07T09:24:43.569" v="2014" actId="20577"/>
          <ac:spMkLst>
            <pc:docMk/>
            <pc:sldMk cId="0" sldId="267"/>
            <ac:spMk id="17" creationId="{00000000-0000-0000-0000-000000000000}"/>
          </ac:spMkLst>
        </pc:spChg>
        <pc:spChg chg="mod">
          <ac:chgData name="Nirmit Shah" userId="19542b5f-727d-48fc-a6e5-31748f5f223f" providerId="ADAL" clId="{6E744BBD-6A1F-4C63-AAA4-E23759909C2A}" dt="2026-05-07T09:23:23.988" v="1929" actId="164"/>
          <ac:spMkLst>
            <pc:docMk/>
            <pc:sldMk cId="0" sldId="267"/>
            <ac:spMk id="18" creationId="{00000000-0000-0000-0000-000000000000}"/>
          </ac:spMkLst>
        </pc:spChg>
        <pc:spChg chg="mod">
          <ac:chgData name="Nirmit Shah" userId="19542b5f-727d-48fc-a6e5-31748f5f223f" providerId="ADAL" clId="{6E744BBD-6A1F-4C63-AAA4-E23759909C2A}" dt="2026-05-07T09:23:23.988" v="1929" actId="164"/>
          <ac:spMkLst>
            <pc:docMk/>
            <pc:sldMk cId="0" sldId="267"/>
            <ac:spMk id="19" creationId="{00000000-0000-0000-0000-000000000000}"/>
          </ac:spMkLst>
        </pc:spChg>
        <pc:spChg chg="mod">
          <ac:chgData name="Nirmit Shah" userId="19542b5f-727d-48fc-a6e5-31748f5f223f" providerId="ADAL" clId="{6E744BBD-6A1F-4C63-AAA4-E23759909C2A}" dt="2026-05-07T09:24:06.359" v="1993" actId="404"/>
          <ac:spMkLst>
            <pc:docMk/>
            <pc:sldMk cId="0" sldId="267"/>
            <ac:spMk id="20" creationId="{00000000-0000-0000-0000-000000000000}"/>
          </ac:spMkLst>
        </pc:spChg>
        <pc:spChg chg="mod">
          <ac:chgData name="Nirmit Shah" userId="19542b5f-727d-48fc-a6e5-31748f5f223f" providerId="ADAL" clId="{6E744BBD-6A1F-4C63-AAA4-E23759909C2A}" dt="2026-05-07T09:24:30.762" v="2005" actId="20577"/>
          <ac:spMkLst>
            <pc:docMk/>
            <pc:sldMk cId="0" sldId="267"/>
            <ac:spMk id="21" creationId="{00000000-0000-0000-0000-000000000000}"/>
          </ac:spMkLst>
        </pc:spChg>
        <pc:spChg chg="mod">
          <ac:chgData name="Nirmit Shah" userId="19542b5f-727d-48fc-a6e5-31748f5f223f" providerId="ADAL" clId="{6E744BBD-6A1F-4C63-AAA4-E23759909C2A}" dt="2026-05-07T09:25:44.375" v="2169" actId="1035"/>
          <ac:spMkLst>
            <pc:docMk/>
            <pc:sldMk cId="0" sldId="267"/>
            <ac:spMk id="22" creationId="{00000000-0000-0000-0000-000000000000}"/>
          </ac:spMkLst>
        </pc:spChg>
        <pc:spChg chg="add mod">
          <ac:chgData name="Nirmit Shah" userId="19542b5f-727d-48fc-a6e5-31748f5f223f" providerId="ADAL" clId="{6E744BBD-6A1F-4C63-AAA4-E23759909C2A}" dt="2026-05-07T09:28:22.848" v="2204" actId="20577"/>
          <ac:spMkLst>
            <pc:docMk/>
            <pc:sldMk cId="0" sldId="267"/>
            <ac:spMk id="23" creationId="{503CE1AD-360D-8C2D-06F9-DFD3DF6CF457}"/>
          </ac:spMkLst>
        </pc:spChg>
        <pc:grpChg chg="add mod">
          <ac:chgData name="Nirmit Shah" userId="19542b5f-727d-48fc-a6e5-31748f5f223f" providerId="ADAL" clId="{6E744BBD-6A1F-4C63-AAA4-E23759909C2A}" dt="2026-05-07T09:25:40.610" v="2150" actId="1035"/>
          <ac:grpSpMkLst>
            <pc:docMk/>
            <pc:sldMk cId="0" sldId="267"/>
            <ac:grpSpMk id="24" creationId="{8674FD31-1EB3-0897-71FB-F0CE4F91EFEE}"/>
          </ac:grpSpMkLst>
        </pc:grpChg>
        <pc:grpChg chg="add mod">
          <ac:chgData name="Nirmit Shah" userId="19542b5f-727d-48fc-a6e5-31748f5f223f" providerId="ADAL" clId="{6E744BBD-6A1F-4C63-AAA4-E23759909C2A}" dt="2026-05-07T09:25:40.610" v="2150" actId="1035"/>
          <ac:grpSpMkLst>
            <pc:docMk/>
            <pc:sldMk cId="0" sldId="267"/>
            <ac:grpSpMk id="25" creationId="{8EFF101B-59D7-D35C-0EFF-3A3E0BD66703}"/>
          </ac:grpSpMkLst>
        </pc:grpChg>
        <pc:grpChg chg="add mod">
          <ac:chgData name="Nirmit Shah" userId="19542b5f-727d-48fc-a6e5-31748f5f223f" providerId="ADAL" clId="{6E744BBD-6A1F-4C63-AAA4-E23759909C2A}" dt="2026-05-07T09:25:40.610" v="2150" actId="1035"/>
          <ac:grpSpMkLst>
            <pc:docMk/>
            <pc:sldMk cId="0" sldId="267"/>
            <ac:grpSpMk id="26" creationId="{50A17362-F5C3-0C91-6F50-D74E8573D37D}"/>
          </ac:grpSpMkLst>
        </pc:grpChg>
        <pc:picChg chg="add mod">
          <ac:chgData name="Nirmit Shah" userId="19542b5f-727d-48fc-a6e5-31748f5f223f" providerId="ADAL" clId="{6E744BBD-6A1F-4C63-AAA4-E23759909C2A}" dt="2026-05-07T09:29:40.442" v="2219"/>
          <ac:picMkLst>
            <pc:docMk/>
            <pc:sldMk cId="0" sldId="267"/>
            <ac:picMk id="27" creationId="{F4389BB6-AE85-2A8E-5322-4C5CE5A19BE1}"/>
          </ac:picMkLst>
        </pc:picChg>
      </pc:sldChg>
      <pc:sldChg chg="addSp delSp modSp mod">
        <pc:chgData name="Nirmit Shah" userId="19542b5f-727d-48fc-a6e5-31748f5f223f" providerId="ADAL" clId="{6E744BBD-6A1F-4C63-AAA4-E23759909C2A}" dt="2026-05-07T09:29:43.066" v="2220"/>
        <pc:sldMkLst>
          <pc:docMk/>
          <pc:sldMk cId="0" sldId="268"/>
        </pc:sldMkLst>
        <pc:spChg chg="del">
          <ac:chgData name="Nirmit Shah" userId="19542b5f-727d-48fc-a6e5-31748f5f223f" providerId="ADAL" clId="{6E744BBD-6A1F-4C63-AAA4-E23759909C2A}" dt="2026-05-07T09:26:09.767" v="2170" actId="478"/>
          <ac:spMkLst>
            <pc:docMk/>
            <pc:sldMk cId="0" sldId="268"/>
            <ac:spMk id="4" creationId="{00000000-0000-0000-0000-000000000000}"/>
          </ac:spMkLst>
        </pc:spChg>
        <pc:spChg chg="mod">
          <ac:chgData name="Nirmit Shah" userId="19542b5f-727d-48fc-a6e5-31748f5f223f" providerId="ADAL" clId="{6E744BBD-6A1F-4C63-AAA4-E23759909C2A}" dt="2026-05-07T09:26:12.504" v="2171" actId="403"/>
          <ac:spMkLst>
            <pc:docMk/>
            <pc:sldMk cId="0" sldId="268"/>
            <ac:spMk id="5" creationId="{00000000-0000-0000-0000-000000000000}"/>
          </ac:spMkLst>
        </pc:spChg>
        <pc:spChg chg="del">
          <ac:chgData name="Nirmit Shah" userId="19542b5f-727d-48fc-a6e5-31748f5f223f" providerId="ADAL" clId="{6E744BBD-6A1F-4C63-AAA4-E23759909C2A}" dt="2026-05-07T06:19:26.553" v="26" actId="478"/>
          <ac:spMkLst>
            <pc:docMk/>
            <pc:sldMk cId="0" sldId="268"/>
            <ac:spMk id="7" creationId="{00000000-0000-0000-0000-000000000000}"/>
          </ac:spMkLst>
        </pc:spChg>
        <pc:spChg chg="mod">
          <ac:chgData name="Nirmit Shah" userId="19542b5f-727d-48fc-a6e5-31748f5f223f" providerId="ADAL" clId="{6E744BBD-6A1F-4C63-AAA4-E23759909C2A}" dt="2026-05-07T09:28:27.445" v="2206" actId="20577"/>
          <ac:spMkLst>
            <pc:docMk/>
            <pc:sldMk cId="0" sldId="268"/>
            <ac:spMk id="8" creationId="{00000000-0000-0000-0000-000000000000}"/>
          </ac:spMkLst>
        </pc:spChg>
        <pc:spChg chg="mod">
          <ac:chgData name="Nirmit Shah" userId="19542b5f-727d-48fc-a6e5-31748f5f223f" providerId="ADAL" clId="{6E744BBD-6A1F-4C63-AAA4-E23759909C2A}" dt="2026-05-07T06:18:08.233" v="9" actId="14100"/>
          <ac:spMkLst>
            <pc:docMk/>
            <pc:sldMk cId="0" sldId="268"/>
            <ac:spMk id="9" creationId="{00000000-0000-0000-0000-000000000000}"/>
          </ac:spMkLst>
        </pc:spChg>
        <pc:spChg chg="del">
          <ac:chgData name="Nirmit Shah" userId="19542b5f-727d-48fc-a6e5-31748f5f223f" providerId="ADAL" clId="{6E744BBD-6A1F-4C63-AAA4-E23759909C2A}" dt="2026-05-07T06:17:42.882" v="1" actId="478"/>
          <ac:spMkLst>
            <pc:docMk/>
            <pc:sldMk cId="0" sldId="268"/>
            <ac:spMk id="10" creationId="{00000000-0000-0000-0000-000000000000}"/>
          </ac:spMkLst>
        </pc:spChg>
        <pc:spChg chg="mod">
          <ac:chgData name="Nirmit Shah" userId="19542b5f-727d-48fc-a6e5-31748f5f223f" providerId="ADAL" clId="{6E744BBD-6A1F-4C63-AAA4-E23759909C2A}" dt="2026-05-07T06:18:48.433" v="18" actId="122"/>
          <ac:spMkLst>
            <pc:docMk/>
            <pc:sldMk cId="0" sldId="268"/>
            <ac:spMk id="11" creationId="{00000000-0000-0000-0000-000000000000}"/>
          </ac:spMkLst>
        </pc:spChg>
        <pc:spChg chg="mod">
          <ac:chgData name="Nirmit Shah" userId="19542b5f-727d-48fc-a6e5-31748f5f223f" providerId="ADAL" clId="{6E744BBD-6A1F-4C63-AAA4-E23759909C2A}" dt="2026-05-07T06:21:44.948" v="32" actId="20577"/>
          <ac:spMkLst>
            <pc:docMk/>
            <pc:sldMk cId="0" sldId="268"/>
            <ac:spMk id="12" creationId="{00000000-0000-0000-0000-000000000000}"/>
          </ac:spMkLst>
        </pc:spChg>
        <pc:spChg chg="mod">
          <ac:chgData name="Nirmit Shah" userId="19542b5f-727d-48fc-a6e5-31748f5f223f" providerId="ADAL" clId="{6E744BBD-6A1F-4C63-AAA4-E23759909C2A}" dt="2026-05-07T06:18:24.575" v="13" actId="14100"/>
          <ac:spMkLst>
            <pc:docMk/>
            <pc:sldMk cId="0" sldId="268"/>
            <ac:spMk id="13" creationId="{00000000-0000-0000-0000-000000000000}"/>
          </ac:spMkLst>
        </pc:spChg>
        <pc:spChg chg="del">
          <ac:chgData name="Nirmit Shah" userId="19542b5f-727d-48fc-a6e5-31748f5f223f" providerId="ADAL" clId="{6E744BBD-6A1F-4C63-AAA4-E23759909C2A}" dt="2026-05-07T06:17:40.475" v="0" actId="478"/>
          <ac:spMkLst>
            <pc:docMk/>
            <pc:sldMk cId="0" sldId="268"/>
            <ac:spMk id="14" creationId="{00000000-0000-0000-0000-000000000000}"/>
          </ac:spMkLst>
        </pc:spChg>
        <pc:spChg chg="mod">
          <ac:chgData name="Nirmit Shah" userId="19542b5f-727d-48fc-a6e5-31748f5f223f" providerId="ADAL" clId="{6E744BBD-6A1F-4C63-AAA4-E23759909C2A}" dt="2026-05-07T06:18:53.142" v="19" actId="122"/>
          <ac:spMkLst>
            <pc:docMk/>
            <pc:sldMk cId="0" sldId="268"/>
            <ac:spMk id="15" creationId="{00000000-0000-0000-0000-000000000000}"/>
          </ac:spMkLst>
        </pc:spChg>
        <pc:spChg chg="mod">
          <ac:chgData name="Nirmit Shah" userId="19542b5f-727d-48fc-a6e5-31748f5f223f" providerId="ADAL" clId="{6E744BBD-6A1F-4C63-AAA4-E23759909C2A}" dt="2026-05-07T06:18:28.845" v="14" actId="14100"/>
          <ac:spMkLst>
            <pc:docMk/>
            <pc:sldMk cId="0" sldId="268"/>
            <ac:spMk id="16" creationId="{00000000-0000-0000-0000-000000000000}"/>
          </ac:spMkLst>
        </pc:spChg>
        <pc:spChg chg="mod">
          <ac:chgData name="Nirmit Shah" userId="19542b5f-727d-48fc-a6e5-31748f5f223f" providerId="ADAL" clId="{6E744BBD-6A1F-4C63-AAA4-E23759909C2A}" dt="2026-05-07T06:19:17.355" v="25" actId="1076"/>
          <ac:spMkLst>
            <pc:docMk/>
            <pc:sldMk cId="0" sldId="268"/>
            <ac:spMk id="17" creationId="{00000000-0000-0000-0000-000000000000}"/>
          </ac:spMkLst>
        </pc:spChg>
        <pc:picChg chg="add mod">
          <ac:chgData name="Nirmit Shah" userId="19542b5f-727d-48fc-a6e5-31748f5f223f" providerId="ADAL" clId="{6E744BBD-6A1F-4C63-AAA4-E23759909C2A}" dt="2026-05-07T09:29:43.066" v="2220"/>
          <ac:picMkLst>
            <pc:docMk/>
            <pc:sldMk cId="0" sldId="268"/>
            <ac:picMk id="18" creationId="{1A92EC5A-E5AD-C62B-4B52-06517DCFBA1F}"/>
          </ac:picMkLst>
        </pc:picChg>
      </pc:sldChg>
      <pc:sldChg chg="addSp delSp modSp add mod">
        <pc:chgData name="Nirmit Shah" userId="19542b5f-727d-48fc-a6e5-31748f5f223f" providerId="ADAL" clId="{6E744BBD-6A1F-4C63-AAA4-E23759909C2A}" dt="2026-05-07T09:29:14.214" v="2209" actId="553"/>
        <pc:sldMkLst>
          <pc:docMk/>
          <pc:sldMk cId="1061262304" sldId="269"/>
        </pc:sldMkLst>
        <pc:spChg chg="mod">
          <ac:chgData name="Nirmit Shah" userId="19542b5f-727d-48fc-a6e5-31748f5f223f" providerId="ADAL" clId="{6E744BBD-6A1F-4C63-AAA4-E23759909C2A}" dt="2026-05-07T06:43:02.554" v="536" actId="1035"/>
          <ac:spMkLst>
            <pc:docMk/>
            <pc:sldMk cId="1061262304" sldId="269"/>
            <ac:spMk id="5" creationId="{44337E85-181E-2976-421A-A20AB597A351}"/>
          </ac:spMkLst>
        </pc:spChg>
        <pc:spChg chg="mod">
          <ac:chgData name="Nirmit Shah" userId="19542b5f-727d-48fc-a6e5-31748f5f223f" providerId="ADAL" clId="{6E744BBD-6A1F-4C63-AAA4-E23759909C2A}" dt="2026-05-07T06:41:27.227" v="127" actId="164"/>
          <ac:spMkLst>
            <pc:docMk/>
            <pc:sldMk cId="1061262304" sldId="269"/>
            <ac:spMk id="6" creationId="{618D5ED5-5976-B6B1-2A7E-6FB560C06FC8}"/>
          </ac:spMkLst>
        </pc:spChg>
        <pc:spChg chg="mod">
          <ac:chgData name="Nirmit Shah" userId="19542b5f-727d-48fc-a6e5-31748f5f223f" providerId="ADAL" clId="{6E744BBD-6A1F-4C63-AAA4-E23759909C2A}" dt="2026-05-07T06:43:51.516" v="618" actId="14100"/>
          <ac:spMkLst>
            <pc:docMk/>
            <pc:sldMk cId="1061262304" sldId="269"/>
            <ac:spMk id="7" creationId="{68277D41-FE41-4D37-533D-06473BFECD2B}"/>
          </ac:spMkLst>
        </pc:spChg>
        <pc:spChg chg="mod">
          <ac:chgData name="Nirmit Shah" userId="19542b5f-727d-48fc-a6e5-31748f5f223f" providerId="ADAL" clId="{6E744BBD-6A1F-4C63-AAA4-E23759909C2A}" dt="2026-05-07T06:44:03.273" v="634" actId="1037"/>
          <ac:spMkLst>
            <pc:docMk/>
            <pc:sldMk cId="1061262304" sldId="269"/>
            <ac:spMk id="10" creationId="{F8DE06C6-E8E8-381A-9999-C0D6C6F84352}"/>
          </ac:spMkLst>
        </pc:spChg>
        <pc:spChg chg="mod">
          <ac:chgData name="Nirmit Shah" userId="19542b5f-727d-48fc-a6e5-31748f5f223f" providerId="ADAL" clId="{6E744BBD-6A1F-4C63-AAA4-E23759909C2A}" dt="2026-05-07T06:43:17.740" v="561" actId="12789"/>
          <ac:spMkLst>
            <pc:docMk/>
            <pc:sldMk cId="1061262304" sldId="269"/>
            <ac:spMk id="11" creationId="{4A4CE2A2-ED18-3FCE-AE0A-635134D4F3D3}"/>
          </ac:spMkLst>
        </pc:spChg>
        <pc:spChg chg="mod">
          <ac:chgData name="Nirmit Shah" userId="19542b5f-727d-48fc-a6e5-31748f5f223f" providerId="ADAL" clId="{6E744BBD-6A1F-4C63-AAA4-E23759909C2A}" dt="2026-05-07T09:27:19.444" v="2175" actId="20577"/>
          <ac:spMkLst>
            <pc:docMk/>
            <pc:sldMk cId="1061262304" sldId="269"/>
            <ac:spMk id="32" creationId="{157F4173-E331-4368-0A8A-E6920EACCEC5}"/>
          </ac:spMkLst>
        </pc:spChg>
        <pc:grpChg chg="add mod">
          <ac:chgData name="Nirmit Shah" userId="19542b5f-727d-48fc-a6e5-31748f5f223f" providerId="ADAL" clId="{6E744BBD-6A1F-4C63-AAA4-E23759909C2A}" dt="2026-05-07T06:43:37.278" v="617" actId="1036"/>
          <ac:grpSpMkLst>
            <pc:docMk/>
            <pc:sldMk cId="1061262304" sldId="269"/>
            <ac:grpSpMk id="2" creationId="{B61984C6-524D-C8C2-44BA-842CF3EBEF22}"/>
          </ac:grpSpMkLst>
        </pc:grpChg>
        <pc:grpChg chg="del">
          <ac:chgData name="Nirmit Shah" userId="19542b5f-727d-48fc-a6e5-31748f5f223f" providerId="ADAL" clId="{6E744BBD-6A1F-4C63-AAA4-E23759909C2A}" dt="2026-05-07T06:40:53.728" v="107" actId="478"/>
          <ac:grpSpMkLst>
            <pc:docMk/>
            <pc:sldMk cId="1061262304" sldId="269"/>
            <ac:grpSpMk id="30" creationId="{39960BFD-4E21-EF39-E77E-02F03B5E4B66}"/>
          </ac:grpSpMkLst>
        </pc:grpChg>
        <pc:grpChg chg="mod">
          <ac:chgData name="Nirmit Shah" userId="19542b5f-727d-48fc-a6e5-31748f5f223f" providerId="ADAL" clId="{6E744BBD-6A1F-4C63-AAA4-E23759909C2A}" dt="2026-05-07T06:43:34.384" v="604" actId="1035"/>
          <ac:grpSpMkLst>
            <pc:docMk/>
            <pc:sldMk cId="1061262304" sldId="269"/>
            <ac:grpSpMk id="31" creationId="{FE16839C-5856-FB79-BF10-26D93EB224F6}"/>
          </ac:grpSpMkLst>
        </pc:grpChg>
        <pc:picChg chg="add mod">
          <ac:chgData name="Nirmit Shah" userId="19542b5f-727d-48fc-a6e5-31748f5f223f" providerId="ADAL" clId="{6E744BBD-6A1F-4C63-AAA4-E23759909C2A}" dt="2026-05-07T09:29:14.214" v="2209" actId="553"/>
          <ac:picMkLst>
            <pc:docMk/>
            <pc:sldMk cId="1061262304" sldId="269"/>
            <ac:picMk id="4" creationId="{6A58396E-DE1B-884B-4D52-8943A4D17990}"/>
          </ac:picMkLst>
        </pc:picChg>
      </pc:sldChg>
      <pc:sldChg chg="addSp delSp modSp new mod">
        <pc:chgData name="Nirmit Shah" userId="19542b5f-727d-48fc-a6e5-31748f5f223f" providerId="ADAL" clId="{6E744BBD-6A1F-4C63-AAA4-E23759909C2A}" dt="2026-05-07T09:46:28.282" v="2663" actId="26606"/>
        <pc:sldMkLst>
          <pc:docMk/>
          <pc:sldMk cId="1525705135" sldId="270"/>
        </pc:sldMkLst>
        <pc:spChg chg="add mod">
          <ac:chgData name="Nirmit Shah" userId="19542b5f-727d-48fc-a6e5-31748f5f223f" providerId="ADAL" clId="{6E744BBD-6A1F-4C63-AAA4-E23759909C2A}" dt="2026-05-07T09:39:51.412" v="2227"/>
          <ac:spMkLst>
            <pc:docMk/>
            <pc:sldMk cId="1525705135" sldId="270"/>
            <ac:spMk id="2" creationId="{27739A98-F4AB-2571-1EA1-D76AB365FB1E}"/>
          </ac:spMkLst>
        </pc:spChg>
        <pc:spChg chg="add mod">
          <ac:chgData name="Nirmit Shah" userId="19542b5f-727d-48fc-a6e5-31748f5f223f" providerId="ADAL" clId="{6E744BBD-6A1F-4C63-AAA4-E23759909C2A}" dt="2026-05-07T09:39:57.848" v="2228"/>
          <ac:spMkLst>
            <pc:docMk/>
            <pc:sldMk cId="1525705135" sldId="270"/>
            <ac:spMk id="3" creationId="{70811ED7-EC18-A98B-AFC3-C24777FEEEF9}"/>
          </ac:spMkLst>
        </pc:spChg>
        <pc:spChg chg="add mod">
          <ac:chgData name="Nirmit Shah" userId="19542b5f-727d-48fc-a6e5-31748f5f223f" providerId="ADAL" clId="{6E744BBD-6A1F-4C63-AAA4-E23759909C2A}" dt="2026-05-07T09:40:11.027" v="2237" actId="20577"/>
          <ac:spMkLst>
            <pc:docMk/>
            <pc:sldMk cId="1525705135" sldId="270"/>
            <ac:spMk id="4" creationId="{9FBFE347-D2F1-356F-0A6A-EFAB46706584}"/>
          </ac:spMkLst>
        </pc:spChg>
        <pc:spChg chg="add del mod">
          <ac:chgData name="Nirmit Shah" userId="19542b5f-727d-48fc-a6e5-31748f5f223f" providerId="ADAL" clId="{6E744BBD-6A1F-4C63-AAA4-E23759909C2A}" dt="2026-05-07T09:46:28.282" v="2663" actId="26606"/>
          <ac:spMkLst>
            <pc:docMk/>
            <pc:sldMk cId="1525705135" sldId="270"/>
            <ac:spMk id="5" creationId="{B6FD9725-28DA-064A-C0CA-1C04AE7546E6}"/>
          </ac:spMkLst>
        </pc:spChg>
        <pc:graphicFrameChg chg="add">
          <ac:chgData name="Nirmit Shah" userId="19542b5f-727d-48fc-a6e5-31748f5f223f" providerId="ADAL" clId="{6E744BBD-6A1F-4C63-AAA4-E23759909C2A}" dt="2026-05-07T09:46:28.282" v="2663" actId="26606"/>
          <ac:graphicFrameMkLst>
            <pc:docMk/>
            <pc:sldMk cId="1525705135" sldId="270"/>
            <ac:graphicFrameMk id="8" creationId="{3655CD9C-682D-A25F-D3C7-B40AE91605C7}"/>
          </ac:graphicFrameMkLst>
        </pc:graphicFrameChg>
        <pc:picChg chg="add mod">
          <ac:chgData name="Nirmit Shah" userId="19542b5f-727d-48fc-a6e5-31748f5f223f" providerId="ADAL" clId="{6E744BBD-6A1F-4C63-AAA4-E23759909C2A}" dt="2026-05-07T09:46:19.465" v="2662"/>
          <ac:picMkLst>
            <pc:docMk/>
            <pc:sldMk cId="1525705135" sldId="270"/>
            <ac:picMk id="6" creationId="{7BDC1924-6A63-4D12-D32D-C81D3EE7E6CE}"/>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hyperlink" Target="https://tata365-my.sharepoint.com/personal/t_nirmit_shah_tata_com/Documents/Nirmit%20Internship%20Documents/TAS/AI-Native-TAS-Reports-L2.png" TargetMode="External"/><Relationship Id="rId3" Type="http://schemas.openxmlformats.org/officeDocument/2006/relationships/hyperlink" Target="https://tata365-my.sharepoint.com/personal/t_nirmit_shah_tata_com/Documents/Nirmit%20Internship%20Documents/TAS/AI-Native-TAS-L1.png" TargetMode="External"/><Relationship Id="rId7" Type="http://schemas.openxmlformats.org/officeDocument/2006/relationships/hyperlink" Target="https://tata365-my.sharepoint.com/personal/t_nirmit_shah_tata_com/Documents/Nirmit%20Internship%20Documents/TAS/AI-Native-TAS-Reports-L1.png" TargetMode="External"/><Relationship Id="rId2" Type="http://schemas.openxmlformats.org/officeDocument/2006/relationships/hyperlink" Target="https://tata365-my.sharepoint.com/personal/t_nirmit_shah_tata_com/Documents/Nirmit%20Internship%20Documents/TAS/Current-TAS-L2.png" TargetMode="External"/><Relationship Id="rId1" Type="http://schemas.openxmlformats.org/officeDocument/2006/relationships/hyperlink" Target="https://tata365-my.sharepoint.com/personal/t_nirmit_shah_tata_com/Documents/Nirmit%20Internship%20Documents/TAS/Current-TAS-L1.png" TargetMode="External"/><Relationship Id="rId6" Type="http://schemas.openxmlformats.org/officeDocument/2006/relationships/hyperlink" Target="https://tata365-my.sharepoint.com/personal/t_nirmit_shah_tata_com/Documents/Nirmit%20Internship%20Documents/TAS/Current-TAS-Reports-L2.png" TargetMode="External"/><Relationship Id="rId5" Type="http://schemas.openxmlformats.org/officeDocument/2006/relationships/hyperlink" Target="https://tata365-my.sharepoint.com/personal/t_nirmit_shah_tata_com/Documents/Nirmit%20Internship%20Documents/TAS/Current-TAS-Reports-L1.png" TargetMode="External"/><Relationship Id="rId4" Type="http://schemas.openxmlformats.org/officeDocument/2006/relationships/hyperlink" Target="https://tata365-my.sharepoint.com/personal/t_nirmit_shah_tata_com/Documents/Nirmit%20Internship%20Documents/TAS/AI-Native-TAS-L2.png" TargetMode="External"/></Relationships>
</file>

<file path=ppt/diagrams/_rels/drawing1.xml.rels><?xml version="1.0" encoding="UTF-8" standalone="yes"?>
<Relationships xmlns="http://schemas.openxmlformats.org/package/2006/relationships"><Relationship Id="rId8" Type="http://schemas.openxmlformats.org/officeDocument/2006/relationships/hyperlink" Target="https://tata365-my.sharepoint.com/personal/t_nirmit_shah_tata_com/Documents/Nirmit%20Internship%20Documents/TAS/AI-Native-TAS-Reports-L2.png" TargetMode="External"/><Relationship Id="rId3" Type="http://schemas.openxmlformats.org/officeDocument/2006/relationships/hyperlink" Target="https://tata365-my.sharepoint.com/personal/t_nirmit_shah_tata_com/Documents/Nirmit%20Internship%20Documents/TAS/AI-Native-TAS-L1.png" TargetMode="External"/><Relationship Id="rId7" Type="http://schemas.openxmlformats.org/officeDocument/2006/relationships/hyperlink" Target="https://tata365-my.sharepoint.com/personal/t_nirmit_shah_tata_com/Documents/Nirmit%20Internship%20Documents/TAS/AI-Native-TAS-Reports-L1.png" TargetMode="External"/><Relationship Id="rId2" Type="http://schemas.openxmlformats.org/officeDocument/2006/relationships/hyperlink" Target="https://tata365-my.sharepoint.com/personal/t_nirmit_shah_tata_com/Documents/Nirmit%20Internship%20Documents/TAS/Current-TAS-L2.png" TargetMode="External"/><Relationship Id="rId1" Type="http://schemas.openxmlformats.org/officeDocument/2006/relationships/hyperlink" Target="https://tata365-my.sharepoint.com/personal/t_nirmit_shah_tata_com/Documents/Nirmit%20Internship%20Documents/TAS/Current-TAS-L1.png" TargetMode="External"/><Relationship Id="rId6" Type="http://schemas.openxmlformats.org/officeDocument/2006/relationships/hyperlink" Target="https://tata365-my.sharepoint.com/personal/t_nirmit_shah_tata_com/Documents/Nirmit%20Internship%20Documents/TAS/Current-TAS-Reports-L2.png" TargetMode="External"/><Relationship Id="rId5" Type="http://schemas.openxmlformats.org/officeDocument/2006/relationships/hyperlink" Target="https://tata365-my.sharepoint.com/personal/t_nirmit_shah_tata_com/Documents/Nirmit%20Internship%20Documents/TAS/Current-TAS-Reports-L1.png" TargetMode="External"/><Relationship Id="rId4" Type="http://schemas.openxmlformats.org/officeDocument/2006/relationships/hyperlink" Target="https://tata365-my.sharepoint.com/personal/t_nirmit_shah_tata_com/Documents/Nirmit%20Internship%20Documents/TAS/AI-Native-TAS-L2.png"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5526A5-6500-421F-9969-9A25EFAA848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80C0B25A-063E-4536-BAB7-B8810E625A9A}">
      <dgm:prSet/>
      <dgm:spPr/>
      <dgm:t>
        <a:bodyPr/>
        <a:lstStyle/>
        <a:p>
          <a:r>
            <a:rPr lang="en-US">
              <a:hlinkClick xmlns:r="http://schemas.openxmlformats.org/officeDocument/2006/relationships" r:id="rId1"/>
            </a:rPr>
            <a:t>TAS Current Process Map Level 1</a:t>
          </a:r>
          <a:endParaRPr lang="en-US"/>
        </a:p>
      </dgm:t>
    </dgm:pt>
    <dgm:pt modelId="{249128DB-CA7C-430F-AF9C-A12CE938B947}" type="parTrans" cxnId="{1568B3D5-92E7-4A3D-84FA-B65B3D328F88}">
      <dgm:prSet/>
      <dgm:spPr/>
      <dgm:t>
        <a:bodyPr/>
        <a:lstStyle/>
        <a:p>
          <a:endParaRPr lang="en-US"/>
        </a:p>
      </dgm:t>
    </dgm:pt>
    <dgm:pt modelId="{277782FC-6846-4B60-94F4-42A0D1D5CA3C}" type="sibTrans" cxnId="{1568B3D5-92E7-4A3D-84FA-B65B3D328F88}">
      <dgm:prSet/>
      <dgm:spPr/>
      <dgm:t>
        <a:bodyPr/>
        <a:lstStyle/>
        <a:p>
          <a:endParaRPr lang="en-US"/>
        </a:p>
      </dgm:t>
    </dgm:pt>
    <dgm:pt modelId="{4C6505C8-E4F8-415F-B093-0AA93EE6F43B}">
      <dgm:prSet/>
      <dgm:spPr/>
      <dgm:t>
        <a:bodyPr/>
        <a:lstStyle/>
        <a:p>
          <a:r>
            <a:rPr lang="en-US">
              <a:hlinkClick xmlns:r="http://schemas.openxmlformats.org/officeDocument/2006/relationships" r:id="rId2"/>
            </a:rPr>
            <a:t>TAS Current Process Map Level 2</a:t>
          </a:r>
          <a:endParaRPr lang="en-US"/>
        </a:p>
      </dgm:t>
    </dgm:pt>
    <dgm:pt modelId="{D3CDE08D-3812-4557-9141-19E7F4DDA657}" type="parTrans" cxnId="{D82CFF92-B6BE-4BDF-89A2-B1BB0BFF25FE}">
      <dgm:prSet/>
      <dgm:spPr/>
      <dgm:t>
        <a:bodyPr/>
        <a:lstStyle/>
        <a:p>
          <a:endParaRPr lang="en-US"/>
        </a:p>
      </dgm:t>
    </dgm:pt>
    <dgm:pt modelId="{09513C77-0EBA-4135-950D-BCF56B609310}" type="sibTrans" cxnId="{D82CFF92-B6BE-4BDF-89A2-B1BB0BFF25FE}">
      <dgm:prSet/>
      <dgm:spPr/>
      <dgm:t>
        <a:bodyPr/>
        <a:lstStyle/>
        <a:p>
          <a:endParaRPr lang="en-US"/>
        </a:p>
      </dgm:t>
    </dgm:pt>
    <dgm:pt modelId="{E4FB55CF-B2B7-4B3C-B151-ADA9F6912960}">
      <dgm:prSet/>
      <dgm:spPr/>
      <dgm:t>
        <a:bodyPr/>
        <a:lstStyle/>
        <a:p>
          <a:r>
            <a:rPr lang="en-US">
              <a:hlinkClick xmlns:r="http://schemas.openxmlformats.org/officeDocument/2006/relationships" r:id="rId3"/>
            </a:rPr>
            <a:t>Proposed AI-native TAS Process Map Level 1</a:t>
          </a:r>
          <a:endParaRPr lang="en-US"/>
        </a:p>
      </dgm:t>
    </dgm:pt>
    <dgm:pt modelId="{08628BFD-ABE7-4229-913D-7326F5D13999}" type="parTrans" cxnId="{B32F3764-5965-49A9-8CF1-1CB2379D9C18}">
      <dgm:prSet/>
      <dgm:spPr/>
      <dgm:t>
        <a:bodyPr/>
        <a:lstStyle/>
        <a:p>
          <a:endParaRPr lang="en-US"/>
        </a:p>
      </dgm:t>
    </dgm:pt>
    <dgm:pt modelId="{A1C6AFB1-0093-4D86-BAB2-564CE9A6611C}" type="sibTrans" cxnId="{B32F3764-5965-49A9-8CF1-1CB2379D9C18}">
      <dgm:prSet/>
      <dgm:spPr/>
      <dgm:t>
        <a:bodyPr/>
        <a:lstStyle/>
        <a:p>
          <a:endParaRPr lang="en-US"/>
        </a:p>
      </dgm:t>
    </dgm:pt>
    <dgm:pt modelId="{739CBDD2-49D4-4016-84CC-50AA41908876}">
      <dgm:prSet/>
      <dgm:spPr/>
      <dgm:t>
        <a:bodyPr/>
        <a:lstStyle/>
        <a:p>
          <a:r>
            <a:rPr lang="en-US">
              <a:hlinkClick xmlns:r="http://schemas.openxmlformats.org/officeDocument/2006/relationships" r:id="rId4"/>
            </a:rPr>
            <a:t>Proposed AI-native TAS Process Map Level 2</a:t>
          </a:r>
          <a:endParaRPr lang="en-US"/>
        </a:p>
      </dgm:t>
    </dgm:pt>
    <dgm:pt modelId="{FBD865E9-E87E-4BA1-B6E3-8015F0B3C045}" type="parTrans" cxnId="{5B1D3BD6-48E2-49D7-9E89-291DBFB3B3CF}">
      <dgm:prSet/>
      <dgm:spPr/>
      <dgm:t>
        <a:bodyPr/>
        <a:lstStyle/>
        <a:p>
          <a:endParaRPr lang="en-US"/>
        </a:p>
      </dgm:t>
    </dgm:pt>
    <dgm:pt modelId="{44AD3927-EAD1-4A14-9118-C47457950033}" type="sibTrans" cxnId="{5B1D3BD6-48E2-49D7-9E89-291DBFB3B3CF}">
      <dgm:prSet/>
      <dgm:spPr/>
      <dgm:t>
        <a:bodyPr/>
        <a:lstStyle/>
        <a:p>
          <a:endParaRPr lang="en-US"/>
        </a:p>
      </dgm:t>
    </dgm:pt>
    <dgm:pt modelId="{B4DE24F7-D6A0-49EA-A182-A02871934AB2}">
      <dgm:prSet/>
      <dgm:spPr/>
      <dgm:t>
        <a:bodyPr/>
        <a:lstStyle/>
        <a:p>
          <a:r>
            <a:rPr lang="en-US">
              <a:hlinkClick xmlns:r="http://schemas.openxmlformats.org/officeDocument/2006/relationships" r:id="rId5"/>
            </a:rPr>
            <a:t>TAS Reports Current Process Map Level 1</a:t>
          </a:r>
          <a:endParaRPr lang="en-US"/>
        </a:p>
      </dgm:t>
    </dgm:pt>
    <dgm:pt modelId="{954C6826-1C7C-4083-89FC-66DDB20C4248}" type="parTrans" cxnId="{0B178E16-9999-4B33-9904-15CF7783D270}">
      <dgm:prSet/>
      <dgm:spPr/>
      <dgm:t>
        <a:bodyPr/>
        <a:lstStyle/>
        <a:p>
          <a:endParaRPr lang="en-US"/>
        </a:p>
      </dgm:t>
    </dgm:pt>
    <dgm:pt modelId="{BFC2A89B-96C2-48D9-9D9A-F2CCF0E5642C}" type="sibTrans" cxnId="{0B178E16-9999-4B33-9904-15CF7783D270}">
      <dgm:prSet/>
      <dgm:spPr/>
      <dgm:t>
        <a:bodyPr/>
        <a:lstStyle/>
        <a:p>
          <a:endParaRPr lang="en-US"/>
        </a:p>
      </dgm:t>
    </dgm:pt>
    <dgm:pt modelId="{EE6F7033-52C4-4FBE-AA43-6EC925BAA466}">
      <dgm:prSet/>
      <dgm:spPr/>
      <dgm:t>
        <a:bodyPr/>
        <a:lstStyle/>
        <a:p>
          <a:r>
            <a:rPr lang="en-US">
              <a:hlinkClick xmlns:r="http://schemas.openxmlformats.org/officeDocument/2006/relationships" r:id="rId6"/>
            </a:rPr>
            <a:t>TAS Reports Current Process Map Level 2</a:t>
          </a:r>
          <a:endParaRPr lang="en-US"/>
        </a:p>
      </dgm:t>
    </dgm:pt>
    <dgm:pt modelId="{BBFF998C-293F-41D2-97A1-3EFC93BEF036}" type="parTrans" cxnId="{115565FB-98AA-4327-AEDA-992D35C162D7}">
      <dgm:prSet/>
      <dgm:spPr/>
      <dgm:t>
        <a:bodyPr/>
        <a:lstStyle/>
        <a:p>
          <a:endParaRPr lang="en-US"/>
        </a:p>
      </dgm:t>
    </dgm:pt>
    <dgm:pt modelId="{010EE7A9-6255-4534-AE5D-A7BD17BFF3FF}" type="sibTrans" cxnId="{115565FB-98AA-4327-AEDA-992D35C162D7}">
      <dgm:prSet/>
      <dgm:spPr/>
      <dgm:t>
        <a:bodyPr/>
        <a:lstStyle/>
        <a:p>
          <a:endParaRPr lang="en-US"/>
        </a:p>
      </dgm:t>
    </dgm:pt>
    <dgm:pt modelId="{DC903439-3FED-4964-AF6D-8D4CB20B5B18}">
      <dgm:prSet/>
      <dgm:spPr/>
      <dgm:t>
        <a:bodyPr/>
        <a:lstStyle/>
        <a:p>
          <a:r>
            <a:rPr lang="en-US">
              <a:hlinkClick xmlns:r="http://schemas.openxmlformats.org/officeDocument/2006/relationships" r:id="rId7"/>
            </a:rPr>
            <a:t>Proposed AI-native TAS Reports Process Map Level 1</a:t>
          </a:r>
          <a:endParaRPr lang="en-US"/>
        </a:p>
      </dgm:t>
    </dgm:pt>
    <dgm:pt modelId="{65880A09-8283-4A7F-8731-8202424200CA}" type="parTrans" cxnId="{97AD9F22-684C-4AD0-9F03-7806C7820D1A}">
      <dgm:prSet/>
      <dgm:spPr/>
      <dgm:t>
        <a:bodyPr/>
        <a:lstStyle/>
        <a:p>
          <a:endParaRPr lang="en-US"/>
        </a:p>
      </dgm:t>
    </dgm:pt>
    <dgm:pt modelId="{D7DFE57B-0892-4965-B660-1FDE10DF75F1}" type="sibTrans" cxnId="{97AD9F22-684C-4AD0-9F03-7806C7820D1A}">
      <dgm:prSet/>
      <dgm:spPr/>
      <dgm:t>
        <a:bodyPr/>
        <a:lstStyle/>
        <a:p>
          <a:endParaRPr lang="en-US"/>
        </a:p>
      </dgm:t>
    </dgm:pt>
    <dgm:pt modelId="{7FAA71C1-1006-4DE8-9DCB-3230A827596F}">
      <dgm:prSet/>
      <dgm:spPr/>
      <dgm:t>
        <a:bodyPr/>
        <a:lstStyle/>
        <a:p>
          <a:r>
            <a:rPr lang="en-US">
              <a:hlinkClick xmlns:r="http://schemas.openxmlformats.org/officeDocument/2006/relationships" r:id="rId8"/>
            </a:rPr>
            <a:t>Proposed AI-native TAS Reports Process Map Level 2</a:t>
          </a:r>
          <a:endParaRPr lang="en-US"/>
        </a:p>
      </dgm:t>
    </dgm:pt>
    <dgm:pt modelId="{5E401AD2-9B93-455C-A7AC-A1F50B49EFFE}" type="parTrans" cxnId="{B9363187-32B9-4872-B51D-A25512815838}">
      <dgm:prSet/>
      <dgm:spPr/>
      <dgm:t>
        <a:bodyPr/>
        <a:lstStyle/>
        <a:p>
          <a:endParaRPr lang="en-US"/>
        </a:p>
      </dgm:t>
    </dgm:pt>
    <dgm:pt modelId="{F23B0075-CC13-45A1-BAC9-279C40D3689D}" type="sibTrans" cxnId="{B9363187-32B9-4872-B51D-A25512815838}">
      <dgm:prSet/>
      <dgm:spPr/>
      <dgm:t>
        <a:bodyPr/>
        <a:lstStyle/>
        <a:p>
          <a:endParaRPr lang="en-US"/>
        </a:p>
      </dgm:t>
    </dgm:pt>
    <dgm:pt modelId="{EA3BE1D5-B38A-4185-913C-7338AE6C1E64}" type="pres">
      <dgm:prSet presAssocID="{805526A5-6500-421F-9969-9A25EFAA848B}" presName="vert0" presStyleCnt="0">
        <dgm:presLayoutVars>
          <dgm:dir/>
          <dgm:animOne val="branch"/>
          <dgm:animLvl val="lvl"/>
        </dgm:presLayoutVars>
      </dgm:prSet>
      <dgm:spPr/>
    </dgm:pt>
    <dgm:pt modelId="{C1C701B4-1429-4763-A961-4EA649D3CC71}" type="pres">
      <dgm:prSet presAssocID="{80C0B25A-063E-4536-BAB7-B8810E625A9A}" presName="thickLine" presStyleLbl="alignNode1" presStyleIdx="0" presStyleCnt="8"/>
      <dgm:spPr/>
    </dgm:pt>
    <dgm:pt modelId="{F082EDA5-2371-49C0-A6AB-7A1103885BD7}" type="pres">
      <dgm:prSet presAssocID="{80C0B25A-063E-4536-BAB7-B8810E625A9A}" presName="horz1" presStyleCnt="0"/>
      <dgm:spPr/>
    </dgm:pt>
    <dgm:pt modelId="{2288E8DE-3A3D-4F24-858E-E00458697DF1}" type="pres">
      <dgm:prSet presAssocID="{80C0B25A-063E-4536-BAB7-B8810E625A9A}" presName="tx1" presStyleLbl="revTx" presStyleIdx="0" presStyleCnt="8"/>
      <dgm:spPr/>
    </dgm:pt>
    <dgm:pt modelId="{E7925D23-4321-4C35-93BD-1BD965AD7D05}" type="pres">
      <dgm:prSet presAssocID="{80C0B25A-063E-4536-BAB7-B8810E625A9A}" presName="vert1" presStyleCnt="0"/>
      <dgm:spPr/>
    </dgm:pt>
    <dgm:pt modelId="{A0B1FFE5-D7B1-4C6F-832F-B9341E55DCF0}" type="pres">
      <dgm:prSet presAssocID="{4C6505C8-E4F8-415F-B093-0AA93EE6F43B}" presName="thickLine" presStyleLbl="alignNode1" presStyleIdx="1" presStyleCnt="8"/>
      <dgm:spPr/>
    </dgm:pt>
    <dgm:pt modelId="{535ACF24-DF95-4CB0-9603-C2ED2296F5BA}" type="pres">
      <dgm:prSet presAssocID="{4C6505C8-E4F8-415F-B093-0AA93EE6F43B}" presName="horz1" presStyleCnt="0"/>
      <dgm:spPr/>
    </dgm:pt>
    <dgm:pt modelId="{3EAC8CED-138C-4959-8D58-A350E08E882A}" type="pres">
      <dgm:prSet presAssocID="{4C6505C8-E4F8-415F-B093-0AA93EE6F43B}" presName="tx1" presStyleLbl="revTx" presStyleIdx="1" presStyleCnt="8"/>
      <dgm:spPr/>
    </dgm:pt>
    <dgm:pt modelId="{3A47D605-564F-4386-954F-9EDD52146535}" type="pres">
      <dgm:prSet presAssocID="{4C6505C8-E4F8-415F-B093-0AA93EE6F43B}" presName="vert1" presStyleCnt="0"/>
      <dgm:spPr/>
    </dgm:pt>
    <dgm:pt modelId="{16F82F4E-5865-4EEB-95AF-09ECC1CA61F4}" type="pres">
      <dgm:prSet presAssocID="{E4FB55CF-B2B7-4B3C-B151-ADA9F6912960}" presName="thickLine" presStyleLbl="alignNode1" presStyleIdx="2" presStyleCnt="8"/>
      <dgm:spPr/>
    </dgm:pt>
    <dgm:pt modelId="{389AD907-5023-49D7-B34C-89E828545E1D}" type="pres">
      <dgm:prSet presAssocID="{E4FB55CF-B2B7-4B3C-B151-ADA9F6912960}" presName="horz1" presStyleCnt="0"/>
      <dgm:spPr/>
    </dgm:pt>
    <dgm:pt modelId="{381CAEB0-4A3E-42EF-984A-17733AB5A81A}" type="pres">
      <dgm:prSet presAssocID="{E4FB55CF-B2B7-4B3C-B151-ADA9F6912960}" presName="tx1" presStyleLbl="revTx" presStyleIdx="2" presStyleCnt="8"/>
      <dgm:spPr/>
    </dgm:pt>
    <dgm:pt modelId="{1F188D8E-B56A-43C0-9901-153F72ADB671}" type="pres">
      <dgm:prSet presAssocID="{E4FB55CF-B2B7-4B3C-B151-ADA9F6912960}" presName="vert1" presStyleCnt="0"/>
      <dgm:spPr/>
    </dgm:pt>
    <dgm:pt modelId="{81643CA6-932D-4C44-9BD9-9B208C72784B}" type="pres">
      <dgm:prSet presAssocID="{739CBDD2-49D4-4016-84CC-50AA41908876}" presName="thickLine" presStyleLbl="alignNode1" presStyleIdx="3" presStyleCnt="8"/>
      <dgm:spPr/>
    </dgm:pt>
    <dgm:pt modelId="{E47658FC-6F43-4F74-8C25-C952C27C37EF}" type="pres">
      <dgm:prSet presAssocID="{739CBDD2-49D4-4016-84CC-50AA41908876}" presName="horz1" presStyleCnt="0"/>
      <dgm:spPr/>
    </dgm:pt>
    <dgm:pt modelId="{955B492F-5CE7-4866-AF23-EF27D693BD2B}" type="pres">
      <dgm:prSet presAssocID="{739CBDD2-49D4-4016-84CC-50AA41908876}" presName="tx1" presStyleLbl="revTx" presStyleIdx="3" presStyleCnt="8"/>
      <dgm:spPr/>
    </dgm:pt>
    <dgm:pt modelId="{9EB6C4ED-0478-47A2-AFB7-D98A1C610CFA}" type="pres">
      <dgm:prSet presAssocID="{739CBDD2-49D4-4016-84CC-50AA41908876}" presName="vert1" presStyleCnt="0"/>
      <dgm:spPr/>
    </dgm:pt>
    <dgm:pt modelId="{AD19A011-638F-48A1-800C-51538387F653}" type="pres">
      <dgm:prSet presAssocID="{B4DE24F7-D6A0-49EA-A182-A02871934AB2}" presName="thickLine" presStyleLbl="alignNode1" presStyleIdx="4" presStyleCnt="8"/>
      <dgm:spPr/>
    </dgm:pt>
    <dgm:pt modelId="{F4864246-0CCA-4DD8-9F39-917F94131D27}" type="pres">
      <dgm:prSet presAssocID="{B4DE24F7-D6A0-49EA-A182-A02871934AB2}" presName="horz1" presStyleCnt="0"/>
      <dgm:spPr/>
    </dgm:pt>
    <dgm:pt modelId="{C9A4E5D4-1DB6-4ADA-9D08-A7DF0ADFEB00}" type="pres">
      <dgm:prSet presAssocID="{B4DE24F7-D6A0-49EA-A182-A02871934AB2}" presName="tx1" presStyleLbl="revTx" presStyleIdx="4" presStyleCnt="8"/>
      <dgm:spPr/>
    </dgm:pt>
    <dgm:pt modelId="{34DA15E2-99CA-422B-B44C-BAEA3EEABB0A}" type="pres">
      <dgm:prSet presAssocID="{B4DE24F7-D6A0-49EA-A182-A02871934AB2}" presName="vert1" presStyleCnt="0"/>
      <dgm:spPr/>
    </dgm:pt>
    <dgm:pt modelId="{E325AAEA-F058-4D74-99AB-5B65852D714E}" type="pres">
      <dgm:prSet presAssocID="{EE6F7033-52C4-4FBE-AA43-6EC925BAA466}" presName="thickLine" presStyleLbl="alignNode1" presStyleIdx="5" presStyleCnt="8"/>
      <dgm:spPr/>
    </dgm:pt>
    <dgm:pt modelId="{A7C3A933-2EA0-4D75-85E6-98D896871F41}" type="pres">
      <dgm:prSet presAssocID="{EE6F7033-52C4-4FBE-AA43-6EC925BAA466}" presName="horz1" presStyleCnt="0"/>
      <dgm:spPr/>
    </dgm:pt>
    <dgm:pt modelId="{9F44C1CC-857D-42F2-9899-CE241B107E9C}" type="pres">
      <dgm:prSet presAssocID="{EE6F7033-52C4-4FBE-AA43-6EC925BAA466}" presName="tx1" presStyleLbl="revTx" presStyleIdx="5" presStyleCnt="8"/>
      <dgm:spPr/>
    </dgm:pt>
    <dgm:pt modelId="{E36C14F4-B342-40AE-847F-9D68BCA1058E}" type="pres">
      <dgm:prSet presAssocID="{EE6F7033-52C4-4FBE-AA43-6EC925BAA466}" presName="vert1" presStyleCnt="0"/>
      <dgm:spPr/>
    </dgm:pt>
    <dgm:pt modelId="{FC488735-134C-48E3-9FA6-38520366F1F8}" type="pres">
      <dgm:prSet presAssocID="{DC903439-3FED-4964-AF6D-8D4CB20B5B18}" presName="thickLine" presStyleLbl="alignNode1" presStyleIdx="6" presStyleCnt="8"/>
      <dgm:spPr/>
    </dgm:pt>
    <dgm:pt modelId="{54A71218-3FA1-4978-BF8C-F6DA8EB6F795}" type="pres">
      <dgm:prSet presAssocID="{DC903439-3FED-4964-AF6D-8D4CB20B5B18}" presName="horz1" presStyleCnt="0"/>
      <dgm:spPr/>
    </dgm:pt>
    <dgm:pt modelId="{2F5A1FF4-9961-4F4A-A7BD-103D42984B37}" type="pres">
      <dgm:prSet presAssocID="{DC903439-3FED-4964-AF6D-8D4CB20B5B18}" presName="tx1" presStyleLbl="revTx" presStyleIdx="6" presStyleCnt="8"/>
      <dgm:spPr/>
    </dgm:pt>
    <dgm:pt modelId="{846F3D3B-BA15-4528-9AEB-F204CF40E42B}" type="pres">
      <dgm:prSet presAssocID="{DC903439-3FED-4964-AF6D-8D4CB20B5B18}" presName="vert1" presStyleCnt="0"/>
      <dgm:spPr/>
    </dgm:pt>
    <dgm:pt modelId="{F9C80225-B972-45F9-A047-9087CC5DC9EE}" type="pres">
      <dgm:prSet presAssocID="{7FAA71C1-1006-4DE8-9DCB-3230A827596F}" presName="thickLine" presStyleLbl="alignNode1" presStyleIdx="7" presStyleCnt="8"/>
      <dgm:spPr/>
    </dgm:pt>
    <dgm:pt modelId="{3640238D-C1A9-4C12-A0C7-94DC826BD14A}" type="pres">
      <dgm:prSet presAssocID="{7FAA71C1-1006-4DE8-9DCB-3230A827596F}" presName="horz1" presStyleCnt="0"/>
      <dgm:spPr/>
    </dgm:pt>
    <dgm:pt modelId="{41F214A1-7055-4537-B521-5A893F4AE787}" type="pres">
      <dgm:prSet presAssocID="{7FAA71C1-1006-4DE8-9DCB-3230A827596F}" presName="tx1" presStyleLbl="revTx" presStyleIdx="7" presStyleCnt="8"/>
      <dgm:spPr/>
    </dgm:pt>
    <dgm:pt modelId="{32417D21-0F5D-403F-A6CB-B14AB811FC30}" type="pres">
      <dgm:prSet presAssocID="{7FAA71C1-1006-4DE8-9DCB-3230A827596F}" presName="vert1" presStyleCnt="0"/>
      <dgm:spPr/>
    </dgm:pt>
  </dgm:ptLst>
  <dgm:cxnLst>
    <dgm:cxn modelId="{0B178E16-9999-4B33-9904-15CF7783D270}" srcId="{805526A5-6500-421F-9969-9A25EFAA848B}" destId="{B4DE24F7-D6A0-49EA-A182-A02871934AB2}" srcOrd="4" destOrd="0" parTransId="{954C6826-1C7C-4083-89FC-66DDB20C4248}" sibTransId="{BFC2A89B-96C2-48D9-9D9A-F2CCF0E5642C}"/>
    <dgm:cxn modelId="{97AD9F22-684C-4AD0-9F03-7806C7820D1A}" srcId="{805526A5-6500-421F-9969-9A25EFAA848B}" destId="{DC903439-3FED-4964-AF6D-8D4CB20B5B18}" srcOrd="6" destOrd="0" parTransId="{65880A09-8283-4A7F-8731-8202424200CA}" sibTransId="{D7DFE57B-0892-4965-B660-1FDE10DF75F1}"/>
    <dgm:cxn modelId="{B6A7BF30-C507-48CE-8C2C-9934FE7E3A93}" type="presOf" srcId="{739CBDD2-49D4-4016-84CC-50AA41908876}" destId="{955B492F-5CE7-4866-AF23-EF27D693BD2B}" srcOrd="0" destOrd="0" presId="urn:microsoft.com/office/officeart/2008/layout/LinedList"/>
    <dgm:cxn modelId="{0BA63032-4EE8-4AB1-B1D0-B753F7183924}" type="presOf" srcId="{EE6F7033-52C4-4FBE-AA43-6EC925BAA466}" destId="{9F44C1CC-857D-42F2-9899-CE241B107E9C}" srcOrd="0" destOrd="0" presId="urn:microsoft.com/office/officeart/2008/layout/LinedList"/>
    <dgm:cxn modelId="{7C72C15B-0195-4163-AA5D-D54807817F83}" type="presOf" srcId="{80C0B25A-063E-4536-BAB7-B8810E625A9A}" destId="{2288E8DE-3A3D-4F24-858E-E00458697DF1}" srcOrd="0" destOrd="0" presId="urn:microsoft.com/office/officeart/2008/layout/LinedList"/>
    <dgm:cxn modelId="{B32F3764-5965-49A9-8CF1-1CB2379D9C18}" srcId="{805526A5-6500-421F-9969-9A25EFAA848B}" destId="{E4FB55CF-B2B7-4B3C-B151-ADA9F6912960}" srcOrd="2" destOrd="0" parTransId="{08628BFD-ABE7-4229-913D-7326F5D13999}" sibTransId="{A1C6AFB1-0093-4D86-BAB2-564CE9A6611C}"/>
    <dgm:cxn modelId="{3402D667-CC9B-41BD-A876-8E342A0F0098}" type="presOf" srcId="{B4DE24F7-D6A0-49EA-A182-A02871934AB2}" destId="{C9A4E5D4-1DB6-4ADA-9D08-A7DF0ADFEB00}" srcOrd="0" destOrd="0" presId="urn:microsoft.com/office/officeart/2008/layout/LinedList"/>
    <dgm:cxn modelId="{0C700B84-63F6-4DC5-A425-A3DFEA25C302}" type="presOf" srcId="{805526A5-6500-421F-9969-9A25EFAA848B}" destId="{EA3BE1D5-B38A-4185-913C-7338AE6C1E64}" srcOrd="0" destOrd="0" presId="urn:microsoft.com/office/officeart/2008/layout/LinedList"/>
    <dgm:cxn modelId="{B9363187-32B9-4872-B51D-A25512815838}" srcId="{805526A5-6500-421F-9969-9A25EFAA848B}" destId="{7FAA71C1-1006-4DE8-9DCB-3230A827596F}" srcOrd="7" destOrd="0" parTransId="{5E401AD2-9B93-455C-A7AC-A1F50B49EFFE}" sibTransId="{F23B0075-CC13-45A1-BAC9-279C40D3689D}"/>
    <dgm:cxn modelId="{D82CFF92-B6BE-4BDF-89A2-B1BB0BFF25FE}" srcId="{805526A5-6500-421F-9969-9A25EFAA848B}" destId="{4C6505C8-E4F8-415F-B093-0AA93EE6F43B}" srcOrd="1" destOrd="0" parTransId="{D3CDE08D-3812-4557-9141-19E7F4DDA657}" sibTransId="{09513C77-0EBA-4135-950D-BCF56B609310}"/>
    <dgm:cxn modelId="{D439A7A5-857B-448F-88AD-7C8EFE6C75AA}" type="presOf" srcId="{4C6505C8-E4F8-415F-B093-0AA93EE6F43B}" destId="{3EAC8CED-138C-4959-8D58-A350E08E882A}" srcOrd="0" destOrd="0" presId="urn:microsoft.com/office/officeart/2008/layout/LinedList"/>
    <dgm:cxn modelId="{8EA1D6D1-0902-4FDC-A59F-20DC68B047C8}" type="presOf" srcId="{7FAA71C1-1006-4DE8-9DCB-3230A827596F}" destId="{41F214A1-7055-4537-B521-5A893F4AE787}" srcOrd="0" destOrd="0" presId="urn:microsoft.com/office/officeart/2008/layout/LinedList"/>
    <dgm:cxn modelId="{1568B3D5-92E7-4A3D-84FA-B65B3D328F88}" srcId="{805526A5-6500-421F-9969-9A25EFAA848B}" destId="{80C0B25A-063E-4536-BAB7-B8810E625A9A}" srcOrd="0" destOrd="0" parTransId="{249128DB-CA7C-430F-AF9C-A12CE938B947}" sibTransId="{277782FC-6846-4B60-94F4-42A0D1D5CA3C}"/>
    <dgm:cxn modelId="{5B1D3BD6-48E2-49D7-9E89-291DBFB3B3CF}" srcId="{805526A5-6500-421F-9969-9A25EFAA848B}" destId="{739CBDD2-49D4-4016-84CC-50AA41908876}" srcOrd="3" destOrd="0" parTransId="{FBD865E9-E87E-4BA1-B6E3-8015F0B3C045}" sibTransId="{44AD3927-EAD1-4A14-9118-C47457950033}"/>
    <dgm:cxn modelId="{B6F7F8DA-1663-4152-91F5-DDC8C30A6D66}" type="presOf" srcId="{E4FB55CF-B2B7-4B3C-B151-ADA9F6912960}" destId="{381CAEB0-4A3E-42EF-984A-17733AB5A81A}" srcOrd="0" destOrd="0" presId="urn:microsoft.com/office/officeart/2008/layout/LinedList"/>
    <dgm:cxn modelId="{C82B76DD-A2BC-4670-AFD0-11A2363EE518}" type="presOf" srcId="{DC903439-3FED-4964-AF6D-8D4CB20B5B18}" destId="{2F5A1FF4-9961-4F4A-A7BD-103D42984B37}" srcOrd="0" destOrd="0" presId="urn:microsoft.com/office/officeart/2008/layout/LinedList"/>
    <dgm:cxn modelId="{115565FB-98AA-4327-AEDA-992D35C162D7}" srcId="{805526A5-6500-421F-9969-9A25EFAA848B}" destId="{EE6F7033-52C4-4FBE-AA43-6EC925BAA466}" srcOrd="5" destOrd="0" parTransId="{BBFF998C-293F-41D2-97A1-3EFC93BEF036}" sibTransId="{010EE7A9-6255-4534-AE5D-A7BD17BFF3FF}"/>
    <dgm:cxn modelId="{2EA9E369-C036-43A4-9F91-F297487B68EE}" type="presParOf" srcId="{EA3BE1D5-B38A-4185-913C-7338AE6C1E64}" destId="{C1C701B4-1429-4763-A961-4EA649D3CC71}" srcOrd="0" destOrd="0" presId="urn:microsoft.com/office/officeart/2008/layout/LinedList"/>
    <dgm:cxn modelId="{33617C3A-9DFA-43F0-874C-818D46805D23}" type="presParOf" srcId="{EA3BE1D5-B38A-4185-913C-7338AE6C1E64}" destId="{F082EDA5-2371-49C0-A6AB-7A1103885BD7}" srcOrd="1" destOrd="0" presId="urn:microsoft.com/office/officeart/2008/layout/LinedList"/>
    <dgm:cxn modelId="{F76E7D48-268F-4BFC-A4F9-2CF01E750BA2}" type="presParOf" srcId="{F082EDA5-2371-49C0-A6AB-7A1103885BD7}" destId="{2288E8DE-3A3D-4F24-858E-E00458697DF1}" srcOrd="0" destOrd="0" presId="urn:microsoft.com/office/officeart/2008/layout/LinedList"/>
    <dgm:cxn modelId="{A333FB0B-12EE-4B1E-83E6-F57AD197EE14}" type="presParOf" srcId="{F082EDA5-2371-49C0-A6AB-7A1103885BD7}" destId="{E7925D23-4321-4C35-93BD-1BD965AD7D05}" srcOrd="1" destOrd="0" presId="urn:microsoft.com/office/officeart/2008/layout/LinedList"/>
    <dgm:cxn modelId="{32208D91-2720-45DE-A845-5B02552E1F49}" type="presParOf" srcId="{EA3BE1D5-B38A-4185-913C-7338AE6C1E64}" destId="{A0B1FFE5-D7B1-4C6F-832F-B9341E55DCF0}" srcOrd="2" destOrd="0" presId="urn:microsoft.com/office/officeart/2008/layout/LinedList"/>
    <dgm:cxn modelId="{4F389B20-14FE-49BD-88D9-4667AFE3EAC5}" type="presParOf" srcId="{EA3BE1D5-B38A-4185-913C-7338AE6C1E64}" destId="{535ACF24-DF95-4CB0-9603-C2ED2296F5BA}" srcOrd="3" destOrd="0" presId="urn:microsoft.com/office/officeart/2008/layout/LinedList"/>
    <dgm:cxn modelId="{802F8EE8-0F6E-4B6E-883F-112CA9DAE5C4}" type="presParOf" srcId="{535ACF24-DF95-4CB0-9603-C2ED2296F5BA}" destId="{3EAC8CED-138C-4959-8D58-A350E08E882A}" srcOrd="0" destOrd="0" presId="urn:microsoft.com/office/officeart/2008/layout/LinedList"/>
    <dgm:cxn modelId="{299D373A-DCA5-420C-9633-5A01F5E20696}" type="presParOf" srcId="{535ACF24-DF95-4CB0-9603-C2ED2296F5BA}" destId="{3A47D605-564F-4386-954F-9EDD52146535}" srcOrd="1" destOrd="0" presId="urn:microsoft.com/office/officeart/2008/layout/LinedList"/>
    <dgm:cxn modelId="{7B2E207F-AB75-404C-AA5A-7C5687845146}" type="presParOf" srcId="{EA3BE1D5-B38A-4185-913C-7338AE6C1E64}" destId="{16F82F4E-5865-4EEB-95AF-09ECC1CA61F4}" srcOrd="4" destOrd="0" presId="urn:microsoft.com/office/officeart/2008/layout/LinedList"/>
    <dgm:cxn modelId="{097AED4F-3FAB-46B9-908B-DE41F5D5E474}" type="presParOf" srcId="{EA3BE1D5-B38A-4185-913C-7338AE6C1E64}" destId="{389AD907-5023-49D7-B34C-89E828545E1D}" srcOrd="5" destOrd="0" presId="urn:microsoft.com/office/officeart/2008/layout/LinedList"/>
    <dgm:cxn modelId="{7C6E6ADF-A384-4D6F-AE7F-C5FB67A19D41}" type="presParOf" srcId="{389AD907-5023-49D7-B34C-89E828545E1D}" destId="{381CAEB0-4A3E-42EF-984A-17733AB5A81A}" srcOrd="0" destOrd="0" presId="urn:microsoft.com/office/officeart/2008/layout/LinedList"/>
    <dgm:cxn modelId="{477A10A8-823C-45E5-BCA5-FB133FE2AD9A}" type="presParOf" srcId="{389AD907-5023-49D7-B34C-89E828545E1D}" destId="{1F188D8E-B56A-43C0-9901-153F72ADB671}" srcOrd="1" destOrd="0" presId="urn:microsoft.com/office/officeart/2008/layout/LinedList"/>
    <dgm:cxn modelId="{FA99AA89-0E58-4507-A6AC-68594C8FBC31}" type="presParOf" srcId="{EA3BE1D5-B38A-4185-913C-7338AE6C1E64}" destId="{81643CA6-932D-4C44-9BD9-9B208C72784B}" srcOrd="6" destOrd="0" presId="urn:microsoft.com/office/officeart/2008/layout/LinedList"/>
    <dgm:cxn modelId="{967B8AF3-9A93-4E00-81C0-7C4584607398}" type="presParOf" srcId="{EA3BE1D5-B38A-4185-913C-7338AE6C1E64}" destId="{E47658FC-6F43-4F74-8C25-C952C27C37EF}" srcOrd="7" destOrd="0" presId="urn:microsoft.com/office/officeart/2008/layout/LinedList"/>
    <dgm:cxn modelId="{115719B8-CC82-4479-B086-CDC38DDA45AE}" type="presParOf" srcId="{E47658FC-6F43-4F74-8C25-C952C27C37EF}" destId="{955B492F-5CE7-4866-AF23-EF27D693BD2B}" srcOrd="0" destOrd="0" presId="urn:microsoft.com/office/officeart/2008/layout/LinedList"/>
    <dgm:cxn modelId="{743CD41B-4504-4660-B9D3-DA531B87BC71}" type="presParOf" srcId="{E47658FC-6F43-4F74-8C25-C952C27C37EF}" destId="{9EB6C4ED-0478-47A2-AFB7-D98A1C610CFA}" srcOrd="1" destOrd="0" presId="urn:microsoft.com/office/officeart/2008/layout/LinedList"/>
    <dgm:cxn modelId="{3ACDAF67-757B-4569-A232-C9E493D4F839}" type="presParOf" srcId="{EA3BE1D5-B38A-4185-913C-7338AE6C1E64}" destId="{AD19A011-638F-48A1-800C-51538387F653}" srcOrd="8" destOrd="0" presId="urn:microsoft.com/office/officeart/2008/layout/LinedList"/>
    <dgm:cxn modelId="{1D1D97B1-E5ED-40C0-AE4B-E452444D4F4E}" type="presParOf" srcId="{EA3BE1D5-B38A-4185-913C-7338AE6C1E64}" destId="{F4864246-0CCA-4DD8-9F39-917F94131D27}" srcOrd="9" destOrd="0" presId="urn:microsoft.com/office/officeart/2008/layout/LinedList"/>
    <dgm:cxn modelId="{F4C2B9E4-023E-44B3-A596-1BB5729AA4D3}" type="presParOf" srcId="{F4864246-0CCA-4DD8-9F39-917F94131D27}" destId="{C9A4E5D4-1DB6-4ADA-9D08-A7DF0ADFEB00}" srcOrd="0" destOrd="0" presId="urn:microsoft.com/office/officeart/2008/layout/LinedList"/>
    <dgm:cxn modelId="{D5FFA76B-CDA1-4D18-B116-07253BDDD0E6}" type="presParOf" srcId="{F4864246-0CCA-4DD8-9F39-917F94131D27}" destId="{34DA15E2-99CA-422B-B44C-BAEA3EEABB0A}" srcOrd="1" destOrd="0" presId="urn:microsoft.com/office/officeart/2008/layout/LinedList"/>
    <dgm:cxn modelId="{C0F536DC-FAC2-4D60-B5F2-80FB3E96A4AA}" type="presParOf" srcId="{EA3BE1D5-B38A-4185-913C-7338AE6C1E64}" destId="{E325AAEA-F058-4D74-99AB-5B65852D714E}" srcOrd="10" destOrd="0" presId="urn:microsoft.com/office/officeart/2008/layout/LinedList"/>
    <dgm:cxn modelId="{4066A4DC-6B8C-4B7D-BF08-EAEDC54EDCB8}" type="presParOf" srcId="{EA3BE1D5-B38A-4185-913C-7338AE6C1E64}" destId="{A7C3A933-2EA0-4D75-85E6-98D896871F41}" srcOrd="11" destOrd="0" presId="urn:microsoft.com/office/officeart/2008/layout/LinedList"/>
    <dgm:cxn modelId="{2D287EF0-F9EB-414B-ACF6-2CFBB99146DF}" type="presParOf" srcId="{A7C3A933-2EA0-4D75-85E6-98D896871F41}" destId="{9F44C1CC-857D-42F2-9899-CE241B107E9C}" srcOrd="0" destOrd="0" presId="urn:microsoft.com/office/officeart/2008/layout/LinedList"/>
    <dgm:cxn modelId="{A694263C-0B75-4C9C-ADE8-622A38CFAD1B}" type="presParOf" srcId="{A7C3A933-2EA0-4D75-85E6-98D896871F41}" destId="{E36C14F4-B342-40AE-847F-9D68BCA1058E}" srcOrd="1" destOrd="0" presId="urn:microsoft.com/office/officeart/2008/layout/LinedList"/>
    <dgm:cxn modelId="{AC8AACCA-06ED-4C70-B4CF-305B990BCAFD}" type="presParOf" srcId="{EA3BE1D5-B38A-4185-913C-7338AE6C1E64}" destId="{FC488735-134C-48E3-9FA6-38520366F1F8}" srcOrd="12" destOrd="0" presId="urn:microsoft.com/office/officeart/2008/layout/LinedList"/>
    <dgm:cxn modelId="{05F388D5-7253-41A1-817C-9025916DC41A}" type="presParOf" srcId="{EA3BE1D5-B38A-4185-913C-7338AE6C1E64}" destId="{54A71218-3FA1-4978-BF8C-F6DA8EB6F795}" srcOrd="13" destOrd="0" presId="urn:microsoft.com/office/officeart/2008/layout/LinedList"/>
    <dgm:cxn modelId="{41C6A276-9226-4422-8CB9-0E17D1EF28A9}" type="presParOf" srcId="{54A71218-3FA1-4978-BF8C-F6DA8EB6F795}" destId="{2F5A1FF4-9961-4F4A-A7BD-103D42984B37}" srcOrd="0" destOrd="0" presId="urn:microsoft.com/office/officeart/2008/layout/LinedList"/>
    <dgm:cxn modelId="{136D0FEE-B08E-4263-89BF-D1750037DDC8}" type="presParOf" srcId="{54A71218-3FA1-4978-BF8C-F6DA8EB6F795}" destId="{846F3D3B-BA15-4528-9AEB-F204CF40E42B}" srcOrd="1" destOrd="0" presId="urn:microsoft.com/office/officeart/2008/layout/LinedList"/>
    <dgm:cxn modelId="{098B13C0-C503-46CB-BB5B-F97EB730FC36}" type="presParOf" srcId="{EA3BE1D5-B38A-4185-913C-7338AE6C1E64}" destId="{F9C80225-B972-45F9-A047-9087CC5DC9EE}" srcOrd="14" destOrd="0" presId="urn:microsoft.com/office/officeart/2008/layout/LinedList"/>
    <dgm:cxn modelId="{8AEA770F-0142-4342-A8F7-9D9A29B393BF}" type="presParOf" srcId="{EA3BE1D5-B38A-4185-913C-7338AE6C1E64}" destId="{3640238D-C1A9-4C12-A0C7-94DC826BD14A}" srcOrd="15" destOrd="0" presId="urn:microsoft.com/office/officeart/2008/layout/LinedList"/>
    <dgm:cxn modelId="{62530100-F441-4A59-B5B2-F443E52A3179}" type="presParOf" srcId="{3640238D-C1A9-4C12-A0C7-94DC826BD14A}" destId="{41F214A1-7055-4537-B521-5A893F4AE787}" srcOrd="0" destOrd="0" presId="urn:microsoft.com/office/officeart/2008/layout/LinedList"/>
    <dgm:cxn modelId="{B15D0741-E155-4042-999A-1DA9C67DD00D}" type="presParOf" srcId="{3640238D-C1A9-4C12-A0C7-94DC826BD14A}" destId="{32417D21-0F5D-403F-A6CB-B14AB811FC3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C701B4-1429-4763-A961-4EA649D3CC71}">
      <dsp:nvSpPr>
        <dsp:cNvPr id="0" name=""/>
        <dsp:cNvSpPr/>
      </dsp:nvSpPr>
      <dsp:spPr>
        <a:xfrm>
          <a:off x="0" y="0"/>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88E8DE-3A3D-4F24-858E-E00458697DF1}">
      <dsp:nvSpPr>
        <dsp:cNvPr id="0" name=""/>
        <dsp:cNvSpPr/>
      </dsp:nvSpPr>
      <dsp:spPr>
        <a:xfrm>
          <a:off x="0" y="0"/>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1"/>
            </a:rPr>
            <a:t>TAS Current Process Map Level 1</a:t>
          </a:r>
          <a:endParaRPr lang="en-US" sz="1300" kern="1200"/>
        </a:p>
      </dsp:txBody>
      <dsp:txXfrm>
        <a:off x="0" y="0"/>
        <a:ext cx="7442201" cy="288540"/>
      </dsp:txXfrm>
    </dsp:sp>
    <dsp:sp modelId="{A0B1FFE5-D7B1-4C6F-832F-B9341E55DCF0}">
      <dsp:nvSpPr>
        <dsp:cNvPr id="0" name=""/>
        <dsp:cNvSpPr/>
      </dsp:nvSpPr>
      <dsp:spPr>
        <a:xfrm>
          <a:off x="0" y="288540"/>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AC8CED-138C-4959-8D58-A350E08E882A}">
      <dsp:nvSpPr>
        <dsp:cNvPr id="0" name=""/>
        <dsp:cNvSpPr/>
      </dsp:nvSpPr>
      <dsp:spPr>
        <a:xfrm>
          <a:off x="0" y="288540"/>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2"/>
            </a:rPr>
            <a:t>TAS Current Process Map Level 2</a:t>
          </a:r>
          <a:endParaRPr lang="en-US" sz="1300" kern="1200"/>
        </a:p>
      </dsp:txBody>
      <dsp:txXfrm>
        <a:off x="0" y="288540"/>
        <a:ext cx="7442201" cy="288540"/>
      </dsp:txXfrm>
    </dsp:sp>
    <dsp:sp modelId="{16F82F4E-5865-4EEB-95AF-09ECC1CA61F4}">
      <dsp:nvSpPr>
        <dsp:cNvPr id="0" name=""/>
        <dsp:cNvSpPr/>
      </dsp:nvSpPr>
      <dsp:spPr>
        <a:xfrm>
          <a:off x="0" y="577080"/>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1CAEB0-4A3E-42EF-984A-17733AB5A81A}">
      <dsp:nvSpPr>
        <dsp:cNvPr id="0" name=""/>
        <dsp:cNvSpPr/>
      </dsp:nvSpPr>
      <dsp:spPr>
        <a:xfrm>
          <a:off x="0" y="577081"/>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3"/>
            </a:rPr>
            <a:t>Proposed AI-native TAS Process Map Level 1</a:t>
          </a:r>
          <a:endParaRPr lang="en-US" sz="1300" kern="1200"/>
        </a:p>
      </dsp:txBody>
      <dsp:txXfrm>
        <a:off x="0" y="577081"/>
        <a:ext cx="7442201" cy="288540"/>
      </dsp:txXfrm>
    </dsp:sp>
    <dsp:sp modelId="{81643CA6-932D-4C44-9BD9-9B208C72784B}">
      <dsp:nvSpPr>
        <dsp:cNvPr id="0" name=""/>
        <dsp:cNvSpPr/>
      </dsp:nvSpPr>
      <dsp:spPr>
        <a:xfrm>
          <a:off x="0" y="865621"/>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5B492F-5CE7-4866-AF23-EF27D693BD2B}">
      <dsp:nvSpPr>
        <dsp:cNvPr id="0" name=""/>
        <dsp:cNvSpPr/>
      </dsp:nvSpPr>
      <dsp:spPr>
        <a:xfrm>
          <a:off x="0" y="865621"/>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4"/>
            </a:rPr>
            <a:t>Proposed AI-native TAS Process Map Level 2</a:t>
          </a:r>
          <a:endParaRPr lang="en-US" sz="1300" kern="1200"/>
        </a:p>
      </dsp:txBody>
      <dsp:txXfrm>
        <a:off x="0" y="865621"/>
        <a:ext cx="7442201" cy="288540"/>
      </dsp:txXfrm>
    </dsp:sp>
    <dsp:sp modelId="{AD19A011-638F-48A1-800C-51538387F653}">
      <dsp:nvSpPr>
        <dsp:cNvPr id="0" name=""/>
        <dsp:cNvSpPr/>
      </dsp:nvSpPr>
      <dsp:spPr>
        <a:xfrm>
          <a:off x="0" y="1154161"/>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A4E5D4-1DB6-4ADA-9D08-A7DF0ADFEB00}">
      <dsp:nvSpPr>
        <dsp:cNvPr id="0" name=""/>
        <dsp:cNvSpPr/>
      </dsp:nvSpPr>
      <dsp:spPr>
        <a:xfrm>
          <a:off x="0" y="1154162"/>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5"/>
            </a:rPr>
            <a:t>TAS Reports Current Process Map Level 1</a:t>
          </a:r>
          <a:endParaRPr lang="en-US" sz="1300" kern="1200"/>
        </a:p>
      </dsp:txBody>
      <dsp:txXfrm>
        <a:off x="0" y="1154162"/>
        <a:ext cx="7442201" cy="288540"/>
      </dsp:txXfrm>
    </dsp:sp>
    <dsp:sp modelId="{E325AAEA-F058-4D74-99AB-5B65852D714E}">
      <dsp:nvSpPr>
        <dsp:cNvPr id="0" name=""/>
        <dsp:cNvSpPr/>
      </dsp:nvSpPr>
      <dsp:spPr>
        <a:xfrm>
          <a:off x="0" y="1442702"/>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44C1CC-857D-42F2-9899-CE241B107E9C}">
      <dsp:nvSpPr>
        <dsp:cNvPr id="0" name=""/>
        <dsp:cNvSpPr/>
      </dsp:nvSpPr>
      <dsp:spPr>
        <a:xfrm>
          <a:off x="0" y="1442702"/>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6"/>
            </a:rPr>
            <a:t>TAS Reports Current Process Map Level 2</a:t>
          </a:r>
          <a:endParaRPr lang="en-US" sz="1300" kern="1200"/>
        </a:p>
      </dsp:txBody>
      <dsp:txXfrm>
        <a:off x="0" y="1442702"/>
        <a:ext cx="7442201" cy="288540"/>
      </dsp:txXfrm>
    </dsp:sp>
    <dsp:sp modelId="{FC488735-134C-48E3-9FA6-38520366F1F8}">
      <dsp:nvSpPr>
        <dsp:cNvPr id="0" name=""/>
        <dsp:cNvSpPr/>
      </dsp:nvSpPr>
      <dsp:spPr>
        <a:xfrm>
          <a:off x="0" y="1731242"/>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5A1FF4-9961-4F4A-A7BD-103D42984B37}">
      <dsp:nvSpPr>
        <dsp:cNvPr id="0" name=""/>
        <dsp:cNvSpPr/>
      </dsp:nvSpPr>
      <dsp:spPr>
        <a:xfrm>
          <a:off x="0" y="1731243"/>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7"/>
            </a:rPr>
            <a:t>Proposed AI-native TAS Reports Process Map Level 1</a:t>
          </a:r>
          <a:endParaRPr lang="en-US" sz="1300" kern="1200"/>
        </a:p>
      </dsp:txBody>
      <dsp:txXfrm>
        <a:off x="0" y="1731243"/>
        <a:ext cx="7442201" cy="288540"/>
      </dsp:txXfrm>
    </dsp:sp>
    <dsp:sp modelId="{F9C80225-B972-45F9-A047-9087CC5DC9EE}">
      <dsp:nvSpPr>
        <dsp:cNvPr id="0" name=""/>
        <dsp:cNvSpPr/>
      </dsp:nvSpPr>
      <dsp:spPr>
        <a:xfrm>
          <a:off x="0" y="2019783"/>
          <a:ext cx="744220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F214A1-7055-4537-B521-5A893F4AE787}">
      <dsp:nvSpPr>
        <dsp:cNvPr id="0" name=""/>
        <dsp:cNvSpPr/>
      </dsp:nvSpPr>
      <dsp:spPr>
        <a:xfrm>
          <a:off x="0" y="2019783"/>
          <a:ext cx="7442201" cy="288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hlinkClick xmlns:r="http://schemas.openxmlformats.org/officeDocument/2006/relationships" r:id="rId8"/>
            </a:rPr>
            <a:t>Proposed AI-native TAS Reports Process Map Level 2</a:t>
          </a:r>
          <a:endParaRPr lang="en-US" sz="1300" kern="1200"/>
        </a:p>
      </dsp:txBody>
      <dsp:txXfrm>
        <a:off x="0" y="2019783"/>
        <a:ext cx="7442201" cy="28854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95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summarizes the TAS process maps for a CIO / IT Applications audience. The core message is that TAS does have defined processes, but the system architecture forces teams into email, Excel, manual reconciliation and manual coordination. The redesign is not about replacing human decisions; it is about creating a secure data and workflow layer that lets AI handle coordination and recommendations while humans approve outcomes.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8E2FD-E60A-C417-4299-CD10CE2A0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D0974-EAB1-68A3-8529-4E62DFDED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1FD07-77DF-C556-86A0-506D3E0DEF4F}"/>
              </a:ext>
            </a:extLst>
          </p:cNvPr>
          <p:cNvSpPr>
            <a:spLocks noGrp="1"/>
          </p:cNvSpPr>
          <p:nvPr>
            <p:ph type="body" idx="1"/>
          </p:nvPr>
        </p:nvSpPr>
        <p:spPr/>
        <p:txBody>
          <a:bodyPr/>
          <a:lstStyle/>
          <a:p>
            <a:r>
              <a:rPr lang="en-US" dirty="0"/>
              <a:t>Opening: This deck summarizes the TAS process maps for a CIO / IT Applications audience. The core message is that TAS does have defined processes, but the system architecture forces teams into email, Excel, manual reconciliation and manual coordination. The redesign is not about replacing human decisions; it is about creating a secure data and workflow layer that lets AI handle coordination and recommendations while humans approve outcomes.</a:t>
            </a:r>
          </a:p>
        </p:txBody>
      </p:sp>
      <p:sp>
        <p:nvSpPr>
          <p:cNvPr id="4" name="Slide Number Placeholder 3">
            <a:extLst>
              <a:ext uri="{FF2B5EF4-FFF2-40B4-BE49-F238E27FC236}">
                <a16:creationId xmlns:a16="http://schemas.microsoft.com/office/drawing/2014/main" id="{BE5BEE93-1617-74A8-D6DD-49409BF4706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83856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Position this as an applications and workflow problem, not as a generic AI idea. The key CIO ask is a controlled proof of concept with a clear security pattern. The two most useful pilots are project-candidate matching and reporting reconciliation; panelist coordination can be added as a low-risk quick win. Resume screening should be explicitly treated as later-stage due to confidential rubric and fairness constraints.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slide gives the current TAS core lifecycle in one line. The most important thing to highlight is not every step, but the handoffs: vendor assessment to Excel, Excel to rubric, emails to panelists, manual matching, Chroma appraisal setup and COP placement.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TAS Reports are not just reporting; they support finance cost recovery through share-of-expenses and invoices. The current process relies on email templates and follow-up. The system gap is a missing TAS employee master with event-driven updates for joining, transfer, role change and exit.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The root cause is architectural. In the current system, Excel and email are acting as the integration layer. For a CIO audience, that is the key point: the AI opportunity depends on data architecture, access controls, and workflow orchestration first.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The left side shows the current application landscape. The right side shows the future application pattern. The target state does not require ripping out iON, Chroma or COP. It needs a thin orchestration, integration and data layer that can safely support workflow automation and AI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slide should make the AI-native operating model clear. AI is not a final decision maker. AI collects, normalizes, recommends, schedules, reconciles and explains. Humans retain approvals and sensitive judgment points. The data fabric is the center of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In the current reporting flow, TAS periodically asks companies for updates and then corrects finance discrepancies manually. The AI-native flow makes reporting event-driven. HR SPOCs and system events feed an employee master. AI reconciles anomalies, but a human steward approves updates and finance actions.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slide sequences the work. Resume screening is a visible AI opportunity, but it is not the best first pilot because it touches the confidential rubric, candidate PII and fairness. Project matching and reporting reconciliation have high value while preserving human decisions.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is the practical architecture for Phase 1. It is intentionally a thin layer. It does not require replacing iON, Chroma or COP. It creates a small set of stable TAS data objects and a workflow surface on top of existing systems.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roadmap is intentionally short and controlled. It focuses on proving feasibility, value and risk controls before scaling. The decision gates prevent the team from jumping directly into sensitive resume screening without the right controls.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slide addresses the concern raised in TAS interviews: the evaluation rubric is highly confidential, and candidate screening can embed bias if not governed. The proposed sequence respects that risk.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Close by showing that assumptions are transparent. The next step is a design workshop to resolve data ownership, system authority and the security pattern.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7F45F4-348F-75D1-1A9C-8C5B1723CAB9}"/>
              </a:ext>
            </a:extLst>
          </p:cNvPr>
          <p:cNvSpPr txBox="1"/>
          <p:nvPr userDrawn="1">
            <p:extLst>
              <p:ext uri="{1162E1C5-73C7-4A58-AE30-91384D911F3F}">
                <p184:classification xmlns:p184="http://schemas.microsoft.com/office/powerpoint/2018/4/main" val="ftr"/>
              </p:ext>
            </p:extLst>
          </p:nvPr>
        </p:nvSpPr>
        <p:spPr>
          <a:xfrm>
            <a:off x="11156950" y="6545580"/>
            <a:ext cx="865188" cy="121920"/>
          </a:xfrm>
          <a:prstGeom prst="rect">
            <a:avLst/>
          </a:prstGeom>
        </p:spPr>
        <p:txBody>
          <a:bodyPr horzOverflow="overflow" lIns="0" tIns="0" rIns="0" bIns="0">
            <a:spAutoFit/>
          </a:bodyPr>
          <a:lstStyle/>
          <a:p>
            <a:pPr algn="l"/>
            <a:r>
              <a:rPr lang="en-IN" sz="800">
                <a:solidFill>
                  <a:srgbClr val="000000">
                    <a:alpha val="50000"/>
                  </a:srgbClr>
                </a:solidFill>
                <a:latin typeface="Aptos" panose="020B0004020202020204" pitchFamily="34" charset="0"/>
              </a:rPr>
              <a:t>Tata Sons -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658368" y="960120"/>
            <a:ext cx="6400800" cy="1371600"/>
          </a:xfrm>
          <a:prstGeom prst="rect">
            <a:avLst/>
          </a:prstGeom>
          <a:noFill/>
          <a:ln/>
        </p:spPr>
        <p:txBody>
          <a:bodyPr wrap="square" lIns="254" tIns="254" rIns="254" bIns="254" rtlCol="0" anchor="ctr">
            <a:normAutofit/>
          </a:bodyPr>
          <a:lstStyle/>
          <a:p>
            <a:pPr marL="0" indent="0">
              <a:buNone/>
            </a:pPr>
            <a:r>
              <a:rPr lang="en-US" sz="3400" b="1" dirty="0">
                <a:solidFill>
                  <a:srgbClr val="062A5C"/>
                </a:solidFill>
                <a:latin typeface="Aptos Display" pitchFamily="34" charset="0"/>
                <a:ea typeface="Aptos Display" pitchFamily="34" charset="-122"/>
                <a:cs typeface="Aptos Display" pitchFamily="34" charset="-120"/>
              </a:rPr>
              <a:t>TAS Process Redesign</a:t>
            </a:r>
            <a:endParaRPr lang="en-US" sz="3400" dirty="0"/>
          </a:p>
        </p:txBody>
      </p:sp>
      <p:sp>
        <p:nvSpPr>
          <p:cNvPr id="6" name="Text 4"/>
          <p:cNvSpPr/>
          <p:nvPr/>
        </p:nvSpPr>
        <p:spPr>
          <a:xfrm>
            <a:off x="658368" y="2738628"/>
            <a:ext cx="5760720" cy="594360"/>
          </a:xfrm>
          <a:prstGeom prst="rect">
            <a:avLst/>
          </a:prstGeom>
          <a:noFill/>
          <a:ln/>
        </p:spPr>
        <p:txBody>
          <a:bodyPr wrap="square" lIns="254" tIns="254" rIns="254" bIns="254" rtlCol="0" anchor="ctr">
            <a:normAutofit/>
          </a:bodyPr>
          <a:lstStyle/>
          <a:p>
            <a:pPr marL="0" indent="0">
              <a:buNone/>
            </a:pPr>
            <a:r>
              <a:rPr lang="en-US" sz="1700" dirty="0">
                <a:solidFill>
                  <a:srgbClr val="111827"/>
                </a:solidFill>
              </a:rPr>
              <a:t>Current process map analysis and AI-native process redesign</a:t>
            </a:r>
            <a:endParaRPr lang="en-US" sz="1700" dirty="0"/>
          </a:p>
        </p:txBody>
      </p:sp>
      <p:sp>
        <p:nvSpPr>
          <p:cNvPr id="7" name="Shape 5"/>
          <p:cNvSpPr/>
          <p:nvPr/>
        </p:nvSpPr>
        <p:spPr>
          <a:xfrm>
            <a:off x="658368" y="3246120"/>
            <a:ext cx="3840480" cy="0"/>
          </a:xfrm>
          <a:prstGeom prst="line">
            <a:avLst/>
          </a:prstGeom>
          <a:noFill/>
          <a:ln w="38100">
            <a:solidFill>
              <a:srgbClr val="F59E0B"/>
            </a:solidFill>
            <a:prstDash val="solid"/>
          </a:ln>
        </p:spPr>
        <p:txBody>
          <a:bodyPr/>
          <a:lstStyle/>
          <a:p>
            <a:endParaRPr lang="en-IN"/>
          </a:p>
        </p:txBody>
      </p:sp>
      <p:sp>
        <p:nvSpPr>
          <p:cNvPr id="10" name="Text 8"/>
          <p:cNvSpPr/>
          <p:nvPr/>
        </p:nvSpPr>
        <p:spPr>
          <a:xfrm>
            <a:off x="685800" y="3265369"/>
            <a:ext cx="5303520" cy="320040"/>
          </a:xfrm>
          <a:prstGeom prst="rect">
            <a:avLst/>
          </a:prstGeom>
          <a:noFill/>
          <a:ln/>
        </p:spPr>
        <p:txBody>
          <a:bodyPr wrap="square" lIns="0" tIns="0" rIns="0" bIns="0" rtlCol="0" anchor="ctr"/>
          <a:lstStyle/>
          <a:p>
            <a:pPr marL="0" indent="0">
              <a:buNone/>
            </a:pPr>
            <a:r>
              <a:rPr lang="en-US" sz="1450" dirty="0">
                <a:solidFill>
                  <a:srgbClr val="6B7280"/>
                </a:solidFill>
              </a:rPr>
              <a:t>From fragmented workflows to governed, AI-enabled orchestration</a:t>
            </a:r>
            <a:endParaRPr lang="en-US" sz="1450" dirty="0"/>
          </a:p>
        </p:txBody>
      </p:sp>
      <p:grpSp>
        <p:nvGrpSpPr>
          <p:cNvPr id="31" name="Group 30">
            <a:extLst>
              <a:ext uri="{FF2B5EF4-FFF2-40B4-BE49-F238E27FC236}">
                <a16:creationId xmlns:a16="http://schemas.microsoft.com/office/drawing/2014/main" id="{873DC43E-3996-6279-8A9D-99FA1CA26D9A}"/>
              </a:ext>
            </a:extLst>
          </p:cNvPr>
          <p:cNvGrpSpPr/>
          <p:nvPr/>
        </p:nvGrpSpPr>
        <p:grpSpPr>
          <a:xfrm>
            <a:off x="7142835" y="707457"/>
            <a:ext cx="3749040" cy="3895344"/>
            <a:chOff x="7132320" y="1005840"/>
            <a:chExt cx="3749040" cy="3895344"/>
          </a:xfrm>
        </p:grpSpPr>
        <p:sp>
          <p:nvSpPr>
            <p:cNvPr id="11" name="Text 9"/>
            <p:cNvSpPr/>
            <p:nvPr/>
          </p:nvSpPr>
          <p:spPr>
            <a:xfrm>
              <a:off x="7132320" y="1005840"/>
              <a:ext cx="3749040" cy="685800"/>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300" dirty="0">
                  <a:solidFill>
                    <a:srgbClr val="111827"/>
                  </a:solidFill>
                </a:rPr>
                <a:t>Current friction</a:t>
              </a:r>
              <a:endParaRPr lang="en-US" sz="1300" dirty="0"/>
            </a:p>
            <a:p>
              <a:pPr marL="0" indent="0" algn="ctr">
                <a:buNone/>
              </a:pPr>
              <a:r>
                <a:rPr lang="en-US" sz="1300" dirty="0">
                  <a:solidFill>
                    <a:srgbClr val="111827"/>
                  </a:solidFill>
                </a:rPr>
                <a:t>Email + Excel + disconnected vendors</a:t>
              </a:r>
              <a:endParaRPr lang="en-US" sz="1300" dirty="0"/>
            </a:p>
          </p:txBody>
        </p:sp>
        <p:sp>
          <p:nvSpPr>
            <p:cNvPr id="12" name="Shape 10"/>
            <p:cNvSpPr/>
            <p:nvPr/>
          </p:nvSpPr>
          <p:spPr>
            <a:xfrm>
              <a:off x="9006840" y="1719072"/>
              <a:ext cx="0" cy="292608"/>
            </a:xfrm>
            <a:prstGeom prst="line">
              <a:avLst/>
            </a:prstGeom>
            <a:noFill/>
            <a:ln w="19050">
              <a:solidFill>
                <a:srgbClr val="6B7280"/>
              </a:solidFill>
              <a:prstDash val="solid"/>
              <a:headEnd type="none"/>
              <a:tailEnd type="triangle"/>
            </a:ln>
          </p:spPr>
          <p:txBody>
            <a:bodyPr/>
            <a:lstStyle/>
            <a:p>
              <a:endParaRPr lang="en-IN"/>
            </a:p>
          </p:txBody>
        </p:sp>
        <p:sp>
          <p:nvSpPr>
            <p:cNvPr id="13" name="Text 11"/>
            <p:cNvSpPr/>
            <p:nvPr/>
          </p:nvSpPr>
          <p:spPr>
            <a:xfrm>
              <a:off x="7132320" y="2075688"/>
              <a:ext cx="374904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300" dirty="0">
                  <a:solidFill>
                    <a:srgbClr val="111827"/>
                  </a:solidFill>
                </a:rPr>
                <a:t>Governed data layer</a:t>
              </a:r>
              <a:endParaRPr lang="en-US" sz="1300" dirty="0"/>
            </a:p>
            <a:p>
              <a:pPr marL="0" indent="0" algn="ctr">
                <a:buNone/>
              </a:pPr>
              <a:r>
                <a:rPr lang="en-US" sz="1300" dirty="0">
                  <a:solidFill>
                    <a:srgbClr val="111827"/>
                  </a:solidFill>
                </a:rPr>
                <a:t>TAS employee + candidate journey master</a:t>
              </a:r>
              <a:endParaRPr lang="en-US" sz="1300" dirty="0"/>
            </a:p>
          </p:txBody>
        </p:sp>
        <p:sp>
          <p:nvSpPr>
            <p:cNvPr id="14" name="Shape 12"/>
            <p:cNvSpPr/>
            <p:nvPr/>
          </p:nvSpPr>
          <p:spPr>
            <a:xfrm>
              <a:off x="9006840" y="2788920"/>
              <a:ext cx="0" cy="292608"/>
            </a:xfrm>
            <a:prstGeom prst="line">
              <a:avLst/>
            </a:prstGeom>
            <a:noFill/>
            <a:ln w="19050">
              <a:solidFill>
                <a:srgbClr val="6B7280"/>
              </a:solidFill>
              <a:prstDash val="solid"/>
              <a:headEnd type="none"/>
              <a:tailEnd type="triangle"/>
            </a:ln>
          </p:spPr>
          <p:txBody>
            <a:bodyPr/>
            <a:lstStyle/>
            <a:p>
              <a:endParaRPr lang="en-IN"/>
            </a:p>
          </p:txBody>
        </p:sp>
        <p:sp>
          <p:nvSpPr>
            <p:cNvPr id="15" name="Text 13"/>
            <p:cNvSpPr/>
            <p:nvPr/>
          </p:nvSpPr>
          <p:spPr>
            <a:xfrm>
              <a:off x="7132320" y="3145536"/>
              <a:ext cx="3749040" cy="685800"/>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300" dirty="0">
                  <a:solidFill>
                    <a:srgbClr val="111827"/>
                  </a:solidFill>
                </a:rPr>
                <a:t>AI workflow agents</a:t>
              </a:r>
              <a:endParaRPr lang="en-US" sz="1300" dirty="0"/>
            </a:p>
            <a:p>
              <a:pPr marL="0" indent="0" algn="ctr">
                <a:buNone/>
              </a:pPr>
              <a:r>
                <a:rPr lang="en-US" sz="1300" dirty="0">
                  <a:solidFill>
                    <a:srgbClr val="111827"/>
                  </a:solidFill>
                </a:rPr>
                <a:t>Matching, reminders, reconciliation, dashboards</a:t>
              </a:r>
              <a:endParaRPr lang="en-US" sz="1300" dirty="0"/>
            </a:p>
          </p:txBody>
        </p:sp>
        <p:sp>
          <p:nvSpPr>
            <p:cNvPr id="16" name="Shape 14"/>
            <p:cNvSpPr/>
            <p:nvPr/>
          </p:nvSpPr>
          <p:spPr>
            <a:xfrm>
              <a:off x="9006840" y="3858768"/>
              <a:ext cx="0" cy="292608"/>
            </a:xfrm>
            <a:prstGeom prst="line">
              <a:avLst/>
            </a:prstGeom>
            <a:noFill/>
            <a:ln w="19050">
              <a:solidFill>
                <a:srgbClr val="6B7280"/>
              </a:solidFill>
              <a:prstDash val="solid"/>
              <a:headEnd type="none"/>
              <a:tailEnd type="triangle"/>
            </a:ln>
          </p:spPr>
          <p:txBody>
            <a:bodyPr/>
            <a:lstStyle/>
            <a:p>
              <a:endParaRPr lang="en-IN"/>
            </a:p>
          </p:txBody>
        </p:sp>
        <p:sp>
          <p:nvSpPr>
            <p:cNvPr id="17" name="Text 15"/>
            <p:cNvSpPr/>
            <p:nvPr/>
          </p:nvSpPr>
          <p:spPr>
            <a:xfrm>
              <a:off x="7132320" y="4215384"/>
              <a:ext cx="3749040" cy="685800"/>
            </a:xfrm>
            <a:prstGeom prst="roundRect">
              <a:avLst/>
            </a:prstGeom>
            <a:solidFill>
              <a:srgbClr val="FFFFFF"/>
            </a:solidFill>
            <a:ln w="15240">
              <a:solidFill>
                <a:srgbClr val="062A5C"/>
              </a:solidFill>
            </a:ln>
          </p:spPr>
          <p:txBody>
            <a:bodyPr wrap="square" lIns="508" tIns="508" rIns="508" bIns="508" rtlCol="0" anchor="ctr">
              <a:normAutofit/>
            </a:bodyPr>
            <a:lstStyle/>
            <a:p>
              <a:pPr marL="0" indent="0" algn="ctr">
                <a:buNone/>
              </a:pPr>
              <a:r>
                <a:rPr lang="en-US" sz="1300" b="1" dirty="0">
                  <a:solidFill>
                    <a:srgbClr val="111827"/>
                  </a:solidFill>
                </a:rPr>
                <a:t>Human-owned decisions</a:t>
              </a:r>
              <a:endParaRPr lang="en-US" sz="1300" dirty="0"/>
            </a:p>
            <a:p>
              <a:pPr marL="0" indent="0" algn="ctr">
                <a:buNone/>
              </a:pPr>
              <a:r>
                <a:rPr lang="en-US" sz="1300" b="1" dirty="0">
                  <a:solidFill>
                    <a:srgbClr val="111827"/>
                  </a:solidFill>
                </a:rPr>
                <a:t>Selection, placement, exceptions, approvals</a:t>
              </a:r>
              <a:endParaRPr lang="en-US" sz="1300" dirty="0"/>
            </a:p>
          </p:txBody>
        </p:sp>
      </p:grpSp>
      <p:grpSp>
        <p:nvGrpSpPr>
          <p:cNvPr id="30" name="Group 29">
            <a:extLst>
              <a:ext uri="{FF2B5EF4-FFF2-40B4-BE49-F238E27FC236}">
                <a16:creationId xmlns:a16="http://schemas.microsoft.com/office/drawing/2014/main" id="{F9C07C93-47FF-BACC-9D2E-FD21E19582DE}"/>
              </a:ext>
            </a:extLst>
          </p:cNvPr>
          <p:cNvGrpSpPr/>
          <p:nvPr/>
        </p:nvGrpSpPr>
        <p:grpSpPr>
          <a:xfrm>
            <a:off x="1866747" y="5166360"/>
            <a:ext cx="8458200" cy="914400"/>
            <a:chOff x="713232" y="5166360"/>
            <a:chExt cx="8458200" cy="914400"/>
          </a:xfrm>
        </p:grpSpPr>
        <p:sp>
          <p:nvSpPr>
            <p:cNvPr id="18" name="Text 16"/>
            <p:cNvSpPr/>
            <p:nvPr/>
          </p:nvSpPr>
          <p:spPr>
            <a:xfrm>
              <a:off x="713232" y="5166360"/>
              <a:ext cx="1828800" cy="914400"/>
            </a:xfrm>
            <a:prstGeom prst="roundRect">
              <a:avLst/>
            </a:prstGeom>
            <a:solidFill>
              <a:srgbClr val="F1F8FF"/>
            </a:solidFill>
            <a:ln w="13970">
              <a:solidFill>
                <a:srgbClr val="1C6FB7"/>
              </a:solidFill>
            </a:ln>
          </p:spPr>
          <p:txBody>
            <a:bodyPr wrap="square" lIns="0" tIns="0" rIns="0" bIns="0" rtlCol="0" anchor="ctr"/>
            <a:lstStyle/>
            <a:p>
              <a:pPr marL="0" indent="0" algn="ctr">
                <a:buNone/>
              </a:pPr>
              <a:endParaRPr lang="en-US" dirty="0"/>
            </a:p>
          </p:txBody>
        </p:sp>
        <p:sp>
          <p:nvSpPr>
            <p:cNvPr id="19" name="Text 17"/>
            <p:cNvSpPr/>
            <p:nvPr/>
          </p:nvSpPr>
          <p:spPr>
            <a:xfrm>
              <a:off x="758952" y="5276088"/>
              <a:ext cx="173736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5</a:t>
              </a:r>
              <a:endParaRPr lang="en-US" sz="2000" dirty="0"/>
            </a:p>
          </p:txBody>
        </p:sp>
        <p:sp>
          <p:nvSpPr>
            <p:cNvPr id="20" name="Text 18"/>
            <p:cNvSpPr/>
            <p:nvPr/>
          </p:nvSpPr>
          <p:spPr>
            <a:xfrm>
              <a:off x="822960" y="5661580"/>
              <a:ext cx="1609344" cy="201168"/>
            </a:xfrm>
            <a:prstGeom prst="rect">
              <a:avLst/>
            </a:prstGeom>
            <a:noFill/>
            <a:ln/>
          </p:spPr>
          <p:txBody>
            <a:bodyPr wrap="square" lIns="0" tIns="0" rIns="0" bIns="0" rtlCol="0" anchor="t">
              <a:normAutofit/>
            </a:bodyPr>
            <a:lstStyle/>
            <a:p>
              <a:pPr marL="0" indent="0" algn="ctr">
                <a:buNone/>
              </a:pPr>
              <a:r>
                <a:rPr lang="en-US" sz="1100" dirty="0">
                  <a:solidFill>
                    <a:srgbClr val="111827"/>
                  </a:solidFill>
                </a:rPr>
                <a:t>TAS hiring channels</a:t>
              </a:r>
              <a:endParaRPr lang="en-US" sz="1100" dirty="0"/>
            </a:p>
          </p:txBody>
        </p:sp>
        <p:sp>
          <p:nvSpPr>
            <p:cNvPr id="21" name="Text 19"/>
            <p:cNvSpPr/>
            <p:nvPr/>
          </p:nvSpPr>
          <p:spPr>
            <a:xfrm>
              <a:off x="2743200" y="5166360"/>
              <a:ext cx="2103120" cy="914400"/>
            </a:xfrm>
            <a:prstGeom prst="roundRect">
              <a:avLst/>
            </a:prstGeom>
            <a:solidFill>
              <a:srgbClr val="FFF3E0"/>
            </a:solidFill>
            <a:ln w="13970">
              <a:solidFill>
                <a:srgbClr val="F59E0B"/>
              </a:solidFill>
            </a:ln>
          </p:spPr>
          <p:txBody>
            <a:bodyPr wrap="square" lIns="0" tIns="0" rIns="0" bIns="0" rtlCol="0" anchor="ctr"/>
            <a:lstStyle/>
            <a:p>
              <a:pPr marL="0" indent="0" algn="ctr">
                <a:buNone/>
              </a:pPr>
              <a:endParaRPr lang="en-US" dirty="0"/>
            </a:p>
          </p:txBody>
        </p:sp>
        <p:sp>
          <p:nvSpPr>
            <p:cNvPr id="22" name="Text 20"/>
            <p:cNvSpPr/>
            <p:nvPr/>
          </p:nvSpPr>
          <p:spPr>
            <a:xfrm>
              <a:off x="2788920" y="5276088"/>
              <a:ext cx="201168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4+</a:t>
              </a:r>
              <a:endParaRPr lang="en-US" sz="2000" dirty="0"/>
            </a:p>
          </p:txBody>
        </p:sp>
        <p:sp>
          <p:nvSpPr>
            <p:cNvPr id="23" name="Text 21"/>
            <p:cNvSpPr/>
            <p:nvPr/>
          </p:nvSpPr>
          <p:spPr>
            <a:xfrm>
              <a:off x="2852928" y="5661580"/>
              <a:ext cx="188366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vendor / core platforms in TAS recruiting</a:t>
              </a:r>
              <a:endParaRPr lang="en-US" sz="1100" dirty="0"/>
            </a:p>
          </p:txBody>
        </p:sp>
        <p:sp>
          <p:nvSpPr>
            <p:cNvPr id="24" name="Text 22"/>
            <p:cNvSpPr/>
            <p:nvPr/>
          </p:nvSpPr>
          <p:spPr>
            <a:xfrm>
              <a:off x="5074920" y="5166360"/>
              <a:ext cx="1828800" cy="914400"/>
            </a:xfrm>
            <a:prstGeom prst="roundRect">
              <a:avLst/>
            </a:prstGeom>
            <a:solidFill>
              <a:srgbClr val="FEE2E2"/>
            </a:solidFill>
            <a:ln w="13970">
              <a:solidFill>
                <a:srgbClr val="DC2626"/>
              </a:solidFill>
            </a:ln>
          </p:spPr>
          <p:txBody>
            <a:bodyPr wrap="square" lIns="0" tIns="0" rIns="0" bIns="0" rtlCol="0" anchor="ctr"/>
            <a:lstStyle/>
            <a:p>
              <a:pPr marL="0" indent="0" algn="ctr">
                <a:buNone/>
              </a:pPr>
              <a:endParaRPr lang="en-US" dirty="0"/>
            </a:p>
          </p:txBody>
        </p:sp>
        <p:sp>
          <p:nvSpPr>
            <p:cNvPr id="25" name="Text 23"/>
            <p:cNvSpPr/>
            <p:nvPr/>
          </p:nvSpPr>
          <p:spPr>
            <a:xfrm>
              <a:off x="5120640" y="5276088"/>
              <a:ext cx="1737360" cy="411480"/>
            </a:xfrm>
            <a:prstGeom prst="rect">
              <a:avLst/>
            </a:prstGeom>
            <a:noFill/>
            <a:ln/>
          </p:spPr>
          <p:txBody>
            <a:bodyPr wrap="square" lIns="0" tIns="0" rIns="0" bIns="0" rtlCol="0" anchor="ctr">
              <a:normAutofit/>
            </a:bodyPr>
            <a:lstStyle/>
            <a:p>
              <a:pPr marL="0" indent="0" algn="ctr">
                <a:buNone/>
              </a:pPr>
              <a:r>
                <a:rPr lang="en-US" sz="2000" b="1" dirty="0">
                  <a:solidFill>
                    <a:srgbClr val="DC2626"/>
                  </a:solidFill>
                </a:rPr>
                <a:t>0</a:t>
              </a:r>
              <a:endParaRPr lang="en-US" sz="2000" dirty="0"/>
            </a:p>
          </p:txBody>
        </p:sp>
        <p:sp>
          <p:nvSpPr>
            <p:cNvPr id="26" name="Text 24"/>
            <p:cNvSpPr/>
            <p:nvPr/>
          </p:nvSpPr>
          <p:spPr>
            <a:xfrm>
              <a:off x="5174133" y="5661099"/>
              <a:ext cx="160934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integrated workflow layer today</a:t>
              </a:r>
              <a:endParaRPr lang="en-US" sz="1100" dirty="0"/>
            </a:p>
          </p:txBody>
        </p:sp>
        <p:sp>
          <p:nvSpPr>
            <p:cNvPr id="27" name="Text 25"/>
            <p:cNvSpPr/>
            <p:nvPr/>
          </p:nvSpPr>
          <p:spPr>
            <a:xfrm>
              <a:off x="7114032" y="5166360"/>
              <a:ext cx="2057400" cy="914400"/>
            </a:xfrm>
            <a:prstGeom prst="roundRect">
              <a:avLst/>
            </a:prstGeom>
            <a:solidFill>
              <a:srgbClr val="EAF7EF"/>
            </a:solidFill>
            <a:ln w="13970">
              <a:solidFill>
                <a:srgbClr val="16A34A"/>
              </a:solidFill>
            </a:ln>
          </p:spPr>
          <p:txBody>
            <a:bodyPr wrap="square" lIns="0" tIns="0" rIns="0" bIns="0" rtlCol="0" anchor="ctr"/>
            <a:lstStyle/>
            <a:p>
              <a:pPr marL="0" indent="0" algn="ctr">
                <a:buNone/>
              </a:pPr>
              <a:endParaRPr lang="en-US" dirty="0"/>
            </a:p>
          </p:txBody>
        </p:sp>
        <p:sp>
          <p:nvSpPr>
            <p:cNvPr id="28" name="Text 26"/>
            <p:cNvSpPr/>
            <p:nvPr/>
          </p:nvSpPr>
          <p:spPr>
            <a:xfrm>
              <a:off x="7159752" y="5276088"/>
              <a:ext cx="196596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2</a:t>
              </a:r>
              <a:endParaRPr lang="en-US" sz="2000" dirty="0"/>
            </a:p>
          </p:txBody>
        </p:sp>
        <p:sp>
          <p:nvSpPr>
            <p:cNvPr id="29" name="Text 27"/>
            <p:cNvSpPr/>
            <p:nvPr/>
          </p:nvSpPr>
          <p:spPr>
            <a:xfrm>
              <a:off x="7224066" y="5660136"/>
              <a:ext cx="183794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critical flows: TAS core + reports</a:t>
              </a:r>
              <a:endParaRPr lang="en-US" sz="1100" dirty="0"/>
            </a:p>
          </p:txBody>
        </p:sp>
      </p:grpSp>
      <p:sp>
        <p:nvSpPr>
          <p:cNvPr id="32" name="Text 6">
            <a:extLst>
              <a:ext uri="{FF2B5EF4-FFF2-40B4-BE49-F238E27FC236}">
                <a16:creationId xmlns:a16="http://schemas.microsoft.com/office/drawing/2014/main" id="{A72F3233-0279-EB5F-0B5C-84C0134166E1}"/>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2704FA-9392-0B56-9531-44A4FAB5B53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C2352BC2-07BF-23B7-2187-8321CCA934E6}"/>
              </a:ext>
            </a:extLst>
          </p:cNvPr>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a:extLst>
              <a:ext uri="{FF2B5EF4-FFF2-40B4-BE49-F238E27FC236}">
                <a16:creationId xmlns:a16="http://schemas.microsoft.com/office/drawing/2014/main" id="{44337E85-181E-2976-421A-A20AB597A351}"/>
              </a:ext>
            </a:extLst>
          </p:cNvPr>
          <p:cNvSpPr/>
          <p:nvPr/>
        </p:nvSpPr>
        <p:spPr>
          <a:xfrm>
            <a:off x="2895600" y="-154006"/>
            <a:ext cx="6400800" cy="1371600"/>
          </a:xfrm>
          <a:prstGeom prst="rect">
            <a:avLst/>
          </a:prstGeom>
          <a:noFill/>
          <a:ln/>
        </p:spPr>
        <p:txBody>
          <a:bodyPr wrap="square" lIns="254" tIns="254" rIns="254" bIns="254" rtlCol="0" anchor="ctr">
            <a:normAutofit/>
          </a:bodyPr>
          <a:lstStyle/>
          <a:p>
            <a:pPr marL="0" indent="0" algn="ctr">
              <a:buNone/>
            </a:pPr>
            <a:r>
              <a:rPr lang="en-US" sz="3400" b="1" dirty="0">
                <a:solidFill>
                  <a:srgbClr val="062A5C"/>
                </a:solidFill>
                <a:latin typeface="Aptos Display" pitchFamily="34" charset="0"/>
                <a:ea typeface="Aptos Display" pitchFamily="34" charset="-122"/>
                <a:cs typeface="Aptos Display" pitchFamily="34" charset="-120"/>
              </a:rPr>
              <a:t>TAS Process Redesign</a:t>
            </a:r>
            <a:endParaRPr lang="en-US" sz="3400" dirty="0"/>
          </a:p>
        </p:txBody>
      </p:sp>
      <p:grpSp>
        <p:nvGrpSpPr>
          <p:cNvPr id="2" name="Group 1">
            <a:extLst>
              <a:ext uri="{FF2B5EF4-FFF2-40B4-BE49-F238E27FC236}">
                <a16:creationId xmlns:a16="http://schemas.microsoft.com/office/drawing/2014/main" id="{B61984C6-524D-C8C2-44BA-842CF3EBEF22}"/>
              </a:ext>
            </a:extLst>
          </p:cNvPr>
          <p:cNvGrpSpPr/>
          <p:nvPr/>
        </p:nvGrpSpPr>
        <p:grpSpPr>
          <a:xfrm>
            <a:off x="3215640" y="1003552"/>
            <a:ext cx="5760720" cy="846781"/>
            <a:chOff x="658368" y="2979259"/>
            <a:chExt cx="5760720" cy="846781"/>
          </a:xfrm>
        </p:grpSpPr>
        <p:sp>
          <p:nvSpPr>
            <p:cNvPr id="6" name="Text 4">
              <a:extLst>
                <a:ext uri="{FF2B5EF4-FFF2-40B4-BE49-F238E27FC236}">
                  <a16:creationId xmlns:a16="http://schemas.microsoft.com/office/drawing/2014/main" id="{618D5ED5-5976-B6B1-2A7E-6FB560C06FC8}"/>
                </a:ext>
              </a:extLst>
            </p:cNvPr>
            <p:cNvSpPr/>
            <p:nvPr/>
          </p:nvSpPr>
          <p:spPr>
            <a:xfrm>
              <a:off x="658368" y="2979259"/>
              <a:ext cx="5760720" cy="594360"/>
            </a:xfrm>
            <a:prstGeom prst="rect">
              <a:avLst/>
            </a:prstGeom>
            <a:noFill/>
            <a:ln/>
          </p:spPr>
          <p:txBody>
            <a:bodyPr wrap="square" lIns="254" tIns="254" rIns="254" bIns="254" rtlCol="0" anchor="ctr">
              <a:normAutofit/>
            </a:bodyPr>
            <a:lstStyle/>
            <a:p>
              <a:pPr marL="0" indent="0">
                <a:buNone/>
              </a:pPr>
              <a:r>
                <a:rPr lang="en-US" sz="1700" dirty="0">
                  <a:solidFill>
                    <a:srgbClr val="111827"/>
                  </a:solidFill>
                </a:rPr>
                <a:t>Current process map analysis and AI-native process redesign</a:t>
              </a:r>
              <a:endParaRPr lang="en-US" sz="1700" dirty="0"/>
            </a:p>
          </p:txBody>
        </p:sp>
        <p:sp>
          <p:nvSpPr>
            <p:cNvPr id="7" name="Shape 5">
              <a:extLst>
                <a:ext uri="{FF2B5EF4-FFF2-40B4-BE49-F238E27FC236}">
                  <a16:creationId xmlns:a16="http://schemas.microsoft.com/office/drawing/2014/main" id="{68277D41-FE41-4D37-533D-06473BFECD2B}"/>
                </a:ext>
              </a:extLst>
            </p:cNvPr>
            <p:cNvSpPr/>
            <p:nvPr/>
          </p:nvSpPr>
          <p:spPr>
            <a:xfrm>
              <a:off x="658368" y="3486750"/>
              <a:ext cx="5687728" cy="19249"/>
            </a:xfrm>
            <a:prstGeom prst="line">
              <a:avLst/>
            </a:prstGeom>
            <a:noFill/>
            <a:ln w="38100">
              <a:solidFill>
                <a:srgbClr val="F59E0B"/>
              </a:solidFill>
              <a:prstDash val="solid"/>
            </a:ln>
          </p:spPr>
          <p:txBody>
            <a:bodyPr/>
            <a:lstStyle/>
            <a:p>
              <a:endParaRPr lang="en-IN"/>
            </a:p>
          </p:txBody>
        </p:sp>
        <p:sp>
          <p:nvSpPr>
            <p:cNvPr id="10" name="Text 8">
              <a:extLst>
                <a:ext uri="{FF2B5EF4-FFF2-40B4-BE49-F238E27FC236}">
                  <a16:creationId xmlns:a16="http://schemas.microsoft.com/office/drawing/2014/main" id="{F8DE06C6-E8E8-381A-9999-C0D6C6F84352}"/>
                </a:ext>
              </a:extLst>
            </p:cNvPr>
            <p:cNvSpPr/>
            <p:nvPr/>
          </p:nvSpPr>
          <p:spPr>
            <a:xfrm>
              <a:off x="887931" y="3506000"/>
              <a:ext cx="5303520" cy="320040"/>
            </a:xfrm>
            <a:prstGeom prst="rect">
              <a:avLst/>
            </a:prstGeom>
            <a:noFill/>
            <a:ln/>
          </p:spPr>
          <p:txBody>
            <a:bodyPr wrap="square" lIns="0" tIns="0" rIns="0" bIns="0" rtlCol="0" anchor="ctr"/>
            <a:lstStyle/>
            <a:p>
              <a:pPr marL="0" indent="0" algn="ctr">
                <a:buNone/>
              </a:pPr>
              <a:r>
                <a:rPr lang="en-US" sz="1450" dirty="0">
                  <a:solidFill>
                    <a:srgbClr val="6B7280"/>
                  </a:solidFill>
                </a:rPr>
                <a:t>From fragmented workflows to governed, AI-enabled orchestration</a:t>
              </a:r>
              <a:endParaRPr lang="en-US" sz="1450" dirty="0"/>
            </a:p>
          </p:txBody>
        </p:sp>
      </p:grpSp>
      <p:grpSp>
        <p:nvGrpSpPr>
          <p:cNvPr id="31" name="Group 30">
            <a:extLst>
              <a:ext uri="{FF2B5EF4-FFF2-40B4-BE49-F238E27FC236}">
                <a16:creationId xmlns:a16="http://schemas.microsoft.com/office/drawing/2014/main" id="{FE16839C-5856-FB79-BF10-26D93EB224F6}"/>
              </a:ext>
            </a:extLst>
          </p:cNvPr>
          <p:cNvGrpSpPr/>
          <p:nvPr/>
        </p:nvGrpSpPr>
        <p:grpSpPr>
          <a:xfrm>
            <a:off x="4221480" y="2097344"/>
            <a:ext cx="3749040" cy="3895344"/>
            <a:chOff x="7132320" y="1005840"/>
            <a:chExt cx="3749040" cy="3895344"/>
          </a:xfrm>
        </p:grpSpPr>
        <p:sp>
          <p:nvSpPr>
            <p:cNvPr id="11" name="Text 9">
              <a:extLst>
                <a:ext uri="{FF2B5EF4-FFF2-40B4-BE49-F238E27FC236}">
                  <a16:creationId xmlns:a16="http://schemas.microsoft.com/office/drawing/2014/main" id="{4A4CE2A2-ED18-3FCE-AE0A-635134D4F3D3}"/>
                </a:ext>
              </a:extLst>
            </p:cNvPr>
            <p:cNvSpPr/>
            <p:nvPr/>
          </p:nvSpPr>
          <p:spPr>
            <a:xfrm>
              <a:off x="7132320" y="1005840"/>
              <a:ext cx="3749040" cy="685800"/>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300" dirty="0">
                  <a:solidFill>
                    <a:srgbClr val="111827"/>
                  </a:solidFill>
                </a:rPr>
                <a:t>Current friction</a:t>
              </a:r>
              <a:endParaRPr lang="en-US" sz="1300" dirty="0"/>
            </a:p>
            <a:p>
              <a:pPr marL="0" indent="0" algn="ctr">
                <a:buNone/>
              </a:pPr>
              <a:r>
                <a:rPr lang="en-US" sz="1300" dirty="0">
                  <a:solidFill>
                    <a:srgbClr val="111827"/>
                  </a:solidFill>
                </a:rPr>
                <a:t>Email + Excel + disconnected vendors</a:t>
              </a:r>
              <a:endParaRPr lang="en-US" sz="1300" dirty="0"/>
            </a:p>
          </p:txBody>
        </p:sp>
        <p:sp>
          <p:nvSpPr>
            <p:cNvPr id="12" name="Shape 10">
              <a:extLst>
                <a:ext uri="{FF2B5EF4-FFF2-40B4-BE49-F238E27FC236}">
                  <a16:creationId xmlns:a16="http://schemas.microsoft.com/office/drawing/2014/main" id="{02E1745D-E14E-C088-7FAF-33A2D407FD45}"/>
                </a:ext>
              </a:extLst>
            </p:cNvPr>
            <p:cNvSpPr/>
            <p:nvPr/>
          </p:nvSpPr>
          <p:spPr>
            <a:xfrm>
              <a:off x="9006840" y="1719072"/>
              <a:ext cx="0" cy="292608"/>
            </a:xfrm>
            <a:prstGeom prst="line">
              <a:avLst/>
            </a:prstGeom>
            <a:noFill/>
            <a:ln w="19050">
              <a:solidFill>
                <a:srgbClr val="6B7280"/>
              </a:solidFill>
              <a:prstDash val="solid"/>
              <a:headEnd type="none"/>
              <a:tailEnd type="triangle"/>
            </a:ln>
          </p:spPr>
          <p:txBody>
            <a:bodyPr/>
            <a:lstStyle/>
            <a:p>
              <a:endParaRPr lang="en-IN"/>
            </a:p>
          </p:txBody>
        </p:sp>
        <p:sp>
          <p:nvSpPr>
            <p:cNvPr id="13" name="Text 11">
              <a:extLst>
                <a:ext uri="{FF2B5EF4-FFF2-40B4-BE49-F238E27FC236}">
                  <a16:creationId xmlns:a16="http://schemas.microsoft.com/office/drawing/2014/main" id="{903331BD-F046-12F7-0A62-DFB55C9A2CD4}"/>
                </a:ext>
              </a:extLst>
            </p:cNvPr>
            <p:cNvSpPr/>
            <p:nvPr/>
          </p:nvSpPr>
          <p:spPr>
            <a:xfrm>
              <a:off x="7132320" y="2075688"/>
              <a:ext cx="374904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300" dirty="0">
                  <a:solidFill>
                    <a:srgbClr val="111827"/>
                  </a:solidFill>
                </a:rPr>
                <a:t>Governed data layer</a:t>
              </a:r>
              <a:endParaRPr lang="en-US" sz="1300" dirty="0"/>
            </a:p>
            <a:p>
              <a:pPr marL="0" indent="0" algn="ctr">
                <a:buNone/>
              </a:pPr>
              <a:r>
                <a:rPr lang="en-US" sz="1300" dirty="0">
                  <a:solidFill>
                    <a:srgbClr val="111827"/>
                  </a:solidFill>
                </a:rPr>
                <a:t>TAS employee + candidate journey master</a:t>
              </a:r>
              <a:endParaRPr lang="en-US" sz="1300" dirty="0"/>
            </a:p>
          </p:txBody>
        </p:sp>
        <p:sp>
          <p:nvSpPr>
            <p:cNvPr id="14" name="Shape 12">
              <a:extLst>
                <a:ext uri="{FF2B5EF4-FFF2-40B4-BE49-F238E27FC236}">
                  <a16:creationId xmlns:a16="http://schemas.microsoft.com/office/drawing/2014/main" id="{BD436FDC-BDCD-3810-5A18-E63B8A80D3B0}"/>
                </a:ext>
              </a:extLst>
            </p:cNvPr>
            <p:cNvSpPr/>
            <p:nvPr/>
          </p:nvSpPr>
          <p:spPr>
            <a:xfrm>
              <a:off x="9006840" y="2788920"/>
              <a:ext cx="0" cy="292608"/>
            </a:xfrm>
            <a:prstGeom prst="line">
              <a:avLst/>
            </a:prstGeom>
            <a:noFill/>
            <a:ln w="19050">
              <a:solidFill>
                <a:srgbClr val="6B7280"/>
              </a:solidFill>
              <a:prstDash val="solid"/>
              <a:headEnd type="none"/>
              <a:tailEnd type="triangle"/>
            </a:ln>
          </p:spPr>
          <p:txBody>
            <a:bodyPr/>
            <a:lstStyle/>
            <a:p>
              <a:endParaRPr lang="en-IN"/>
            </a:p>
          </p:txBody>
        </p:sp>
        <p:sp>
          <p:nvSpPr>
            <p:cNvPr id="15" name="Text 13">
              <a:extLst>
                <a:ext uri="{FF2B5EF4-FFF2-40B4-BE49-F238E27FC236}">
                  <a16:creationId xmlns:a16="http://schemas.microsoft.com/office/drawing/2014/main" id="{CCF33B21-5D47-2E13-1955-3E734AD8F8A7}"/>
                </a:ext>
              </a:extLst>
            </p:cNvPr>
            <p:cNvSpPr/>
            <p:nvPr/>
          </p:nvSpPr>
          <p:spPr>
            <a:xfrm>
              <a:off x="7132320" y="3145536"/>
              <a:ext cx="3749040" cy="685800"/>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300" dirty="0">
                  <a:solidFill>
                    <a:srgbClr val="111827"/>
                  </a:solidFill>
                </a:rPr>
                <a:t>AI workflow agents</a:t>
              </a:r>
              <a:endParaRPr lang="en-US" sz="1300" dirty="0"/>
            </a:p>
            <a:p>
              <a:pPr marL="0" indent="0" algn="ctr">
                <a:buNone/>
              </a:pPr>
              <a:r>
                <a:rPr lang="en-US" sz="1300" dirty="0">
                  <a:solidFill>
                    <a:srgbClr val="111827"/>
                  </a:solidFill>
                </a:rPr>
                <a:t>Matching, reminders, reconciliation, dashboards</a:t>
              </a:r>
              <a:endParaRPr lang="en-US" sz="1300" dirty="0"/>
            </a:p>
          </p:txBody>
        </p:sp>
        <p:sp>
          <p:nvSpPr>
            <p:cNvPr id="16" name="Shape 14">
              <a:extLst>
                <a:ext uri="{FF2B5EF4-FFF2-40B4-BE49-F238E27FC236}">
                  <a16:creationId xmlns:a16="http://schemas.microsoft.com/office/drawing/2014/main" id="{B011CFF2-8F4C-5653-6058-1F4001E6B9CF}"/>
                </a:ext>
              </a:extLst>
            </p:cNvPr>
            <p:cNvSpPr/>
            <p:nvPr/>
          </p:nvSpPr>
          <p:spPr>
            <a:xfrm>
              <a:off x="9006840" y="3858768"/>
              <a:ext cx="0" cy="292608"/>
            </a:xfrm>
            <a:prstGeom prst="line">
              <a:avLst/>
            </a:prstGeom>
            <a:noFill/>
            <a:ln w="19050">
              <a:solidFill>
                <a:srgbClr val="6B7280"/>
              </a:solidFill>
              <a:prstDash val="solid"/>
              <a:headEnd type="none"/>
              <a:tailEnd type="triangle"/>
            </a:ln>
          </p:spPr>
          <p:txBody>
            <a:bodyPr/>
            <a:lstStyle/>
            <a:p>
              <a:endParaRPr lang="en-IN"/>
            </a:p>
          </p:txBody>
        </p:sp>
        <p:sp>
          <p:nvSpPr>
            <p:cNvPr id="17" name="Text 15">
              <a:extLst>
                <a:ext uri="{FF2B5EF4-FFF2-40B4-BE49-F238E27FC236}">
                  <a16:creationId xmlns:a16="http://schemas.microsoft.com/office/drawing/2014/main" id="{17CDB450-004B-7915-14BB-47DB6DA42EBB}"/>
                </a:ext>
              </a:extLst>
            </p:cNvPr>
            <p:cNvSpPr/>
            <p:nvPr/>
          </p:nvSpPr>
          <p:spPr>
            <a:xfrm>
              <a:off x="7132320" y="4215384"/>
              <a:ext cx="3749040" cy="685800"/>
            </a:xfrm>
            <a:prstGeom prst="roundRect">
              <a:avLst/>
            </a:prstGeom>
            <a:solidFill>
              <a:srgbClr val="FFFFFF"/>
            </a:solidFill>
            <a:ln w="15240">
              <a:solidFill>
                <a:srgbClr val="062A5C"/>
              </a:solidFill>
            </a:ln>
          </p:spPr>
          <p:txBody>
            <a:bodyPr wrap="square" lIns="508" tIns="508" rIns="508" bIns="508" rtlCol="0" anchor="ctr">
              <a:normAutofit/>
            </a:bodyPr>
            <a:lstStyle/>
            <a:p>
              <a:pPr marL="0" indent="0" algn="ctr">
                <a:buNone/>
              </a:pPr>
              <a:r>
                <a:rPr lang="en-US" sz="1300" b="1" dirty="0">
                  <a:solidFill>
                    <a:srgbClr val="111827"/>
                  </a:solidFill>
                </a:rPr>
                <a:t>Human-owned decisions</a:t>
              </a:r>
              <a:endParaRPr lang="en-US" sz="1300" dirty="0"/>
            </a:p>
            <a:p>
              <a:pPr marL="0" indent="0" algn="ctr">
                <a:buNone/>
              </a:pPr>
              <a:r>
                <a:rPr lang="en-US" sz="1300" b="1" dirty="0">
                  <a:solidFill>
                    <a:srgbClr val="111827"/>
                  </a:solidFill>
                </a:rPr>
                <a:t>Selection, placement, exceptions, approvals</a:t>
              </a:r>
              <a:endParaRPr lang="en-US" sz="1300" dirty="0"/>
            </a:p>
          </p:txBody>
        </p:sp>
      </p:grpSp>
      <p:sp>
        <p:nvSpPr>
          <p:cNvPr id="32" name="Text 6">
            <a:extLst>
              <a:ext uri="{FF2B5EF4-FFF2-40B4-BE49-F238E27FC236}">
                <a16:creationId xmlns:a16="http://schemas.microsoft.com/office/drawing/2014/main" id="{157F4173-E331-4368-0A8A-E6920EACCEC5}"/>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01</a:t>
            </a:r>
            <a:endParaRPr lang="en-US" sz="1000" dirty="0"/>
          </a:p>
        </p:txBody>
      </p:sp>
      <p:pic>
        <p:nvPicPr>
          <p:cNvPr id="4" name="Picture 8" descr="Tata logo png, Tata icon transparent png 20975508 PNG">
            <a:extLst>
              <a:ext uri="{FF2B5EF4-FFF2-40B4-BE49-F238E27FC236}">
                <a16:creationId xmlns:a16="http://schemas.microsoft.com/office/drawing/2014/main" id="{6A58396E-DE1B-884B-4D52-8943A4D17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262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600" b="1" dirty="0">
                <a:solidFill>
                  <a:srgbClr val="062A5C"/>
                </a:solidFill>
                <a:latin typeface="Aptos Display" pitchFamily="34" charset="0"/>
                <a:ea typeface="Aptos Display" pitchFamily="34" charset="-122"/>
                <a:cs typeface="Aptos Display" pitchFamily="34" charset="-120"/>
              </a:rPr>
              <a:t>Executive summary</a:t>
            </a:r>
            <a:endParaRPr lang="en-US" sz="26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566928" y="1224815"/>
            <a:ext cx="10881360" cy="502920"/>
          </a:xfrm>
          <a:prstGeom prst="rect">
            <a:avLst/>
          </a:prstGeom>
          <a:noFill/>
          <a:ln/>
        </p:spPr>
        <p:txBody>
          <a:bodyPr wrap="square" lIns="0" tIns="0" rIns="0" bIns="0" rtlCol="0" anchor="t">
            <a:noAutofit/>
          </a:bodyPr>
          <a:lstStyle/>
          <a:p>
            <a:pPr marL="0" indent="0" algn="l">
              <a:buNone/>
            </a:pPr>
            <a:r>
              <a:rPr lang="en-US" sz="2000" b="1" dirty="0">
                <a:solidFill>
                  <a:srgbClr val="062A5C"/>
                </a:solidFill>
                <a:latin typeface="Aptos" pitchFamily="34" charset="0"/>
                <a:ea typeface="Aptos" pitchFamily="34" charset="-122"/>
                <a:cs typeface="Aptos" pitchFamily="34" charset="-120"/>
              </a:rPr>
              <a:t>TAS is constrained less by process knowledge and more by the absence of integrated workflow and governed data infrastructure.</a:t>
            </a:r>
            <a:endParaRPr lang="en-US" sz="2000" dirty="0"/>
          </a:p>
        </p:txBody>
      </p:sp>
      <p:sp>
        <p:nvSpPr>
          <p:cNvPr id="28" name="Text 6">
            <a:extLst>
              <a:ext uri="{FF2B5EF4-FFF2-40B4-BE49-F238E27FC236}">
                <a16:creationId xmlns:a16="http://schemas.microsoft.com/office/drawing/2014/main" id="{7EC3C1A8-0816-FBB2-E5F2-84B4114EC5C5}"/>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02</a:t>
            </a:r>
            <a:endParaRPr lang="en-US" sz="1000" dirty="0"/>
          </a:p>
        </p:txBody>
      </p:sp>
      <p:grpSp>
        <p:nvGrpSpPr>
          <p:cNvPr id="29" name="Group 28">
            <a:extLst>
              <a:ext uri="{FF2B5EF4-FFF2-40B4-BE49-F238E27FC236}">
                <a16:creationId xmlns:a16="http://schemas.microsoft.com/office/drawing/2014/main" id="{D7B61267-325B-AEF7-71B9-0DC5FEE8F81C}"/>
              </a:ext>
            </a:extLst>
          </p:cNvPr>
          <p:cNvGrpSpPr/>
          <p:nvPr/>
        </p:nvGrpSpPr>
        <p:grpSpPr>
          <a:xfrm>
            <a:off x="1866900" y="4819850"/>
            <a:ext cx="8458200" cy="914400"/>
            <a:chOff x="713232" y="5166360"/>
            <a:chExt cx="8458200" cy="914400"/>
          </a:xfrm>
        </p:grpSpPr>
        <p:sp>
          <p:nvSpPr>
            <p:cNvPr id="30" name="Text 16">
              <a:extLst>
                <a:ext uri="{FF2B5EF4-FFF2-40B4-BE49-F238E27FC236}">
                  <a16:creationId xmlns:a16="http://schemas.microsoft.com/office/drawing/2014/main" id="{7DE0FE11-EAC6-5F07-F7B3-FB48F39FA11F}"/>
                </a:ext>
              </a:extLst>
            </p:cNvPr>
            <p:cNvSpPr/>
            <p:nvPr/>
          </p:nvSpPr>
          <p:spPr>
            <a:xfrm>
              <a:off x="713232" y="5166360"/>
              <a:ext cx="1828800" cy="914400"/>
            </a:xfrm>
            <a:prstGeom prst="roundRect">
              <a:avLst/>
            </a:prstGeom>
            <a:solidFill>
              <a:srgbClr val="F1F8FF"/>
            </a:solidFill>
            <a:ln w="13970">
              <a:solidFill>
                <a:srgbClr val="1C6FB7"/>
              </a:solidFill>
            </a:ln>
          </p:spPr>
          <p:txBody>
            <a:bodyPr wrap="square" lIns="0" tIns="0" rIns="0" bIns="0" rtlCol="0" anchor="ctr"/>
            <a:lstStyle/>
            <a:p>
              <a:pPr marL="0" indent="0" algn="ctr">
                <a:buNone/>
              </a:pPr>
              <a:endParaRPr lang="en-US" dirty="0"/>
            </a:p>
          </p:txBody>
        </p:sp>
        <p:sp>
          <p:nvSpPr>
            <p:cNvPr id="31" name="Text 17">
              <a:extLst>
                <a:ext uri="{FF2B5EF4-FFF2-40B4-BE49-F238E27FC236}">
                  <a16:creationId xmlns:a16="http://schemas.microsoft.com/office/drawing/2014/main" id="{2A2B7C7A-B537-0737-0652-3C6EF1F085F4}"/>
                </a:ext>
              </a:extLst>
            </p:cNvPr>
            <p:cNvSpPr/>
            <p:nvPr/>
          </p:nvSpPr>
          <p:spPr>
            <a:xfrm>
              <a:off x="758952" y="5276088"/>
              <a:ext cx="173736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5</a:t>
              </a:r>
              <a:endParaRPr lang="en-US" sz="2000" dirty="0"/>
            </a:p>
          </p:txBody>
        </p:sp>
        <p:sp>
          <p:nvSpPr>
            <p:cNvPr id="32" name="Text 18">
              <a:extLst>
                <a:ext uri="{FF2B5EF4-FFF2-40B4-BE49-F238E27FC236}">
                  <a16:creationId xmlns:a16="http://schemas.microsoft.com/office/drawing/2014/main" id="{0F240E73-C3AC-B373-6E3D-AAE4E8B369C2}"/>
                </a:ext>
              </a:extLst>
            </p:cNvPr>
            <p:cNvSpPr/>
            <p:nvPr/>
          </p:nvSpPr>
          <p:spPr>
            <a:xfrm>
              <a:off x="822960" y="5661580"/>
              <a:ext cx="1609344" cy="201168"/>
            </a:xfrm>
            <a:prstGeom prst="rect">
              <a:avLst/>
            </a:prstGeom>
            <a:noFill/>
            <a:ln/>
          </p:spPr>
          <p:txBody>
            <a:bodyPr wrap="square" lIns="0" tIns="0" rIns="0" bIns="0" rtlCol="0" anchor="t">
              <a:normAutofit/>
            </a:bodyPr>
            <a:lstStyle/>
            <a:p>
              <a:pPr marL="0" indent="0" algn="ctr">
                <a:buNone/>
              </a:pPr>
              <a:r>
                <a:rPr lang="en-US" sz="1100" dirty="0">
                  <a:solidFill>
                    <a:srgbClr val="111827"/>
                  </a:solidFill>
                </a:rPr>
                <a:t>TAS hiring channels</a:t>
              </a:r>
              <a:endParaRPr lang="en-US" sz="1100" dirty="0"/>
            </a:p>
          </p:txBody>
        </p:sp>
        <p:sp>
          <p:nvSpPr>
            <p:cNvPr id="33" name="Text 19">
              <a:extLst>
                <a:ext uri="{FF2B5EF4-FFF2-40B4-BE49-F238E27FC236}">
                  <a16:creationId xmlns:a16="http://schemas.microsoft.com/office/drawing/2014/main" id="{6E8BD21B-0240-B269-6915-27A13E7D888C}"/>
                </a:ext>
              </a:extLst>
            </p:cNvPr>
            <p:cNvSpPr/>
            <p:nvPr/>
          </p:nvSpPr>
          <p:spPr>
            <a:xfrm>
              <a:off x="2743200" y="5166360"/>
              <a:ext cx="2103120" cy="914400"/>
            </a:xfrm>
            <a:prstGeom prst="roundRect">
              <a:avLst/>
            </a:prstGeom>
            <a:solidFill>
              <a:srgbClr val="FFF3E0"/>
            </a:solidFill>
            <a:ln w="13970">
              <a:solidFill>
                <a:srgbClr val="F59E0B"/>
              </a:solidFill>
            </a:ln>
          </p:spPr>
          <p:txBody>
            <a:bodyPr wrap="square" lIns="0" tIns="0" rIns="0" bIns="0" rtlCol="0" anchor="ctr"/>
            <a:lstStyle/>
            <a:p>
              <a:pPr marL="0" indent="0" algn="ctr">
                <a:buNone/>
              </a:pPr>
              <a:endParaRPr lang="en-US" dirty="0"/>
            </a:p>
          </p:txBody>
        </p:sp>
        <p:sp>
          <p:nvSpPr>
            <p:cNvPr id="34" name="Text 20">
              <a:extLst>
                <a:ext uri="{FF2B5EF4-FFF2-40B4-BE49-F238E27FC236}">
                  <a16:creationId xmlns:a16="http://schemas.microsoft.com/office/drawing/2014/main" id="{9F6B96D6-4AA2-3878-EC8E-74F6E33280C7}"/>
                </a:ext>
              </a:extLst>
            </p:cNvPr>
            <p:cNvSpPr/>
            <p:nvPr/>
          </p:nvSpPr>
          <p:spPr>
            <a:xfrm>
              <a:off x="2788920" y="5276088"/>
              <a:ext cx="201168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4+</a:t>
              </a:r>
              <a:endParaRPr lang="en-US" sz="2000" dirty="0"/>
            </a:p>
          </p:txBody>
        </p:sp>
        <p:sp>
          <p:nvSpPr>
            <p:cNvPr id="35" name="Text 21">
              <a:extLst>
                <a:ext uri="{FF2B5EF4-FFF2-40B4-BE49-F238E27FC236}">
                  <a16:creationId xmlns:a16="http://schemas.microsoft.com/office/drawing/2014/main" id="{ABC63B6C-C480-F0BC-FEDD-E4585A7AAB36}"/>
                </a:ext>
              </a:extLst>
            </p:cNvPr>
            <p:cNvSpPr/>
            <p:nvPr/>
          </p:nvSpPr>
          <p:spPr>
            <a:xfrm>
              <a:off x="2852928" y="5661580"/>
              <a:ext cx="188366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vendor / core platforms in TAS recruiting</a:t>
              </a:r>
              <a:endParaRPr lang="en-US" sz="1100" dirty="0"/>
            </a:p>
          </p:txBody>
        </p:sp>
        <p:sp>
          <p:nvSpPr>
            <p:cNvPr id="36" name="Text 22">
              <a:extLst>
                <a:ext uri="{FF2B5EF4-FFF2-40B4-BE49-F238E27FC236}">
                  <a16:creationId xmlns:a16="http://schemas.microsoft.com/office/drawing/2014/main" id="{41FBB959-F46B-EB98-C2F9-327F35B9B98E}"/>
                </a:ext>
              </a:extLst>
            </p:cNvPr>
            <p:cNvSpPr/>
            <p:nvPr/>
          </p:nvSpPr>
          <p:spPr>
            <a:xfrm>
              <a:off x="5074920" y="5166360"/>
              <a:ext cx="1828800" cy="914400"/>
            </a:xfrm>
            <a:prstGeom prst="roundRect">
              <a:avLst/>
            </a:prstGeom>
            <a:solidFill>
              <a:srgbClr val="FEE2E2"/>
            </a:solidFill>
            <a:ln w="13970">
              <a:solidFill>
                <a:srgbClr val="DC2626"/>
              </a:solidFill>
            </a:ln>
          </p:spPr>
          <p:txBody>
            <a:bodyPr wrap="square" lIns="0" tIns="0" rIns="0" bIns="0" rtlCol="0" anchor="ctr"/>
            <a:lstStyle/>
            <a:p>
              <a:pPr marL="0" indent="0" algn="ctr">
                <a:buNone/>
              </a:pPr>
              <a:endParaRPr lang="en-US" dirty="0"/>
            </a:p>
          </p:txBody>
        </p:sp>
        <p:sp>
          <p:nvSpPr>
            <p:cNvPr id="37" name="Text 23">
              <a:extLst>
                <a:ext uri="{FF2B5EF4-FFF2-40B4-BE49-F238E27FC236}">
                  <a16:creationId xmlns:a16="http://schemas.microsoft.com/office/drawing/2014/main" id="{D068290F-3AEA-7FDF-1330-DC2CFC7A7C67}"/>
                </a:ext>
              </a:extLst>
            </p:cNvPr>
            <p:cNvSpPr/>
            <p:nvPr/>
          </p:nvSpPr>
          <p:spPr>
            <a:xfrm>
              <a:off x="5120640" y="5276088"/>
              <a:ext cx="1737360" cy="411480"/>
            </a:xfrm>
            <a:prstGeom prst="rect">
              <a:avLst/>
            </a:prstGeom>
            <a:noFill/>
            <a:ln/>
          </p:spPr>
          <p:txBody>
            <a:bodyPr wrap="square" lIns="0" tIns="0" rIns="0" bIns="0" rtlCol="0" anchor="ctr">
              <a:normAutofit/>
            </a:bodyPr>
            <a:lstStyle/>
            <a:p>
              <a:pPr marL="0" indent="0" algn="ctr">
                <a:buNone/>
              </a:pPr>
              <a:r>
                <a:rPr lang="en-US" sz="2000" b="1" dirty="0">
                  <a:solidFill>
                    <a:srgbClr val="DC2626"/>
                  </a:solidFill>
                </a:rPr>
                <a:t>0</a:t>
              </a:r>
              <a:endParaRPr lang="en-US" sz="2000" dirty="0"/>
            </a:p>
          </p:txBody>
        </p:sp>
        <p:sp>
          <p:nvSpPr>
            <p:cNvPr id="38" name="Text 24">
              <a:extLst>
                <a:ext uri="{FF2B5EF4-FFF2-40B4-BE49-F238E27FC236}">
                  <a16:creationId xmlns:a16="http://schemas.microsoft.com/office/drawing/2014/main" id="{C309581F-1738-B025-F7EE-1649872AAE78}"/>
                </a:ext>
              </a:extLst>
            </p:cNvPr>
            <p:cNvSpPr/>
            <p:nvPr/>
          </p:nvSpPr>
          <p:spPr>
            <a:xfrm>
              <a:off x="5174133" y="5661099"/>
              <a:ext cx="160934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integrated workflow layer today</a:t>
              </a:r>
              <a:endParaRPr lang="en-US" sz="1100" dirty="0"/>
            </a:p>
          </p:txBody>
        </p:sp>
        <p:sp>
          <p:nvSpPr>
            <p:cNvPr id="39" name="Text 25">
              <a:extLst>
                <a:ext uri="{FF2B5EF4-FFF2-40B4-BE49-F238E27FC236}">
                  <a16:creationId xmlns:a16="http://schemas.microsoft.com/office/drawing/2014/main" id="{2BF699DF-B85F-5D6F-79CF-D9678DC8A6CA}"/>
                </a:ext>
              </a:extLst>
            </p:cNvPr>
            <p:cNvSpPr/>
            <p:nvPr/>
          </p:nvSpPr>
          <p:spPr>
            <a:xfrm>
              <a:off x="7114032" y="5166360"/>
              <a:ext cx="2057400" cy="914400"/>
            </a:xfrm>
            <a:prstGeom prst="roundRect">
              <a:avLst/>
            </a:prstGeom>
            <a:solidFill>
              <a:srgbClr val="EAF7EF"/>
            </a:solidFill>
            <a:ln w="13970">
              <a:solidFill>
                <a:srgbClr val="16A34A"/>
              </a:solidFill>
            </a:ln>
          </p:spPr>
          <p:txBody>
            <a:bodyPr wrap="square" lIns="0" tIns="0" rIns="0" bIns="0" rtlCol="0" anchor="ctr"/>
            <a:lstStyle/>
            <a:p>
              <a:pPr marL="0" indent="0" algn="ctr">
                <a:buNone/>
              </a:pPr>
              <a:endParaRPr lang="en-US" dirty="0"/>
            </a:p>
          </p:txBody>
        </p:sp>
        <p:sp>
          <p:nvSpPr>
            <p:cNvPr id="40" name="Text 26">
              <a:extLst>
                <a:ext uri="{FF2B5EF4-FFF2-40B4-BE49-F238E27FC236}">
                  <a16:creationId xmlns:a16="http://schemas.microsoft.com/office/drawing/2014/main" id="{87DAD737-E3D1-95F2-C0ED-954A4FC86280}"/>
                </a:ext>
              </a:extLst>
            </p:cNvPr>
            <p:cNvSpPr/>
            <p:nvPr/>
          </p:nvSpPr>
          <p:spPr>
            <a:xfrm>
              <a:off x="7159752" y="5276088"/>
              <a:ext cx="1965960" cy="411480"/>
            </a:xfrm>
            <a:prstGeom prst="rect">
              <a:avLst/>
            </a:prstGeom>
            <a:noFill/>
            <a:ln/>
          </p:spPr>
          <p:txBody>
            <a:bodyPr wrap="square" lIns="0" tIns="0" rIns="0" bIns="0" rtlCol="0" anchor="ctr">
              <a:normAutofit/>
            </a:bodyPr>
            <a:lstStyle/>
            <a:p>
              <a:pPr marL="0" indent="0" algn="ctr">
                <a:buNone/>
              </a:pPr>
              <a:r>
                <a:rPr lang="en-US" sz="2000" b="1" dirty="0">
                  <a:solidFill>
                    <a:srgbClr val="062A5C"/>
                  </a:solidFill>
                </a:rPr>
                <a:t>2</a:t>
              </a:r>
              <a:endParaRPr lang="en-US" sz="2000" dirty="0"/>
            </a:p>
          </p:txBody>
        </p:sp>
        <p:sp>
          <p:nvSpPr>
            <p:cNvPr id="41" name="Text 27">
              <a:extLst>
                <a:ext uri="{FF2B5EF4-FFF2-40B4-BE49-F238E27FC236}">
                  <a16:creationId xmlns:a16="http://schemas.microsoft.com/office/drawing/2014/main" id="{8AE9EDEC-E72C-A6B8-B02E-1CE8419E1C44}"/>
                </a:ext>
              </a:extLst>
            </p:cNvPr>
            <p:cNvSpPr/>
            <p:nvPr/>
          </p:nvSpPr>
          <p:spPr>
            <a:xfrm>
              <a:off x="7224066" y="5660136"/>
              <a:ext cx="1837944" cy="201168"/>
            </a:xfrm>
            <a:prstGeom prst="rect">
              <a:avLst/>
            </a:prstGeom>
            <a:noFill/>
            <a:ln/>
          </p:spPr>
          <p:txBody>
            <a:bodyPr wrap="square" lIns="0" tIns="0" rIns="0" bIns="0" rtlCol="0" anchor="t">
              <a:noAutofit/>
            </a:bodyPr>
            <a:lstStyle/>
            <a:p>
              <a:pPr marL="0" indent="0" algn="ctr">
                <a:buNone/>
              </a:pPr>
              <a:r>
                <a:rPr lang="en-US" sz="1100" dirty="0">
                  <a:solidFill>
                    <a:srgbClr val="111827"/>
                  </a:solidFill>
                </a:rPr>
                <a:t>critical flows: TAS core + reports</a:t>
              </a:r>
              <a:endParaRPr lang="en-US" sz="1100" dirty="0"/>
            </a:p>
          </p:txBody>
        </p:sp>
      </p:grpSp>
      <p:grpSp>
        <p:nvGrpSpPr>
          <p:cNvPr id="47" name="Group 46">
            <a:extLst>
              <a:ext uri="{FF2B5EF4-FFF2-40B4-BE49-F238E27FC236}">
                <a16:creationId xmlns:a16="http://schemas.microsoft.com/office/drawing/2014/main" id="{EBA67282-1289-1667-EB69-9211BEECA795}"/>
              </a:ext>
            </a:extLst>
          </p:cNvPr>
          <p:cNvGrpSpPr/>
          <p:nvPr/>
        </p:nvGrpSpPr>
        <p:grpSpPr>
          <a:xfrm>
            <a:off x="618744" y="2224236"/>
            <a:ext cx="10954512" cy="2013284"/>
            <a:chOff x="594360" y="1964356"/>
            <a:chExt cx="10954512" cy="2013284"/>
          </a:xfrm>
        </p:grpSpPr>
        <p:grpSp>
          <p:nvGrpSpPr>
            <p:cNvPr id="42" name="Group 41">
              <a:extLst>
                <a:ext uri="{FF2B5EF4-FFF2-40B4-BE49-F238E27FC236}">
                  <a16:creationId xmlns:a16="http://schemas.microsoft.com/office/drawing/2014/main" id="{6F366236-266F-2EC2-11FD-B2B27A631A02}"/>
                </a:ext>
              </a:extLst>
            </p:cNvPr>
            <p:cNvGrpSpPr/>
            <p:nvPr/>
          </p:nvGrpSpPr>
          <p:grpSpPr>
            <a:xfrm>
              <a:off x="4315487" y="1965960"/>
              <a:ext cx="3520921" cy="2011680"/>
              <a:chOff x="4315487" y="1965960"/>
              <a:chExt cx="3520921" cy="2011680"/>
            </a:xfrm>
          </p:grpSpPr>
          <p:sp>
            <p:nvSpPr>
              <p:cNvPr id="14" name="Text 12"/>
              <p:cNvSpPr/>
              <p:nvPr/>
            </p:nvSpPr>
            <p:spPr>
              <a:xfrm>
                <a:off x="4315968" y="1965960"/>
                <a:ext cx="3520440" cy="2011680"/>
              </a:xfrm>
              <a:prstGeom prst="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15" name="Shape 13"/>
              <p:cNvSpPr/>
              <p:nvPr/>
            </p:nvSpPr>
            <p:spPr>
              <a:xfrm>
                <a:off x="4315487" y="1965960"/>
                <a:ext cx="82296" cy="2011680"/>
              </a:xfrm>
              <a:prstGeom prst="rect">
                <a:avLst/>
              </a:prstGeom>
              <a:solidFill>
                <a:srgbClr val="1C6FB7"/>
              </a:solidFill>
              <a:ln w="12700">
                <a:solidFill>
                  <a:srgbClr val="1C6FB7">
                    <a:alpha val="0"/>
                  </a:srgbClr>
                </a:solidFill>
                <a:prstDash val="solid"/>
              </a:ln>
            </p:spPr>
            <p:txBody>
              <a:bodyPr/>
              <a:lstStyle/>
              <a:p>
                <a:endParaRPr lang="en-IN"/>
              </a:p>
            </p:txBody>
          </p:sp>
          <p:sp>
            <p:nvSpPr>
              <p:cNvPr id="16" name="Text 14"/>
              <p:cNvSpPr/>
              <p:nvPr/>
            </p:nvSpPr>
            <p:spPr>
              <a:xfrm>
                <a:off x="4517136" y="2130552"/>
                <a:ext cx="320040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Why it matters</a:t>
                </a:r>
                <a:endParaRPr lang="en-US" sz="1600" dirty="0"/>
              </a:p>
            </p:txBody>
          </p:sp>
          <p:sp>
            <p:nvSpPr>
              <p:cNvPr id="17" name="Text 15"/>
              <p:cNvSpPr/>
              <p:nvPr/>
            </p:nvSpPr>
            <p:spPr>
              <a:xfrm>
                <a:off x="4517136" y="2560320"/>
                <a:ext cx="3172968" cy="1325880"/>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en-US" sz="1400" dirty="0">
                    <a:solidFill>
                      <a:srgbClr val="111827"/>
                    </a:solidFill>
                  </a:rPr>
                  <a:t>Manual copy, follow-up and reconciliation create cycle-time, data freshness and control risks.</a:t>
                </a:r>
                <a:endParaRPr lang="en-US" sz="1400" dirty="0"/>
              </a:p>
              <a:p>
                <a:pPr marL="285750" indent="-285750">
                  <a:buFont typeface="Arial" panose="020B0604020202020204" pitchFamily="34" charset="0"/>
                  <a:buChar char="•"/>
                </a:pPr>
                <a:r>
                  <a:rPr lang="en-US" sz="1400" dirty="0">
                    <a:solidFill>
                      <a:srgbClr val="111827"/>
                    </a:solidFill>
                  </a:rPr>
                  <a:t>Sensitive hiring rubric and PII concerns block broad AI use without stronger access controls.</a:t>
                </a:r>
                <a:endParaRPr lang="en-US" sz="1400" dirty="0"/>
              </a:p>
            </p:txBody>
          </p:sp>
        </p:grpSp>
        <p:grpSp>
          <p:nvGrpSpPr>
            <p:cNvPr id="45" name="Group 44">
              <a:extLst>
                <a:ext uri="{FF2B5EF4-FFF2-40B4-BE49-F238E27FC236}">
                  <a16:creationId xmlns:a16="http://schemas.microsoft.com/office/drawing/2014/main" id="{B5C7555E-2E36-914B-B470-CF1B6E6289D2}"/>
                </a:ext>
              </a:extLst>
            </p:cNvPr>
            <p:cNvGrpSpPr/>
            <p:nvPr/>
          </p:nvGrpSpPr>
          <p:grpSpPr>
            <a:xfrm>
              <a:off x="594360" y="1964356"/>
              <a:ext cx="3520440" cy="2013284"/>
              <a:chOff x="594360" y="1964356"/>
              <a:chExt cx="3520440" cy="2013284"/>
            </a:xfrm>
          </p:grpSpPr>
          <p:sp>
            <p:nvSpPr>
              <p:cNvPr id="10" name="Text 8"/>
              <p:cNvSpPr/>
              <p:nvPr/>
            </p:nvSpPr>
            <p:spPr>
              <a:xfrm>
                <a:off x="594360" y="1965960"/>
                <a:ext cx="3520440" cy="2011680"/>
              </a:xfrm>
              <a:prstGeom prst="rect">
                <a:avLst/>
              </a:prstGeom>
              <a:solidFill>
                <a:srgbClr val="FFF3E0"/>
              </a:solidFill>
              <a:ln w="12700">
                <a:solidFill>
                  <a:srgbClr val="F59E0B"/>
                </a:solidFill>
              </a:ln>
            </p:spPr>
            <p:txBody>
              <a:bodyPr wrap="square" lIns="0" tIns="0" rIns="0" bIns="0" rtlCol="0" anchor="ctr"/>
              <a:lstStyle/>
              <a:p>
                <a:pPr marL="0" indent="0">
                  <a:buNone/>
                </a:pPr>
                <a:endParaRPr lang="en-US" dirty="0"/>
              </a:p>
            </p:txBody>
          </p:sp>
          <p:sp>
            <p:nvSpPr>
              <p:cNvPr id="12" name="Text 10"/>
              <p:cNvSpPr/>
              <p:nvPr/>
            </p:nvSpPr>
            <p:spPr>
              <a:xfrm>
                <a:off x="795528" y="2130552"/>
                <a:ext cx="320040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What is happening today</a:t>
                </a:r>
                <a:endParaRPr lang="en-US" sz="1600" dirty="0"/>
              </a:p>
            </p:txBody>
          </p:sp>
          <p:sp>
            <p:nvSpPr>
              <p:cNvPr id="13" name="Text 11"/>
              <p:cNvSpPr/>
              <p:nvPr/>
            </p:nvSpPr>
            <p:spPr>
              <a:xfrm>
                <a:off x="795528" y="2560320"/>
                <a:ext cx="3172968" cy="1325880"/>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en-US" sz="1400" dirty="0">
                    <a:solidFill>
                      <a:srgbClr val="111827"/>
                    </a:solidFill>
                  </a:rPr>
                  <a:t>Recruiting, stints, performance and placement run across iON, vendors, Chroma, COP, Excel and email.</a:t>
                </a:r>
                <a:endParaRPr lang="en-US" sz="1400" dirty="0"/>
              </a:p>
              <a:p>
                <a:pPr marL="285750" indent="-285750">
                  <a:buFont typeface="Arial" panose="020B0604020202020204" pitchFamily="34" charset="0"/>
                  <a:buChar char="•"/>
                </a:pPr>
                <a:r>
                  <a:rPr lang="en-US" sz="1400" dirty="0">
                    <a:solidFill>
                      <a:srgbClr val="111827"/>
                    </a:solidFill>
                  </a:rPr>
                  <a:t>TAS Reports depend on HR SPOC email templates and manual updates.</a:t>
                </a:r>
                <a:endParaRPr lang="en-US" sz="1400" dirty="0"/>
              </a:p>
            </p:txBody>
          </p:sp>
          <p:sp>
            <p:nvSpPr>
              <p:cNvPr id="43" name="Shape 13">
                <a:extLst>
                  <a:ext uri="{FF2B5EF4-FFF2-40B4-BE49-F238E27FC236}">
                    <a16:creationId xmlns:a16="http://schemas.microsoft.com/office/drawing/2014/main" id="{5B170D43-02A9-DCA1-35B4-5F4ECF350618}"/>
                  </a:ext>
                </a:extLst>
              </p:cNvPr>
              <p:cNvSpPr/>
              <p:nvPr/>
            </p:nvSpPr>
            <p:spPr>
              <a:xfrm>
                <a:off x="598522" y="1964356"/>
                <a:ext cx="82296" cy="2011680"/>
              </a:xfrm>
              <a:prstGeom prst="rect">
                <a:avLst/>
              </a:prstGeom>
              <a:solidFill>
                <a:srgbClr val="F59E0B"/>
              </a:solidFill>
              <a:ln w="12700">
                <a:solidFill>
                  <a:srgbClr val="1C6FB7">
                    <a:alpha val="0"/>
                  </a:srgbClr>
                </a:solidFill>
                <a:prstDash val="solid"/>
              </a:ln>
            </p:spPr>
            <p:txBody>
              <a:bodyPr/>
              <a:lstStyle/>
              <a:p>
                <a:endParaRPr lang="en-IN"/>
              </a:p>
            </p:txBody>
          </p:sp>
        </p:grpSp>
        <p:grpSp>
          <p:nvGrpSpPr>
            <p:cNvPr id="46" name="Group 45">
              <a:extLst>
                <a:ext uri="{FF2B5EF4-FFF2-40B4-BE49-F238E27FC236}">
                  <a16:creationId xmlns:a16="http://schemas.microsoft.com/office/drawing/2014/main" id="{5B9630C8-07DB-E327-604F-169B2A771FCA}"/>
                </a:ext>
              </a:extLst>
            </p:cNvPr>
            <p:cNvGrpSpPr/>
            <p:nvPr/>
          </p:nvGrpSpPr>
          <p:grpSpPr>
            <a:xfrm>
              <a:off x="8028432" y="1964360"/>
              <a:ext cx="3520440" cy="2013280"/>
              <a:chOff x="8028432" y="1964360"/>
              <a:chExt cx="3520440" cy="2013280"/>
            </a:xfrm>
          </p:grpSpPr>
          <p:sp>
            <p:nvSpPr>
              <p:cNvPr id="18" name="Text 16"/>
              <p:cNvSpPr/>
              <p:nvPr/>
            </p:nvSpPr>
            <p:spPr>
              <a:xfrm>
                <a:off x="8028432" y="1965960"/>
                <a:ext cx="3520440" cy="2011680"/>
              </a:xfrm>
              <a:prstGeom prst="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20" name="Text 18"/>
              <p:cNvSpPr/>
              <p:nvPr/>
            </p:nvSpPr>
            <p:spPr>
              <a:xfrm>
                <a:off x="8229600" y="2130552"/>
                <a:ext cx="320040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Recommended IT response</a:t>
                </a:r>
                <a:endParaRPr lang="en-US" sz="1600" dirty="0"/>
              </a:p>
            </p:txBody>
          </p:sp>
          <p:sp>
            <p:nvSpPr>
              <p:cNvPr id="21" name="Text 19"/>
              <p:cNvSpPr/>
              <p:nvPr/>
            </p:nvSpPr>
            <p:spPr>
              <a:xfrm>
                <a:off x="8229600" y="2560320"/>
                <a:ext cx="3172968" cy="1325880"/>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en-US" sz="1400" dirty="0">
                    <a:solidFill>
                      <a:srgbClr val="111827"/>
                    </a:solidFill>
                  </a:rPr>
                  <a:t>Start with low-risk workflow automation and foundational TAS master data.</a:t>
                </a:r>
                <a:endParaRPr lang="en-US" sz="1400" dirty="0"/>
              </a:p>
              <a:p>
                <a:pPr marL="285750" indent="-285750">
                  <a:buFont typeface="Arial" panose="020B0604020202020204" pitchFamily="34" charset="0"/>
                  <a:buChar char="•"/>
                </a:pPr>
                <a:r>
                  <a:rPr lang="en-US" sz="1400" dirty="0">
                    <a:solidFill>
                      <a:srgbClr val="111827"/>
                    </a:solidFill>
                  </a:rPr>
                  <a:t>Use AI for recommendations, reconciliation and coordination; keep human approvals mandatory.</a:t>
                </a:r>
                <a:endParaRPr lang="en-US" sz="1400" dirty="0"/>
              </a:p>
            </p:txBody>
          </p:sp>
          <p:sp>
            <p:nvSpPr>
              <p:cNvPr id="44" name="Shape 13">
                <a:extLst>
                  <a:ext uri="{FF2B5EF4-FFF2-40B4-BE49-F238E27FC236}">
                    <a16:creationId xmlns:a16="http://schemas.microsoft.com/office/drawing/2014/main" id="{061AEDC4-2CDE-F18D-B0CE-8AA18AEAC9B8}"/>
                  </a:ext>
                </a:extLst>
              </p:cNvPr>
              <p:cNvSpPr/>
              <p:nvPr/>
            </p:nvSpPr>
            <p:spPr>
              <a:xfrm>
                <a:off x="8029245" y="1964360"/>
                <a:ext cx="82296" cy="2011680"/>
              </a:xfrm>
              <a:prstGeom prst="rect">
                <a:avLst/>
              </a:prstGeom>
              <a:solidFill>
                <a:srgbClr val="16A34A"/>
              </a:solidFill>
              <a:ln w="12700">
                <a:solidFill>
                  <a:srgbClr val="1C6FB7">
                    <a:alpha val="0"/>
                  </a:srgbClr>
                </a:solidFill>
                <a:prstDash val="solid"/>
              </a:ln>
            </p:spPr>
            <p:txBody>
              <a:bodyPr/>
              <a:lstStyle/>
              <a:p>
                <a:endParaRPr lang="en-IN">
                  <a:solidFill>
                    <a:srgbClr val="16A34A"/>
                  </a:solidFill>
                </a:endParaRPr>
              </a:p>
            </p:txBody>
          </p:sp>
        </p:grpSp>
      </p:grpSp>
      <p:pic>
        <p:nvPicPr>
          <p:cNvPr id="48" name="Picture 8" descr="Tata logo png, Tata icon transparent png 20975508 PNG">
            <a:extLst>
              <a:ext uri="{FF2B5EF4-FFF2-40B4-BE49-F238E27FC236}">
                <a16:creationId xmlns:a16="http://schemas.microsoft.com/office/drawing/2014/main" id="{E26EA268-96AC-46E8-39BF-E65093E09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TAS overview: one lifecycle, many handoffs</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grpSp>
        <p:nvGrpSpPr>
          <p:cNvPr id="45" name="Group 44">
            <a:extLst>
              <a:ext uri="{FF2B5EF4-FFF2-40B4-BE49-F238E27FC236}">
                <a16:creationId xmlns:a16="http://schemas.microsoft.com/office/drawing/2014/main" id="{C20AEF21-3931-3AA6-1A98-917E4DDDD71B}"/>
              </a:ext>
            </a:extLst>
          </p:cNvPr>
          <p:cNvGrpSpPr/>
          <p:nvPr/>
        </p:nvGrpSpPr>
        <p:grpSpPr>
          <a:xfrm>
            <a:off x="541864" y="1182989"/>
            <a:ext cx="6493432" cy="1068315"/>
            <a:chOff x="594360" y="1231902"/>
            <a:chExt cx="5157216" cy="743202"/>
          </a:xfrm>
        </p:grpSpPr>
        <p:sp>
          <p:nvSpPr>
            <p:cNvPr id="9" name="Text 7"/>
            <p:cNvSpPr/>
            <p:nvPr/>
          </p:nvSpPr>
          <p:spPr>
            <a:xfrm>
              <a:off x="619144" y="1231902"/>
              <a:ext cx="1463040" cy="164592"/>
            </a:xfrm>
            <a:prstGeom prst="rect">
              <a:avLst/>
            </a:prstGeom>
            <a:noFill/>
            <a:ln/>
          </p:spPr>
          <p:txBody>
            <a:bodyPr wrap="square" lIns="0" tIns="0" rIns="0" bIns="0" rtlCol="0" anchor="ctr">
              <a:normAutofit/>
            </a:bodyPr>
            <a:lstStyle/>
            <a:p>
              <a:pPr marL="0" indent="0">
                <a:buNone/>
              </a:pPr>
              <a:r>
                <a:rPr lang="en-US" sz="1050" b="1" dirty="0">
                  <a:solidFill>
                    <a:srgbClr val="16A34A"/>
                  </a:solidFill>
                </a:rPr>
                <a:t>HIRING CHANNELS</a:t>
              </a:r>
              <a:endParaRPr lang="en-US" sz="1050" dirty="0">
                <a:solidFill>
                  <a:srgbClr val="16A34A"/>
                </a:solidFill>
              </a:endParaRPr>
            </a:p>
          </p:txBody>
        </p:sp>
        <p:grpSp>
          <p:nvGrpSpPr>
            <p:cNvPr id="44" name="Group 43">
              <a:extLst>
                <a:ext uri="{FF2B5EF4-FFF2-40B4-BE49-F238E27FC236}">
                  <a16:creationId xmlns:a16="http://schemas.microsoft.com/office/drawing/2014/main" id="{5A83175C-4CE0-184C-9EBA-A5791EE5DD34}"/>
                </a:ext>
              </a:extLst>
            </p:cNvPr>
            <p:cNvGrpSpPr/>
            <p:nvPr/>
          </p:nvGrpSpPr>
          <p:grpSpPr>
            <a:xfrm>
              <a:off x="594360" y="1444752"/>
              <a:ext cx="5157216" cy="530352"/>
              <a:chOff x="594360" y="1444752"/>
              <a:chExt cx="5157216" cy="530352"/>
            </a:xfrm>
          </p:grpSpPr>
          <p:sp>
            <p:nvSpPr>
              <p:cNvPr id="10" name="Text 8"/>
              <p:cNvSpPr/>
              <p:nvPr/>
            </p:nvSpPr>
            <p:spPr>
              <a:xfrm>
                <a:off x="594360" y="1444752"/>
                <a:ext cx="914400" cy="530352"/>
              </a:xfrm>
              <a:prstGeom prst="roundRect">
                <a:avLst/>
              </a:prstGeom>
              <a:solidFill>
                <a:schemeClr val="accent6">
                  <a:lumMod val="20000"/>
                  <a:lumOff val="80000"/>
                </a:schemeClr>
              </a:solidFill>
              <a:ln w="15240">
                <a:solidFill>
                  <a:srgbClr val="16A34A"/>
                </a:solidFill>
              </a:ln>
            </p:spPr>
            <p:txBody>
              <a:bodyPr wrap="square" lIns="508" tIns="508" rIns="508" bIns="508" rtlCol="0" anchor="ctr">
                <a:normAutofit/>
              </a:bodyPr>
              <a:lstStyle/>
              <a:p>
                <a:pPr marL="0" indent="0" algn="ctr">
                  <a:buNone/>
                </a:pPr>
                <a:r>
                  <a:rPr lang="en-US" sz="1000" b="1" dirty="0">
                    <a:solidFill>
                      <a:srgbClr val="111827"/>
                    </a:solidFill>
                  </a:rPr>
                  <a:t>University</a:t>
                </a:r>
                <a:endParaRPr lang="en-US" sz="1000" dirty="0"/>
              </a:p>
              <a:p>
                <a:pPr marL="0" indent="0" algn="ctr">
                  <a:buNone/>
                </a:pPr>
                <a:r>
                  <a:rPr lang="en-US" sz="1000" b="1" dirty="0">
                    <a:solidFill>
                      <a:srgbClr val="111827"/>
                    </a:solidFill>
                  </a:rPr>
                  <a:t>Interns</a:t>
                </a:r>
                <a:endParaRPr lang="en-US" sz="1000" dirty="0"/>
              </a:p>
            </p:txBody>
          </p:sp>
          <p:sp>
            <p:nvSpPr>
              <p:cNvPr id="11" name="Text 9"/>
              <p:cNvSpPr/>
              <p:nvPr/>
            </p:nvSpPr>
            <p:spPr>
              <a:xfrm>
                <a:off x="1655064" y="1444752"/>
                <a:ext cx="914400" cy="530352"/>
              </a:xfrm>
              <a:prstGeom prst="roundRect">
                <a:avLst/>
              </a:prstGeom>
              <a:solidFill>
                <a:schemeClr val="accent6">
                  <a:lumMod val="20000"/>
                  <a:lumOff val="80000"/>
                </a:schemeClr>
              </a:solidFill>
              <a:ln w="15240">
                <a:solidFill>
                  <a:srgbClr val="16A34A"/>
                </a:solidFill>
              </a:ln>
            </p:spPr>
            <p:txBody>
              <a:bodyPr wrap="square" lIns="508" tIns="508" rIns="508" bIns="508" rtlCol="0" anchor="ctr">
                <a:normAutofit/>
              </a:bodyPr>
              <a:lstStyle/>
              <a:p>
                <a:pPr marL="0" indent="0" algn="ctr">
                  <a:buNone/>
                </a:pPr>
                <a:r>
                  <a:rPr lang="en-US" sz="1000" b="1" dirty="0">
                    <a:solidFill>
                      <a:srgbClr val="111827"/>
                    </a:solidFill>
                  </a:rPr>
                  <a:t>University</a:t>
                </a:r>
                <a:endParaRPr lang="en-US" sz="1000" dirty="0"/>
              </a:p>
              <a:p>
                <a:pPr marL="0" indent="0" algn="ctr">
                  <a:buNone/>
                </a:pPr>
                <a:r>
                  <a:rPr lang="en-US" sz="1000" b="1" dirty="0">
                    <a:solidFill>
                      <a:srgbClr val="111827"/>
                    </a:solidFill>
                  </a:rPr>
                  <a:t>Finals</a:t>
                </a:r>
                <a:endParaRPr lang="en-US" sz="1000" dirty="0"/>
              </a:p>
            </p:txBody>
          </p:sp>
          <p:sp>
            <p:nvSpPr>
              <p:cNvPr id="12" name="Text 10"/>
              <p:cNvSpPr/>
              <p:nvPr/>
            </p:nvSpPr>
            <p:spPr>
              <a:xfrm>
                <a:off x="2715768" y="1444752"/>
                <a:ext cx="914400" cy="530352"/>
              </a:xfrm>
              <a:prstGeom prst="roundRect">
                <a:avLst/>
              </a:prstGeom>
              <a:solidFill>
                <a:schemeClr val="accent6">
                  <a:lumMod val="20000"/>
                  <a:lumOff val="80000"/>
                </a:schemeClr>
              </a:solidFill>
              <a:ln w="15240">
                <a:solidFill>
                  <a:srgbClr val="16A34A"/>
                </a:solidFill>
              </a:ln>
            </p:spPr>
            <p:txBody>
              <a:bodyPr wrap="square" lIns="508" tIns="508" rIns="508" bIns="508" rtlCol="0" anchor="ctr">
                <a:normAutofit/>
              </a:bodyPr>
              <a:lstStyle/>
              <a:p>
                <a:pPr marL="0" indent="0" algn="ctr">
                  <a:buNone/>
                </a:pPr>
                <a:r>
                  <a:rPr lang="en-US" sz="1000" b="1" dirty="0">
                    <a:solidFill>
                      <a:srgbClr val="111827"/>
                    </a:solidFill>
                  </a:rPr>
                  <a:t>TIC</a:t>
                </a:r>
                <a:endParaRPr lang="en-US" sz="1000" dirty="0"/>
              </a:p>
            </p:txBody>
          </p:sp>
          <p:sp>
            <p:nvSpPr>
              <p:cNvPr id="13" name="Text 11"/>
              <p:cNvSpPr/>
              <p:nvPr/>
            </p:nvSpPr>
            <p:spPr>
              <a:xfrm>
                <a:off x="3776472" y="1444752"/>
                <a:ext cx="914400" cy="530352"/>
              </a:xfrm>
              <a:prstGeom prst="roundRect">
                <a:avLst/>
              </a:prstGeom>
              <a:solidFill>
                <a:schemeClr val="accent6">
                  <a:lumMod val="20000"/>
                  <a:lumOff val="80000"/>
                </a:schemeClr>
              </a:solidFill>
              <a:ln w="15240">
                <a:solidFill>
                  <a:srgbClr val="16A34A"/>
                </a:solidFill>
              </a:ln>
            </p:spPr>
            <p:txBody>
              <a:bodyPr wrap="square" lIns="508" tIns="508" rIns="508" bIns="508" rtlCol="0" anchor="ctr">
                <a:normAutofit/>
              </a:bodyPr>
              <a:lstStyle/>
              <a:p>
                <a:pPr marL="0" indent="0" algn="ctr">
                  <a:buNone/>
                </a:pPr>
                <a:r>
                  <a:rPr lang="en-US" sz="1000" b="1" dirty="0">
                    <a:solidFill>
                      <a:srgbClr val="111827"/>
                    </a:solidFill>
                  </a:rPr>
                  <a:t>InvicTAS</a:t>
                </a:r>
                <a:endParaRPr lang="en-US" sz="1000" dirty="0"/>
              </a:p>
            </p:txBody>
          </p:sp>
          <p:sp>
            <p:nvSpPr>
              <p:cNvPr id="14" name="Text 12"/>
              <p:cNvSpPr/>
              <p:nvPr/>
            </p:nvSpPr>
            <p:spPr>
              <a:xfrm>
                <a:off x="4837176" y="1444752"/>
                <a:ext cx="914400" cy="530352"/>
              </a:xfrm>
              <a:prstGeom prst="roundRect">
                <a:avLst/>
              </a:prstGeom>
              <a:solidFill>
                <a:schemeClr val="accent6">
                  <a:lumMod val="20000"/>
                  <a:lumOff val="80000"/>
                </a:schemeClr>
              </a:solidFill>
              <a:ln w="15240">
                <a:solidFill>
                  <a:srgbClr val="16A34A"/>
                </a:solidFill>
              </a:ln>
            </p:spPr>
            <p:txBody>
              <a:bodyPr wrap="square" lIns="508" tIns="508" rIns="508" bIns="508" rtlCol="0" anchor="ctr">
                <a:normAutofit/>
              </a:bodyPr>
              <a:lstStyle/>
              <a:p>
                <a:pPr marL="0" indent="0" algn="ctr">
                  <a:buNone/>
                </a:pPr>
                <a:r>
                  <a:rPr lang="en-US" sz="1000" b="1" dirty="0">
                    <a:solidFill>
                      <a:srgbClr val="111827"/>
                    </a:solidFill>
                  </a:rPr>
                  <a:t>Internal</a:t>
                </a:r>
                <a:endParaRPr lang="en-US" sz="1000" dirty="0"/>
              </a:p>
              <a:p>
                <a:pPr marL="0" indent="0" algn="ctr">
                  <a:buNone/>
                </a:pPr>
                <a:r>
                  <a:rPr lang="en-US" sz="1000" b="1" dirty="0">
                    <a:solidFill>
                      <a:srgbClr val="111827"/>
                    </a:solidFill>
                  </a:rPr>
                  <a:t>Group Hires</a:t>
                </a:r>
                <a:endParaRPr lang="en-US" sz="1000" dirty="0"/>
              </a:p>
            </p:txBody>
          </p:sp>
        </p:grpSp>
      </p:grpSp>
      <p:grpSp>
        <p:nvGrpSpPr>
          <p:cNvPr id="43" name="Group 42">
            <a:extLst>
              <a:ext uri="{FF2B5EF4-FFF2-40B4-BE49-F238E27FC236}">
                <a16:creationId xmlns:a16="http://schemas.microsoft.com/office/drawing/2014/main" id="{351AAD29-F33F-07A8-15AD-84D83DACF45F}"/>
              </a:ext>
            </a:extLst>
          </p:cNvPr>
          <p:cNvGrpSpPr/>
          <p:nvPr/>
        </p:nvGrpSpPr>
        <p:grpSpPr>
          <a:xfrm>
            <a:off x="605875" y="2588437"/>
            <a:ext cx="10980251" cy="877824"/>
            <a:chOff x="594360" y="2331720"/>
            <a:chExt cx="10707624" cy="685800"/>
          </a:xfrm>
        </p:grpSpPr>
        <p:sp>
          <p:nvSpPr>
            <p:cNvPr id="15" name="Text 13"/>
            <p:cNvSpPr/>
            <p:nvPr/>
          </p:nvSpPr>
          <p:spPr>
            <a:xfrm>
              <a:off x="594360" y="2331720"/>
              <a:ext cx="132588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00" b="1" dirty="0">
                  <a:solidFill>
                    <a:srgbClr val="111827"/>
                  </a:solidFill>
                </a:rPr>
                <a:t>Applications</a:t>
              </a:r>
              <a:endParaRPr lang="en-US" sz="1000" dirty="0"/>
            </a:p>
            <a:p>
              <a:pPr marL="0" indent="0" algn="ctr">
                <a:buNone/>
              </a:pPr>
              <a:r>
                <a:rPr lang="en-US" sz="1000" b="1" dirty="0">
                  <a:solidFill>
                    <a:srgbClr val="111827"/>
                  </a:solidFill>
                </a:rPr>
                <a:t>TCS iON / vendor portals</a:t>
              </a:r>
              <a:endParaRPr lang="en-US" sz="1000" dirty="0"/>
            </a:p>
          </p:txBody>
        </p:sp>
        <p:sp>
          <p:nvSpPr>
            <p:cNvPr id="16" name="Shape 14"/>
            <p:cNvSpPr/>
            <p:nvPr/>
          </p:nvSpPr>
          <p:spPr>
            <a:xfrm>
              <a:off x="1947672"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17" name="Text 15"/>
            <p:cNvSpPr/>
            <p:nvPr/>
          </p:nvSpPr>
          <p:spPr>
            <a:xfrm>
              <a:off x="2157984" y="2331720"/>
              <a:ext cx="132588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00" b="1" dirty="0">
                  <a:solidFill>
                    <a:srgbClr val="111827"/>
                  </a:solidFill>
                </a:rPr>
                <a:t>Vendor</a:t>
              </a:r>
              <a:endParaRPr lang="en-US" sz="1000" dirty="0"/>
            </a:p>
            <a:p>
              <a:pPr marL="0" indent="0" algn="ctr">
                <a:buNone/>
              </a:pPr>
              <a:r>
                <a:rPr lang="en-US" sz="1000" b="1" dirty="0">
                  <a:solidFill>
                    <a:srgbClr val="111827"/>
                  </a:solidFill>
                </a:rPr>
                <a:t>assessments</a:t>
              </a:r>
              <a:endParaRPr lang="en-US" sz="1000" dirty="0"/>
            </a:p>
          </p:txBody>
        </p:sp>
        <p:sp>
          <p:nvSpPr>
            <p:cNvPr id="18" name="Shape 16"/>
            <p:cNvSpPr/>
            <p:nvPr/>
          </p:nvSpPr>
          <p:spPr>
            <a:xfrm>
              <a:off x="3511296"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19" name="Text 17"/>
            <p:cNvSpPr/>
            <p:nvPr/>
          </p:nvSpPr>
          <p:spPr>
            <a:xfrm>
              <a:off x="3721608" y="2331720"/>
              <a:ext cx="1325880" cy="685800"/>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000" b="1" dirty="0">
                  <a:solidFill>
                    <a:srgbClr val="111827"/>
                  </a:solidFill>
                </a:rPr>
                <a:t>Manual</a:t>
              </a:r>
              <a:endParaRPr lang="en-US" sz="1000" dirty="0"/>
            </a:p>
            <a:p>
              <a:pPr marL="0" indent="0" algn="ctr">
                <a:buNone/>
              </a:pPr>
              <a:r>
                <a:rPr lang="en-US" sz="1000" b="1" dirty="0">
                  <a:solidFill>
                    <a:srgbClr val="111827"/>
                  </a:solidFill>
                </a:rPr>
                <a:t>screening</a:t>
              </a:r>
              <a:endParaRPr lang="en-US" sz="1000" dirty="0"/>
            </a:p>
          </p:txBody>
        </p:sp>
        <p:sp>
          <p:nvSpPr>
            <p:cNvPr id="20" name="Shape 18"/>
            <p:cNvSpPr/>
            <p:nvPr/>
          </p:nvSpPr>
          <p:spPr>
            <a:xfrm>
              <a:off x="5074920"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21" name="Text 19"/>
            <p:cNvSpPr/>
            <p:nvPr/>
          </p:nvSpPr>
          <p:spPr>
            <a:xfrm>
              <a:off x="5285232" y="2331720"/>
              <a:ext cx="132588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00" b="1" dirty="0">
                  <a:solidFill>
                    <a:srgbClr val="111827"/>
                  </a:solidFill>
                </a:rPr>
                <a:t>Campus / TAS</a:t>
              </a:r>
              <a:endParaRPr lang="en-US" sz="1000" dirty="0"/>
            </a:p>
            <a:p>
              <a:pPr marL="0" indent="0" algn="ctr">
                <a:buNone/>
              </a:pPr>
              <a:r>
                <a:rPr lang="en-US" sz="1000" b="1" dirty="0">
                  <a:solidFill>
                    <a:srgbClr val="111827"/>
                  </a:solidFill>
                </a:rPr>
                <a:t>interviews</a:t>
              </a:r>
              <a:endParaRPr lang="en-US" sz="1000" dirty="0"/>
            </a:p>
          </p:txBody>
        </p:sp>
        <p:sp>
          <p:nvSpPr>
            <p:cNvPr id="22" name="Shape 20"/>
            <p:cNvSpPr/>
            <p:nvPr/>
          </p:nvSpPr>
          <p:spPr>
            <a:xfrm>
              <a:off x="6638544"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23" name="Text 21"/>
            <p:cNvSpPr/>
            <p:nvPr/>
          </p:nvSpPr>
          <p:spPr>
            <a:xfrm>
              <a:off x="6848856" y="2331720"/>
              <a:ext cx="1325880" cy="685800"/>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000" b="1" dirty="0">
                  <a:solidFill>
                    <a:srgbClr val="111827"/>
                  </a:solidFill>
                </a:rPr>
                <a:t>Project / stint</a:t>
              </a:r>
              <a:endParaRPr lang="en-US" sz="1000" dirty="0"/>
            </a:p>
            <a:p>
              <a:pPr marL="0" indent="0" algn="ctr">
                <a:buNone/>
              </a:pPr>
              <a:r>
                <a:rPr lang="en-US" sz="1000" b="1" dirty="0">
                  <a:solidFill>
                    <a:srgbClr val="111827"/>
                  </a:solidFill>
                </a:rPr>
                <a:t>matching</a:t>
              </a:r>
              <a:endParaRPr lang="en-US" sz="1000" dirty="0"/>
            </a:p>
          </p:txBody>
        </p:sp>
        <p:sp>
          <p:nvSpPr>
            <p:cNvPr id="24" name="Shape 22"/>
            <p:cNvSpPr/>
            <p:nvPr/>
          </p:nvSpPr>
          <p:spPr>
            <a:xfrm>
              <a:off x="8202168"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25" name="Text 23"/>
            <p:cNvSpPr/>
            <p:nvPr/>
          </p:nvSpPr>
          <p:spPr>
            <a:xfrm>
              <a:off x="8412480" y="2331720"/>
              <a:ext cx="132588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00" b="1" dirty="0">
                  <a:solidFill>
                    <a:srgbClr val="111827"/>
                  </a:solidFill>
                </a:rPr>
                <a:t>Year 1 PM</a:t>
              </a:r>
              <a:endParaRPr lang="en-US" sz="1000" dirty="0"/>
            </a:p>
            <a:p>
              <a:pPr marL="0" indent="0" algn="ctr">
                <a:buNone/>
              </a:pPr>
              <a:r>
                <a:rPr lang="en-US" sz="1000" b="1" dirty="0">
                  <a:solidFill>
                    <a:srgbClr val="111827"/>
                  </a:solidFill>
                </a:rPr>
                <a:t>Chroma</a:t>
              </a:r>
              <a:endParaRPr lang="en-US" sz="1000" dirty="0"/>
            </a:p>
          </p:txBody>
        </p:sp>
        <p:sp>
          <p:nvSpPr>
            <p:cNvPr id="26" name="Shape 24"/>
            <p:cNvSpPr/>
            <p:nvPr/>
          </p:nvSpPr>
          <p:spPr>
            <a:xfrm>
              <a:off x="9765792" y="2674620"/>
              <a:ext cx="155448" cy="0"/>
            </a:xfrm>
            <a:prstGeom prst="line">
              <a:avLst/>
            </a:prstGeom>
            <a:noFill/>
            <a:ln w="13970">
              <a:solidFill>
                <a:srgbClr val="6B7280"/>
              </a:solidFill>
              <a:prstDash val="solid"/>
              <a:headEnd type="none"/>
              <a:tailEnd type="triangle"/>
            </a:ln>
          </p:spPr>
          <p:txBody>
            <a:bodyPr/>
            <a:lstStyle/>
            <a:p>
              <a:endParaRPr lang="en-IN"/>
            </a:p>
          </p:txBody>
        </p:sp>
        <p:sp>
          <p:nvSpPr>
            <p:cNvPr id="27" name="Text 25"/>
            <p:cNvSpPr/>
            <p:nvPr/>
          </p:nvSpPr>
          <p:spPr>
            <a:xfrm>
              <a:off x="9976104" y="2331720"/>
              <a:ext cx="1325880" cy="68580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00" b="1" dirty="0">
                  <a:solidFill>
                    <a:srgbClr val="111827"/>
                  </a:solidFill>
                </a:rPr>
                <a:t>Year 2 placement</a:t>
              </a:r>
              <a:endParaRPr lang="en-US" sz="1000" dirty="0"/>
            </a:p>
            <a:p>
              <a:pPr marL="0" indent="0" algn="ctr">
                <a:buNone/>
              </a:pPr>
              <a:r>
                <a:rPr lang="en-US" sz="1000" b="1" dirty="0">
                  <a:solidFill>
                    <a:srgbClr val="111827"/>
                  </a:solidFill>
                </a:rPr>
                <a:t>COP + email</a:t>
              </a:r>
              <a:endParaRPr lang="en-US" sz="1000" dirty="0"/>
            </a:p>
          </p:txBody>
        </p:sp>
      </p:grpSp>
      <p:sp>
        <p:nvSpPr>
          <p:cNvPr id="28" name="Text 26"/>
          <p:cNvSpPr/>
          <p:nvPr/>
        </p:nvSpPr>
        <p:spPr>
          <a:xfrm>
            <a:off x="1931431" y="4040298"/>
            <a:ext cx="2194560" cy="310896"/>
          </a:xfrm>
          <a:prstGeom prst="roundRect">
            <a:avLst/>
          </a:prstGeom>
          <a:solidFill>
            <a:srgbClr val="FFF3E0"/>
          </a:solidFill>
          <a:ln w="10160">
            <a:solidFill>
              <a:srgbClr val="F59E0B"/>
            </a:solidFill>
          </a:ln>
        </p:spPr>
        <p:txBody>
          <a:bodyPr wrap="square" lIns="254" tIns="254" rIns="254" bIns="254" rtlCol="0" anchor="ctr">
            <a:normAutofit/>
          </a:bodyPr>
          <a:lstStyle/>
          <a:p>
            <a:pPr marL="0" indent="0" algn="ctr">
              <a:buNone/>
            </a:pPr>
            <a:r>
              <a:rPr lang="en-US" sz="950" b="1" dirty="0">
                <a:solidFill>
                  <a:srgbClr val="062A5C"/>
                </a:solidFill>
              </a:rPr>
              <a:t>Excel exports + manual collation</a:t>
            </a:r>
            <a:endParaRPr lang="en-US" sz="950" dirty="0"/>
          </a:p>
        </p:txBody>
      </p:sp>
      <p:sp>
        <p:nvSpPr>
          <p:cNvPr id="30" name="Text 28"/>
          <p:cNvSpPr/>
          <p:nvPr/>
        </p:nvSpPr>
        <p:spPr>
          <a:xfrm>
            <a:off x="4489819" y="4040298"/>
            <a:ext cx="2286000" cy="310896"/>
          </a:xfrm>
          <a:prstGeom prst="roundRect">
            <a:avLst/>
          </a:prstGeom>
          <a:solidFill>
            <a:srgbClr val="FEE2E2"/>
          </a:solidFill>
          <a:ln w="10160">
            <a:solidFill>
              <a:srgbClr val="DC2626"/>
            </a:solidFill>
          </a:ln>
        </p:spPr>
        <p:txBody>
          <a:bodyPr wrap="square" lIns="254" tIns="254" rIns="254" bIns="254" rtlCol="0" anchor="ctr">
            <a:normAutofit/>
          </a:bodyPr>
          <a:lstStyle/>
          <a:p>
            <a:pPr marL="0" indent="0" algn="ctr">
              <a:buNone/>
            </a:pPr>
            <a:r>
              <a:rPr lang="en-US" sz="950" b="1" dirty="0">
                <a:solidFill>
                  <a:srgbClr val="DC2626"/>
                </a:solidFill>
              </a:rPr>
              <a:t>Confidential evaluation matrix</a:t>
            </a:r>
            <a:endParaRPr lang="en-US" sz="950" dirty="0"/>
          </a:p>
        </p:txBody>
      </p:sp>
      <p:sp>
        <p:nvSpPr>
          <p:cNvPr id="32" name="Text 30"/>
          <p:cNvSpPr/>
          <p:nvPr/>
        </p:nvSpPr>
        <p:spPr>
          <a:xfrm>
            <a:off x="7392924" y="4020999"/>
            <a:ext cx="2971800" cy="310896"/>
          </a:xfrm>
          <a:prstGeom prst="roundRect">
            <a:avLst/>
          </a:prstGeom>
          <a:solidFill>
            <a:srgbClr val="FFF3E0"/>
          </a:solidFill>
          <a:ln w="10160">
            <a:solidFill>
              <a:srgbClr val="F59E0B"/>
            </a:solidFill>
          </a:ln>
        </p:spPr>
        <p:txBody>
          <a:bodyPr wrap="square" lIns="254" tIns="254" rIns="254" bIns="254" rtlCol="0" anchor="ctr">
            <a:normAutofit/>
          </a:bodyPr>
          <a:lstStyle/>
          <a:p>
            <a:pPr marL="0" indent="0" algn="ctr">
              <a:buNone/>
            </a:pPr>
            <a:r>
              <a:rPr lang="en-US" sz="910" b="1" dirty="0">
                <a:solidFill>
                  <a:srgbClr val="062A5C"/>
                </a:solidFill>
              </a:rPr>
              <a:t>Candidate + company preferences reconciled manually</a:t>
            </a:r>
            <a:endParaRPr lang="en-US" sz="910" dirty="0"/>
          </a:p>
        </p:txBody>
      </p:sp>
      <p:grpSp>
        <p:nvGrpSpPr>
          <p:cNvPr id="47" name="Group 46">
            <a:extLst>
              <a:ext uri="{FF2B5EF4-FFF2-40B4-BE49-F238E27FC236}">
                <a16:creationId xmlns:a16="http://schemas.microsoft.com/office/drawing/2014/main" id="{DA2A40BB-3CE7-055A-FA71-DAEB0DEC9202}"/>
              </a:ext>
            </a:extLst>
          </p:cNvPr>
          <p:cNvGrpSpPr/>
          <p:nvPr/>
        </p:nvGrpSpPr>
        <p:grpSpPr>
          <a:xfrm>
            <a:off x="578780" y="4634657"/>
            <a:ext cx="10915228" cy="1444752"/>
            <a:chOff x="578780" y="4160520"/>
            <a:chExt cx="10915228" cy="1444752"/>
          </a:xfrm>
        </p:grpSpPr>
        <p:sp>
          <p:nvSpPr>
            <p:cNvPr id="34" name="Text 32"/>
            <p:cNvSpPr/>
            <p:nvPr/>
          </p:nvSpPr>
          <p:spPr>
            <a:xfrm>
              <a:off x="594360" y="4160520"/>
              <a:ext cx="5394960" cy="1444752"/>
            </a:xfrm>
            <a:prstGeom prst="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35" name="Shape 33"/>
            <p:cNvSpPr/>
            <p:nvPr/>
          </p:nvSpPr>
          <p:spPr>
            <a:xfrm>
              <a:off x="578780" y="4160520"/>
              <a:ext cx="64008" cy="1444752"/>
            </a:xfrm>
            <a:prstGeom prst="rect">
              <a:avLst/>
            </a:prstGeom>
            <a:solidFill>
              <a:srgbClr val="1C6FB7"/>
            </a:solidFill>
            <a:ln w="12700">
              <a:solidFill>
                <a:srgbClr val="1C6FB7">
                  <a:alpha val="0"/>
                </a:srgbClr>
              </a:solidFill>
              <a:prstDash val="solid"/>
            </a:ln>
          </p:spPr>
          <p:txBody>
            <a:bodyPr/>
            <a:lstStyle/>
            <a:p>
              <a:endParaRPr lang="en-IN"/>
            </a:p>
          </p:txBody>
        </p:sp>
        <p:sp>
          <p:nvSpPr>
            <p:cNvPr id="36" name="Text 34"/>
            <p:cNvSpPr/>
            <p:nvPr/>
          </p:nvSpPr>
          <p:spPr>
            <a:xfrm>
              <a:off x="795528" y="4325112"/>
              <a:ext cx="5074920" cy="329184"/>
            </a:xfrm>
            <a:prstGeom prst="rect">
              <a:avLst/>
            </a:prstGeom>
            <a:noFill/>
            <a:ln/>
          </p:spPr>
          <p:txBody>
            <a:bodyPr wrap="square" lIns="0" tIns="0" rIns="0" bIns="0" rtlCol="0" anchor="ctr">
              <a:normAutofit/>
            </a:bodyPr>
            <a:lstStyle/>
            <a:p>
              <a:pPr marL="0" indent="0">
                <a:buNone/>
              </a:pPr>
              <a:r>
                <a:rPr lang="en-US" sz="1400" b="1" dirty="0">
                  <a:solidFill>
                    <a:srgbClr val="062A5C"/>
                  </a:solidFill>
                </a:rPr>
                <a:t>Key system touchpoints</a:t>
              </a:r>
              <a:endParaRPr lang="en-US" sz="1400" dirty="0"/>
            </a:p>
          </p:txBody>
        </p:sp>
        <p:sp>
          <p:nvSpPr>
            <p:cNvPr id="37" name="Text 35"/>
            <p:cNvSpPr/>
            <p:nvPr/>
          </p:nvSpPr>
          <p:spPr>
            <a:xfrm>
              <a:off x="795528" y="4745736"/>
              <a:ext cx="5047488" cy="758952"/>
            </a:xfrm>
            <a:prstGeom prst="rect">
              <a:avLst/>
            </a:prstGeom>
            <a:noFill/>
            <a:ln/>
          </p:spPr>
          <p:txBody>
            <a:bodyPr wrap="square" lIns="0" tIns="0" rIns="0" bIns="0" rtlCol="0" anchor="ctr">
              <a:normAutofit/>
            </a:bodyPr>
            <a:lstStyle/>
            <a:p>
              <a:pPr marL="0" indent="0">
                <a:buNone/>
              </a:pPr>
              <a:r>
                <a:rPr lang="en-US" sz="1200" dirty="0">
                  <a:solidFill>
                    <a:srgbClr val="111827"/>
                  </a:solidFill>
                </a:rPr>
                <a:t>TCS iON, Perspect.ai, Unstop, InsideIIM, Outlook, Excel, Chroma and COP are all part of the lifecycle. There is no single TAS journey view across selection, stints, performance and placement.</a:t>
              </a:r>
              <a:endParaRPr lang="en-US" sz="1200" dirty="0"/>
            </a:p>
          </p:txBody>
        </p:sp>
        <p:sp>
          <p:nvSpPr>
            <p:cNvPr id="38" name="Text 36"/>
            <p:cNvSpPr/>
            <p:nvPr/>
          </p:nvSpPr>
          <p:spPr>
            <a:xfrm>
              <a:off x="6263640" y="4160520"/>
              <a:ext cx="5230368" cy="1444752"/>
            </a:xfrm>
            <a:prstGeom prst="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39" name="Shape 37"/>
            <p:cNvSpPr/>
            <p:nvPr/>
          </p:nvSpPr>
          <p:spPr>
            <a:xfrm>
              <a:off x="6266348" y="4160520"/>
              <a:ext cx="64800" cy="1444752"/>
            </a:xfrm>
            <a:prstGeom prst="rect">
              <a:avLst/>
            </a:prstGeom>
            <a:solidFill>
              <a:srgbClr val="16A34A"/>
            </a:solidFill>
            <a:ln w="12700">
              <a:solidFill>
                <a:srgbClr val="16A34A">
                  <a:alpha val="0"/>
                </a:srgbClr>
              </a:solidFill>
              <a:prstDash val="solid"/>
            </a:ln>
          </p:spPr>
          <p:txBody>
            <a:bodyPr/>
            <a:lstStyle/>
            <a:p>
              <a:endParaRPr lang="en-IN"/>
            </a:p>
          </p:txBody>
        </p:sp>
        <p:sp>
          <p:nvSpPr>
            <p:cNvPr id="40" name="Text 38"/>
            <p:cNvSpPr/>
            <p:nvPr/>
          </p:nvSpPr>
          <p:spPr>
            <a:xfrm>
              <a:off x="6464808" y="4325112"/>
              <a:ext cx="4910328" cy="329184"/>
            </a:xfrm>
            <a:prstGeom prst="rect">
              <a:avLst/>
            </a:prstGeom>
            <a:noFill/>
            <a:ln/>
          </p:spPr>
          <p:txBody>
            <a:bodyPr wrap="square" lIns="0" tIns="0" rIns="0" bIns="0" rtlCol="0" anchor="ctr">
              <a:normAutofit/>
            </a:bodyPr>
            <a:lstStyle/>
            <a:p>
              <a:pPr marL="0" indent="0">
                <a:buNone/>
              </a:pPr>
              <a:r>
                <a:rPr lang="en-US" sz="1400" b="1" dirty="0">
                  <a:solidFill>
                    <a:srgbClr val="062A5C"/>
                  </a:solidFill>
                </a:rPr>
                <a:t>Leadership implication</a:t>
              </a:r>
              <a:endParaRPr lang="en-US" sz="1400" dirty="0"/>
            </a:p>
          </p:txBody>
        </p:sp>
        <p:sp>
          <p:nvSpPr>
            <p:cNvPr id="41" name="Text 39"/>
            <p:cNvSpPr/>
            <p:nvPr/>
          </p:nvSpPr>
          <p:spPr>
            <a:xfrm>
              <a:off x="6464808" y="4745736"/>
              <a:ext cx="4882896" cy="758952"/>
            </a:xfrm>
            <a:prstGeom prst="rect">
              <a:avLst/>
            </a:prstGeom>
            <a:noFill/>
            <a:ln/>
          </p:spPr>
          <p:txBody>
            <a:bodyPr wrap="square" lIns="0" tIns="0" rIns="0" bIns="0" rtlCol="0" anchor="ctr">
              <a:normAutofit/>
            </a:bodyPr>
            <a:lstStyle/>
            <a:p>
              <a:pPr marL="0" indent="0">
                <a:buNone/>
              </a:pPr>
              <a:r>
                <a:rPr lang="en-US" sz="1200" dirty="0">
                  <a:solidFill>
                    <a:srgbClr val="111827"/>
                  </a:solidFill>
                </a:rPr>
                <a:t>The business process is clear, but IT does not yet have a common integration, workflow and data foundation to automate the high-volume handoffs.</a:t>
              </a:r>
              <a:endParaRPr lang="en-US" sz="1200" dirty="0"/>
            </a:p>
          </p:txBody>
        </p:sp>
      </p:grpSp>
      <p:sp>
        <p:nvSpPr>
          <p:cNvPr id="42" name="Text 6">
            <a:extLst>
              <a:ext uri="{FF2B5EF4-FFF2-40B4-BE49-F238E27FC236}">
                <a16:creationId xmlns:a16="http://schemas.microsoft.com/office/drawing/2014/main" id="{14E64814-9122-0B78-BCE2-02D3788C16C5}"/>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03</a:t>
            </a:r>
            <a:endParaRPr lang="en-US" sz="1000" dirty="0"/>
          </a:p>
        </p:txBody>
      </p:sp>
      <p:sp>
        <p:nvSpPr>
          <p:cNvPr id="46" name="Text 7">
            <a:extLst>
              <a:ext uri="{FF2B5EF4-FFF2-40B4-BE49-F238E27FC236}">
                <a16:creationId xmlns:a16="http://schemas.microsoft.com/office/drawing/2014/main" id="{48A02513-D931-20D1-F6BD-DB4E800E44EB}"/>
              </a:ext>
            </a:extLst>
          </p:cNvPr>
          <p:cNvSpPr/>
          <p:nvPr/>
        </p:nvSpPr>
        <p:spPr>
          <a:xfrm>
            <a:off x="585999" y="2317528"/>
            <a:ext cx="1842108" cy="236593"/>
          </a:xfrm>
          <a:prstGeom prst="rect">
            <a:avLst/>
          </a:prstGeom>
          <a:noFill/>
          <a:ln/>
        </p:spPr>
        <p:txBody>
          <a:bodyPr wrap="square" lIns="0" tIns="0" rIns="0" bIns="0" rtlCol="0" anchor="ctr">
            <a:normAutofit/>
          </a:bodyPr>
          <a:lstStyle/>
          <a:p>
            <a:pPr marL="0" indent="0">
              <a:buNone/>
            </a:pPr>
            <a:r>
              <a:rPr lang="en-US" sz="1050" b="1" dirty="0">
                <a:solidFill>
                  <a:srgbClr val="F59E0B"/>
                </a:solidFill>
              </a:rPr>
              <a:t>PROCESS MAP</a:t>
            </a:r>
            <a:endParaRPr lang="en-US" sz="1050" dirty="0">
              <a:solidFill>
                <a:srgbClr val="F59E0B"/>
              </a:solidFill>
            </a:endParaRPr>
          </a:p>
        </p:txBody>
      </p:sp>
      <p:cxnSp>
        <p:nvCxnSpPr>
          <p:cNvPr id="49" name="Straight Arrow Connector 48">
            <a:extLst>
              <a:ext uri="{FF2B5EF4-FFF2-40B4-BE49-F238E27FC236}">
                <a16:creationId xmlns:a16="http://schemas.microsoft.com/office/drawing/2014/main" id="{51E6D382-24A1-DDC8-5AD4-1DA0C926F0D4}"/>
              </a:ext>
            </a:extLst>
          </p:cNvPr>
          <p:cNvCxnSpPr>
            <a:stCxn id="19" idx="2"/>
            <a:endCxn id="28" idx="0"/>
          </p:cNvCxnSpPr>
          <p:nvPr/>
        </p:nvCxnSpPr>
        <p:spPr>
          <a:xfrm flipH="1">
            <a:off x="3028711" y="3466261"/>
            <a:ext cx="1463854" cy="57403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789C7716-A713-038D-6102-1DAC403F2A19}"/>
              </a:ext>
            </a:extLst>
          </p:cNvPr>
          <p:cNvCxnSpPr>
            <a:stCxn id="19" idx="2"/>
            <a:endCxn id="30" idx="0"/>
          </p:cNvCxnSpPr>
          <p:nvPr/>
        </p:nvCxnSpPr>
        <p:spPr>
          <a:xfrm>
            <a:off x="4492565" y="3466261"/>
            <a:ext cx="1140254" cy="57403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8961482A-4F18-B69F-988F-6088079C6FE8}"/>
              </a:ext>
            </a:extLst>
          </p:cNvPr>
          <p:cNvCxnSpPr>
            <a:stCxn id="23" idx="2"/>
            <a:endCxn id="32" idx="0"/>
          </p:cNvCxnSpPr>
          <p:nvPr/>
        </p:nvCxnSpPr>
        <p:spPr>
          <a:xfrm>
            <a:off x="7699436" y="3466261"/>
            <a:ext cx="1179388" cy="55473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54" name="Picture 8" descr="Tata logo png, Tata icon transparent png 20975508 PNG">
            <a:extLst>
              <a:ext uri="{FF2B5EF4-FFF2-40B4-BE49-F238E27FC236}">
                <a16:creationId xmlns:a16="http://schemas.microsoft.com/office/drawing/2014/main" id="{EECF3C6C-7F9D-E43C-B30D-BC876DCA91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TAS Reports: reporting is a manual reconciliation process</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grpSp>
        <p:nvGrpSpPr>
          <p:cNvPr id="35" name="Group 34">
            <a:extLst>
              <a:ext uri="{FF2B5EF4-FFF2-40B4-BE49-F238E27FC236}">
                <a16:creationId xmlns:a16="http://schemas.microsoft.com/office/drawing/2014/main" id="{F0F5B5F9-2C33-94AE-4B80-2C49CC238C58}"/>
              </a:ext>
            </a:extLst>
          </p:cNvPr>
          <p:cNvGrpSpPr/>
          <p:nvPr/>
        </p:nvGrpSpPr>
        <p:grpSpPr>
          <a:xfrm>
            <a:off x="610870" y="1463039"/>
            <a:ext cx="10970260" cy="1056295"/>
            <a:chOff x="594360" y="1463040"/>
            <a:chExt cx="10561320" cy="658368"/>
          </a:xfrm>
        </p:grpSpPr>
        <p:sp>
          <p:nvSpPr>
            <p:cNvPr id="9" name="Text 7"/>
            <p:cNvSpPr/>
            <p:nvPr/>
          </p:nvSpPr>
          <p:spPr>
            <a:xfrm>
              <a:off x="594360" y="1463040"/>
              <a:ext cx="1508760" cy="658368"/>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100" b="1" dirty="0">
                  <a:solidFill>
                    <a:srgbClr val="111827"/>
                  </a:solidFill>
                </a:rPr>
                <a:t>Reporting</a:t>
              </a:r>
              <a:endParaRPr lang="en-US" sz="1100" dirty="0"/>
            </a:p>
            <a:p>
              <a:pPr marL="0" indent="0" algn="ctr">
                <a:buNone/>
              </a:pPr>
              <a:r>
                <a:rPr lang="en-US" sz="1100" b="1" dirty="0">
                  <a:solidFill>
                    <a:srgbClr val="111827"/>
                  </a:solidFill>
                </a:rPr>
                <a:t>trigger</a:t>
              </a:r>
              <a:endParaRPr lang="en-US" sz="1100" dirty="0"/>
            </a:p>
          </p:txBody>
        </p:sp>
        <p:sp>
          <p:nvSpPr>
            <p:cNvPr id="10" name="Shape 8"/>
            <p:cNvSpPr/>
            <p:nvPr/>
          </p:nvSpPr>
          <p:spPr>
            <a:xfrm>
              <a:off x="2139696" y="1792224"/>
              <a:ext cx="201168" cy="0"/>
            </a:xfrm>
            <a:prstGeom prst="line">
              <a:avLst/>
            </a:prstGeom>
            <a:noFill/>
            <a:ln w="13970">
              <a:solidFill>
                <a:srgbClr val="6B7280"/>
              </a:solidFill>
              <a:prstDash val="solid"/>
              <a:headEnd type="none"/>
              <a:tailEnd type="triangle"/>
            </a:ln>
          </p:spPr>
          <p:txBody>
            <a:bodyPr/>
            <a:lstStyle/>
            <a:p>
              <a:endParaRPr lang="en-IN"/>
            </a:p>
          </p:txBody>
        </p:sp>
        <p:sp>
          <p:nvSpPr>
            <p:cNvPr id="11" name="Text 9"/>
            <p:cNvSpPr/>
            <p:nvPr/>
          </p:nvSpPr>
          <p:spPr>
            <a:xfrm>
              <a:off x="2404872" y="1463040"/>
              <a:ext cx="1508760" cy="65836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100" b="1" dirty="0">
                  <a:solidFill>
                    <a:srgbClr val="111827"/>
                  </a:solidFill>
                </a:rPr>
                <a:t>Email Excel</a:t>
              </a:r>
              <a:endParaRPr lang="en-US" sz="1100" dirty="0"/>
            </a:p>
            <a:p>
              <a:pPr marL="0" indent="0" algn="ctr">
                <a:buNone/>
              </a:pPr>
              <a:r>
                <a:rPr lang="en-US" sz="1100" b="1" dirty="0">
                  <a:solidFill>
                    <a:srgbClr val="111827"/>
                  </a:solidFill>
                </a:rPr>
                <a:t>template</a:t>
              </a:r>
              <a:endParaRPr lang="en-US" sz="1100" dirty="0"/>
            </a:p>
          </p:txBody>
        </p:sp>
        <p:sp>
          <p:nvSpPr>
            <p:cNvPr id="12" name="Shape 10"/>
            <p:cNvSpPr/>
            <p:nvPr/>
          </p:nvSpPr>
          <p:spPr>
            <a:xfrm>
              <a:off x="3950208" y="1792224"/>
              <a:ext cx="201168" cy="0"/>
            </a:xfrm>
            <a:prstGeom prst="line">
              <a:avLst/>
            </a:prstGeom>
            <a:noFill/>
            <a:ln w="13970">
              <a:solidFill>
                <a:srgbClr val="6B7280"/>
              </a:solidFill>
              <a:prstDash val="solid"/>
              <a:headEnd type="none"/>
              <a:tailEnd type="triangle"/>
            </a:ln>
          </p:spPr>
          <p:txBody>
            <a:bodyPr/>
            <a:lstStyle/>
            <a:p>
              <a:endParaRPr lang="en-IN"/>
            </a:p>
          </p:txBody>
        </p:sp>
        <p:sp>
          <p:nvSpPr>
            <p:cNvPr id="13" name="Text 11"/>
            <p:cNvSpPr/>
            <p:nvPr/>
          </p:nvSpPr>
          <p:spPr>
            <a:xfrm>
              <a:off x="4215384" y="1463040"/>
              <a:ext cx="1508760" cy="65836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100" b="1" dirty="0">
                  <a:solidFill>
                    <a:srgbClr val="111827"/>
                  </a:solidFill>
                </a:rPr>
                <a:t>HR SPOC</a:t>
              </a:r>
              <a:endParaRPr lang="en-US" sz="1100" dirty="0"/>
            </a:p>
            <a:p>
              <a:pPr marL="0" indent="0" algn="ctr">
                <a:buNone/>
              </a:pPr>
              <a:r>
                <a:rPr lang="en-US" sz="1100" b="1" dirty="0">
                  <a:solidFill>
                    <a:srgbClr val="111827"/>
                  </a:solidFill>
                </a:rPr>
                <a:t>updates</a:t>
              </a:r>
              <a:endParaRPr lang="en-US" sz="1100" dirty="0"/>
            </a:p>
          </p:txBody>
        </p:sp>
        <p:sp>
          <p:nvSpPr>
            <p:cNvPr id="14" name="Shape 12"/>
            <p:cNvSpPr/>
            <p:nvPr/>
          </p:nvSpPr>
          <p:spPr>
            <a:xfrm>
              <a:off x="5760720" y="1792224"/>
              <a:ext cx="201168" cy="0"/>
            </a:xfrm>
            <a:prstGeom prst="line">
              <a:avLst/>
            </a:prstGeom>
            <a:noFill/>
            <a:ln w="13970">
              <a:solidFill>
                <a:srgbClr val="6B7280"/>
              </a:solidFill>
              <a:prstDash val="solid"/>
              <a:headEnd type="none"/>
              <a:tailEnd type="triangle"/>
            </a:ln>
          </p:spPr>
          <p:txBody>
            <a:bodyPr/>
            <a:lstStyle/>
            <a:p>
              <a:endParaRPr lang="en-IN"/>
            </a:p>
          </p:txBody>
        </p:sp>
        <p:sp>
          <p:nvSpPr>
            <p:cNvPr id="15" name="Text 13"/>
            <p:cNvSpPr/>
            <p:nvPr/>
          </p:nvSpPr>
          <p:spPr>
            <a:xfrm>
              <a:off x="6025896" y="1463040"/>
              <a:ext cx="1508760" cy="65836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1100" b="1" dirty="0">
                  <a:solidFill>
                    <a:srgbClr val="111827"/>
                  </a:solidFill>
                </a:rPr>
                <a:t>Excel</a:t>
              </a:r>
              <a:endParaRPr lang="en-US" sz="1100" dirty="0"/>
            </a:p>
            <a:p>
              <a:pPr marL="0" indent="0" algn="ctr">
                <a:buNone/>
              </a:pPr>
              <a:r>
                <a:rPr lang="en-US" sz="1100" b="1" dirty="0">
                  <a:solidFill>
                    <a:srgbClr val="111827"/>
                  </a:solidFill>
                </a:rPr>
                <a:t>manpower database</a:t>
              </a:r>
              <a:endParaRPr lang="en-US" sz="1100" dirty="0"/>
            </a:p>
          </p:txBody>
        </p:sp>
        <p:sp>
          <p:nvSpPr>
            <p:cNvPr id="16" name="Shape 14"/>
            <p:cNvSpPr/>
            <p:nvPr/>
          </p:nvSpPr>
          <p:spPr>
            <a:xfrm>
              <a:off x="7571232" y="1792224"/>
              <a:ext cx="201168" cy="0"/>
            </a:xfrm>
            <a:prstGeom prst="line">
              <a:avLst/>
            </a:prstGeom>
            <a:noFill/>
            <a:ln w="13970">
              <a:solidFill>
                <a:srgbClr val="6B7280"/>
              </a:solidFill>
              <a:prstDash val="solid"/>
              <a:headEnd type="none"/>
              <a:tailEnd type="triangle"/>
            </a:ln>
          </p:spPr>
          <p:txBody>
            <a:bodyPr/>
            <a:lstStyle/>
            <a:p>
              <a:endParaRPr lang="en-IN"/>
            </a:p>
          </p:txBody>
        </p:sp>
        <p:sp>
          <p:nvSpPr>
            <p:cNvPr id="17" name="Text 15"/>
            <p:cNvSpPr/>
            <p:nvPr/>
          </p:nvSpPr>
          <p:spPr>
            <a:xfrm>
              <a:off x="7836408" y="1463040"/>
              <a:ext cx="1508760" cy="658368"/>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100" b="1" dirty="0">
                  <a:solidFill>
                    <a:srgbClr val="111827"/>
                  </a:solidFill>
                </a:rPr>
                <a:t>Finance SOE</a:t>
              </a:r>
              <a:endParaRPr lang="en-US" sz="1100" dirty="0"/>
            </a:p>
            <a:p>
              <a:pPr marL="0" indent="0" algn="ctr">
                <a:buNone/>
              </a:pPr>
              <a:r>
                <a:rPr lang="en-US" sz="1100" b="1" dirty="0">
                  <a:solidFill>
                    <a:srgbClr val="111827"/>
                  </a:solidFill>
                </a:rPr>
                <a:t>calculation</a:t>
              </a:r>
              <a:endParaRPr lang="en-US" sz="1100" dirty="0"/>
            </a:p>
          </p:txBody>
        </p:sp>
        <p:sp>
          <p:nvSpPr>
            <p:cNvPr id="18" name="Shape 16"/>
            <p:cNvSpPr/>
            <p:nvPr/>
          </p:nvSpPr>
          <p:spPr>
            <a:xfrm>
              <a:off x="9381744" y="1792224"/>
              <a:ext cx="201168" cy="0"/>
            </a:xfrm>
            <a:prstGeom prst="line">
              <a:avLst/>
            </a:prstGeom>
            <a:noFill/>
            <a:ln w="13970">
              <a:solidFill>
                <a:srgbClr val="6B7280"/>
              </a:solidFill>
              <a:prstDash val="solid"/>
              <a:headEnd type="none"/>
              <a:tailEnd type="triangle"/>
            </a:ln>
          </p:spPr>
          <p:txBody>
            <a:bodyPr/>
            <a:lstStyle/>
            <a:p>
              <a:endParaRPr lang="en-IN"/>
            </a:p>
          </p:txBody>
        </p:sp>
        <p:sp>
          <p:nvSpPr>
            <p:cNvPr id="19" name="Text 17"/>
            <p:cNvSpPr/>
            <p:nvPr/>
          </p:nvSpPr>
          <p:spPr>
            <a:xfrm>
              <a:off x="9646920" y="1463040"/>
              <a:ext cx="1508760" cy="658368"/>
            </a:xfrm>
            <a:prstGeom prst="roundRect">
              <a:avLst/>
            </a:prstGeom>
            <a:solidFill>
              <a:srgbClr val="FEE2E2"/>
            </a:solidFill>
            <a:ln w="15240">
              <a:solidFill>
                <a:srgbClr val="DC2626"/>
              </a:solidFill>
            </a:ln>
          </p:spPr>
          <p:txBody>
            <a:bodyPr wrap="square" lIns="508" tIns="508" rIns="508" bIns="508" rtlCol="0" anchor="ctr">
              <a:normAutofit/>
            </a:bodyPr>
            <a:lstStyle/>
            <a:p>
              <a:pPr marL="0" indent="0" algn="ctr">
                <a:buNone/>
              </a:pPr>
              <a:r>
                <a:rPr lang="en-US" sz="1100" b="1" dirty="0">
                  <a:solidFill>
                    <a:srgbClr val="111827"/>
                  </a:solidFill>
                </a:rPr>
                <a:t>Invoice +</a:t>
              </a:r>
              <a:endParaRPr lang="en-US" sz="1100" dirty="0"/>
            </a:p>
            <a:p>
              <a:pPr marL="0" indent="0" algn="ctr">
                <a:buNone/>
              </a:pPr>
              <a:r>
                <a:rPr lang="en-US" sz="1100" b="1" dirty="0">
                  <a:solidFill>
                    <a:srgbClr val="111827"/>
                  </a:solidFill>
                </a:rPr>
                <a:t>discrepancy loop</a:t>
              </a:r>
              <a:endParaRPr lang="en-US" sz="1100" dirty="0"/>
            </a:p>
          </p:txBody>
        </p:sp>
      </p:grpSp>
      <p:sp>
        <p:nvSpPr>
          <p:cNvPr id="21" name="Text 19"/>
          <p:cNvSpPr/>
          <p:nvPr/>
        </p:nvSpPr>
        <p:spPr>
          <a:xfrm>
            <a:off x="8916924" y="3145698"/>
            <a:ext cx="3200400" cy="310896"/>
          </a:xfrm>
          <a:prstGeom prst="roundRect">
            <a:avLst/>
          </a:prstGeom>
          <a:solidFill>
            <a:srgbClr val="FEE2E2"/>
          </a:solidFill>
          <a:ln w="10160">
            <a:solidFill>
              <a:srgbClr val="DC2626"/>
            </a:solidFill>
          </a:ln>
        </p:spPr>
        <p:txBody>
          <a:bodyPr wrap="square" lIns="254" tIns="254" rIns="254" bIns="254" rtlCol="0" anchor="ctr">
            <a:normAutofit/>
          </a:bodyPr>
          <a:lstStyle/>
          <a:p>
            <a:pPr marL="0" indent="0" algn="ctr">
              <a:buNone/>
            </a:pPr>
            <a:r>
              <a:rPr lang="en-US" sz="930" b="1" dirty="0">
                <a:solidFill>
                  <a:srgbClr val="DC2626"/>
                </a:solidFill>
              </a:rPr>
              <a:t>Corrections loop back into the manpower database</a:t>
            </a:r>
            <a:endParaRPr lang="en-US" sz="930" dirty="0"/>
          </a:p>
        </p:txBody>
      </p:sp>
      <p:grpSp>
        <p:nvGrpSpPr>
          <p:cNvPr id="36" name="Group 35">
            <a:extLst>
              <a:ext uri="{FF2B5EF4-FFF2-40B4-BE49-F238E27FC236}">
                <a16:creationId xmlns:a16="http://schemas.microsoft.com/office/drawing/2014/main" id="{774434BD-FD1D-C24C-901E-727B6C79B140}"/>
              </a:ext>
            </a:extLst>
          </p:cNvPr>
          <p:cNvGrpSpPr/>
          <p:nvPr/>
        </p:nvGrpSpPr>
        <p:grpSpPr>
          <a:xfrm>
            <a:off x="650748" y="3916574"/>
            <a:ext cx="10890504" cy="2061000"/>
            <a:chOff x="594360" y="3061440"/>
            <a:chExt cx="10890504" cy="2061000"/>
          </a:xfrm>
        </p:grpSpPr>
        <p:sp>
          <p:nvSpPr>
            <p:cNvPr id="22" name="Text 20"/>
            <p:cNvSpPr/>
            <p:nvPr/>
          </p:nvSpPr>
          <p:spPr>
            <a:xfrm>
              <a:off x="594360" y="3063240"/>
              <a:ext cx="3474720" cy="205740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23" name="Shape 21"/>
            <p:cNvSpPr/>
            <p:nvPr/>
          </p:nvSpPr>
          <p:spPr>
            <a:xfrm>
              <a:off x="594360" y="3063240"/>
              <a:ext cx="73152" cy="2059200"/>
            </a:xfrm>
            <a:prstGeom prst="rect">
              <a:avLst/>
            </a:prstGeom>
            <a:solidFill>
              <a:srgbClr val="1C6FB7"/>
            </a:solidFill>
            <a:ln w="12700">
              <a:solidFill>
                <a:srgbClr val="1C6FB7">
                  <a:alpha val="0"/>
                </a:srgbClr>
              </a:solidFill>
              <a:prstDash val="solid"/>
            </a:ln>
          </p:spPr>
          <p:txBody>
            <a:bodyPr/>
            <a:lstStyle/>
            <a:p>
              <a:endParaRPr lang="en-IN"/>
            </a:p>
          </p:txBody>
        </p:sp>
        <p:sp>
          <p:nvSpPr>
            <p:cNvPr id="24" name="Text 22"/>
            <p:cNvSpPr/>
            <p:nvPr/>
          </p:nvSpPr>
          <p:spPr>
            <a:xfrm>
              <a:off x="795528" y="3227832"/>
              <a:ext cx="3154680" cy="329184"/>
            </a:xfrm>
            <a:prstGeom prst="rect">
              <a:avLst/>
            </a:prstGeom>
            <a:noFill/>
            <a:ln/>
          </p:spPr>
          <p:txBody>
            <a:bodyPr wrap="square" lIns="0" tIns="0" rIns="0" bIns="0" rtlCol="0" anchor="ctr">
              <a:normAutofit/>
            </a:bodyPr>
            <a:lstStyle/>
            <a:p>
              <a:pPr marL="0" indent="0">
                <a:buNone/>
              </a:pPr>
              <a:r>
                <a:rPr lang="en-US" sz="1400" b="1" dirty="0">
                  <a:solidFill>
                    <a:srgbClr val="062A5C"/>
                  </a:solidFill>
                </a:rPr>
                <a:t>Data captured today</a:t>
              </a:r>
              <a:endParaRPr lang="en-US" sz="1400" dirty="0"/>
            </a:p>
          </p:txBody>
        </p:sp>
        <p:sp>
          <p:nvSpPr>
            <p:cNvPr id="25" name="Text 23"/>
            <p:cNvSpPr/>
            <p:nvPr/>
          </p:nvSpPr>
          <p:spPr>
            <a:xfrm>
              <a:off x="795528" y="3657600"/>
              <a:ext cx="3127248" cy="1371600"/>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200" dirty="0">
                  <a:solidFill>
                    <a:srgbClr val="111827"/>
                  </a:solidFill>
                </a:rPr>
                <a:t>TAS track / batch and joining date</a:t>
              </a:r>
              <a:endParaRPr lang="en-US" sz="1200" dirty="0"/>
            </a:p>
            <a:p>
              <a:pPr marL="171450" indent="-171450">
                <a:buFont typeface="Arial" panose="020B0604020202020204" pitchFamily="34" charset="0"/>
                <a:buChar char="•"/>
              </a:pPr>
              <a:r>
                <a:rPr lang="en-US" sz="1200" dirty="0">
                  <a:solidFill>
                    <a:srgbClr val="111827"/>
                  </a:solidFill>
                </a:rPr>
                <a:t>Current group company and designation</a:t>
              </a:r>
              <a:endParaRPr lang="en-US" sz="1200" dirty="0"/>
            </a:p>
            <a:p>
              <a:pPr marL="171450" indent="-171450">
                <a:buFont typeface="Arial" panose="020B0604020202020204" pitchFamily="34" charset="0"/>
                <a:buChar char="•"/>
              </a:pPr>
              <a:r>
                <a:rPr lang="en-US" sz="1200" dirty="0">
                  <a:solidFill>
                    <a:srgbClr val="111827"/>
                  </a:solidFill>
                </a:rPr>
                <a:t>Location, email and mobile number</a:t>
              </a:r>
              <a:endParaRPr lang="en-US" sz="1200" dirty="0"/>
            </a:p>
            <a:p>
              <a:pPr marL="171450" indent="-171450">
                <a:buFont typeface="Arial" panose="020B0604020202020204" pitchFamily="34" charset="0"/>
                <a:buChar char="•"/>
              </a:pPr>
              <a:r>
                <a:rPr lang="en-US" sz="1200" dirty="0">
                  <a:solidFill>
                    <a:srgbClr val="111827"/>
                  </a:solidFill>
                </a:rPr>
                <a:t>Transfers, exits and company changes</a:t>
              </a:r>
              <a:endParaRPr lang="en-US" sz="1200" dirty="0"/>
            </a:p>
            <a:p>
              <a:pPr marL="171450" indent="-171450">
                <a:buFont typeface="Arial" panose="020B0604020202020204" pitchFamily="34" charset="0"/>
                <a:buChar char="•"/>
              </a:pPr>
              <a:r>
                <a:rPr lang="en-US" sz="1200" dirty="0">
                  <a:solidFill>
                    <a:srgbClr val="111827"/>
                  </a:solidFill>
                </a:rPr>
                <a:t>Inputs used for quarterly share-of-expenses</a:t>
              </a:r>
              <a:endParaRPr lang="en-US" sz="1200" dirty="0"/>
            </a:p>
          </p:txBody>
        </p:sp>
        <p:sp>
          <p:nvSpPr>
            <p:cNvPr id="26" name="Text 24"/>
            <p:cNvSpPr/>
            <p:nvPr/>
          </p:nvSpPr>
          <p:spPr>
            <a:xfrm>
              <a:off x="4315968" y="3063240"/>
              <a:ext cx="3657600" cy="2057400"/>
            </a:xfrm>
            <a:prstGeom prst="rect">
              <a:avLst/>
            </a:prstGeom>
            <a:solidFill>
              <a:srgbClr val="FFF3E0"/>
            </a:solidFill>
            <a:ln w="12700">
              <a:solidFill>
                <a:srgbClr val="F59E0B"/>
              </a:solidFill>
            </a:ln>
          </p:spPr>
          <p:txBody>
            <a:bodyPr wrap="square" lIns="0" tIns="0" rIns="0" bIns="0" rtlCol="0" anchor="ctr"/>
            <a:lstStyle/>
            <a:p>
              <a:pPr marL="0" indent="0">
                <a:buNone/>
              </a:pPr>
              <a:endParaRPr lang="en-US" dirty="0"/>
            </a:p>
          </p:txBody>
        </p:sp>
        <p:sp>
          <p:nvSpPr>
            <p:cNvPr id="27" name="Shape 25"/>
            <p:cNvSpPr/>
            <p:nvPr/>
          </p:nvSpPr>
          <p:spPr>
            <a:xfrm>
              <a:off x="4315968" y="3063240"/>
              <a:ext cx="73152" cy="2059200"/>
            </a:xfrm>
            <a:prstGeom prst="rect">
              <a:avLst/>
            </a:prstGeom>
            <a:solidFill>
              <a:srgbClr val="F59E0B"/>
            </a:solidFill>
            <a:ln w="12700">
              <a:solidFill>
                <a:srgbClr val="F59E0B">
                  <a:alpha val="0"/>
                </a:srgbClr>
              </a:solidFill>
              <a:prstDash val="solid"/>
            </a:ln>
          </p:spPr>
          <p:txBody>
            <a:bodyPr/>
            <a:lstStyle/>
            <a:p>
              <a:endParaRPr lang="en-IN"/>
            </a:p>
          </p:txBody>
        </p:sp>
        <p:sp>
          <p:nvSpPr>
            <p:cNvPr id="28" name="Text 26"/>
            <p:cNvSpPr/>
            <p:nvPr/>
          </p:nvSpPr>
          <p:spPr>
            <a:xfrm>
              <a:off x="4517136" y="3227832"/>
              <a:ext cx="3337560" cy="329184"/>
            </a:xfrm>
            <a:prstGeom prst="rect">
              <a:avLst/>
            </a:prstGeom>
            <a:noFill/>
            <a:ln/>
          </p:spPr>
          <p:txBody>
            <a:bodyPr wrap="square" lIns="0" tIns="0" rIns="0" bIns="0" rtlCol="0" anchor="ctr">
              <a:normAutofit/>
            </a:bodyPr>
            <a:lstStyle/>
            <a:p>
              <a:pPr marL="0" indent="0">
                <a:buNone/>
              </a:pPr>
              <a:r>
                <a:rPr lang="en-US" sz="1400" b="1" dirty="0">
                  <a:solidFill>
                    <a:srgbClr val="062A5C"/>
                  </a:solidFill>
                </a:rPr>
                <a:t>Primary process gap</a:t>
              </a:r>
              <a:endParaRPr lang="en-US" sz="1400" dirty="0"/>
            </a:p>
          </p:txBody>
        </p:sp>
        <p:sp>
          <p:nvSpPr>
            <p:cNvPr id="29" name="Text 27"/>
            <p:cNvSpPr/>
            <p:nvPr/>
          </p:nvSpPr>
          <p:spPr>
            <a:xfrm>
              <a:off x="4517136" y="3648456"/>
              <a:ext cx="3310128" cy="1371600"/>
            </a:xfrm>
            <a:prstGeom prst="rect">
              <a:avLst/>
            </a:prstGeom>
            <a:noFill/>
            <a:ln/>
          </p:spPr>
          <p:txBody>
            <a:bodyPr wrap="square" lIns="0" tIns="0" rIns="0" bIns="0" rtlCol="0" anchor="t">
              <a:normAutofit/>
            </a:bodyPr>
            <a:lstStyle/>
            <a:p>
              <a:pPr marL="0" indent="0">
                <a:buNone/>
              </a:pPr>
              <a:r>
                <a:rPr lang="en-US" sz="1200" dirty="0">
                  <a:solidFill>
                    <a:srgbClr val="111827"/>
                  </a:solidFill>
                </a:rPr>
                <a:t>There is no live channel for group company HR SPOCs to update exits, transfers or role changes. TAS learns these through periodic email follow-up, so the report can become stale before Finance uses it.</a:t>
              </a:r>
              <a:endParaRPr lang="en-US" sz="1200" dirty="0"/>
            </a:p>
          </p:txBody>
        </p:sp>
        <p:sp>
          <p:nvSpPr>
            <p:cNvPr id="30" name="Text 28"/>
            <p:cNvSpPr/>
            <p:nvPr/>
          </p:nvSpPr>
          <p:spPr>
            <a:xfrm>
              <a:off x="8211312" y="3063240"/>
              <a:ext cx="3273552" cy="2057400"/>
            </a:xfrm>
            <a:prstGeom prst="rect">
              <a:avLst/>
            </a:prstGeom>
            <a:solidFill>
              <a:srgbClr val="FEE2E2"/>
            </a:solidFill>
            <a:ln w="12700">
              <a:solidFill>
                <a:srgbClr val="DC2626"/>
              </a:solidFill>
            </a:ln>
          </p:spPr>
          <p:txBody>
            <a:bodyPr wrap="square" lIns="0" tIns="0" rIns="0" bIns="0" rtlCol="0" anchor="ctr"/>
            <a:lstStyle/>
            <a:p>
              <a:pPr marL="0" indent="0">
                <a:buNone/>
              </a:pPr>
              <a:endParaRPr lang="en-US" dirty="0"/>
            </a:p>
          </p:txBody>
        </p:sp>
        <p:sp>
          <p:nvSpPr>
            <p:cNvPr id="31" name="Shape 29"/>
            <p:cNvSpPr/>
            <p:nvPr/>
          </p:nvSpPr>
          <p:spPr>
            <a:xfrm>
              <a:off x="8202845" y="3061440"/>
              <a:ext cx="73152" cy="2059200"/>
            </a:xfrm>
            <a:prstGeom prst="rect">
              <a:avLst/>
            </a:prstGeom>
            <a:solidFill>
              <a:srgbClr val="DC2626"/>
            </a:solidFill>
            <a:ln w="12700">
              <a:solidFill>
                <a:srgbClr val="DC2626">
                  <a:alpha val="0"/>
                </a:srgbClr>
              </a:solidFill>
              <a:prstDash val="solid"/>
            </a:ln>
          </p:spPr>
          <p:txBody>
            <a:bodyPr/>
            <a:lstStyle/>
            <a:p>
              <a:endParaRPr lang="en-IN"/>
            </a:p>
          </p:txBody>
        </p:sp>
        <p:sp>
          <p:nvSpPr>
            <p:cNvPr id="32" name="Text 30"/>
            <p:cNvSpPr/>
            <p:nvPr/>
          </p:nvSpPr>
          <p:spPr>
            <a:xfrm>
              <a:off x="8412480" y="3227832"/>
              <a:ext cx="2953512" cy="329184"/>
            </a:xfrm>
            <a:prstGeom prst="rect">
              <a:avLst/>
            </a:prstGeom>
            <a:noFill/>
            <a:ln/>
          </p:spPr>
          <p:txBody>
            <a:bodyPr wrap="square" lIns="0" tIns="0" rIns="0" bIns="0" rtlCol="0" anchor="ctr">
              <a:normAutofit/>
            </a:bodyPr>
            <a:lstStyle/>
            <a:p>
              <a:pPr marL="0" indent="0">
                <a:buNone/>
              </a:pPr>
              <a:r>
                <a:rPr lang="en-US" sz="1380" b="1" dirty="0">
                  <a:solidFill>
                    <a:srgbClr val="062A5C"/>
                  </a:solidFill>
                </a:rPr>
                <a:t>Downstream impact</a:t>
              </a:r>
              <a:endParaRPr lang="en-US" sz="1380" dirty="0"/>
            </a:p>
          </p:txBody>
        </p:sp>
        <p:sp>
          <p:nvSpPr>
            <p:cNvPr id="33" name="Text 31"/>
            <p:cNvSpPr/>
            <p:nvPr/>
          </p:nvSpPr>
          <p:spPr>
            <a:xfrm>
              <a:off x="8412480" y="3648456"/>
              <a:ext cx="2926080" cy="1371600"/>
            </a:xfrm>
            <a:prstGeom prst="rect">
              <a:avLst/>
            </a:prstGeom>
            <a:noFill/>
            <a:ln/>
          </p:spPr>
          <p:txBody>
            <a:bodyPr wrap="square" lIns="0" tIns="0" rIns="0" bIns="0" rtlCol="0" anchor="t">
              <a:normAutofit/>
            </a:bodyPr>
            <a:lstStyle/>
            <a:p>
              <a:pPr marL="0" indent="0">
                <a:buNone/>
              </a:pPr>
              <a:r>
                <a:rPr lang="en-US" sz="1200" dirty="0">
                  <a:solidFill>
                    <a:srgbClr val="111827"/>
                  </a:solidFill>
                </a:rPr>
                <a:t>When employee tenure changes mid-quarter, share-of-expenses and invoices can require manual correction. The issue becomes a TAS + Finance + company SPOC reconciliation exercise.</a:t>
              </a:r>
              <a:endParaRPr lang="en-US" sz="1200" dirty="0"/>
            </a:p>
          </p:txBody>
        </p:sp>
      </p:grpSp>
      <p:sp>
        <p:nvSpPr>
          <p:cNvPr id="34" name="Text 6">
            <a:extLst>
              <a:ext uri="{FF2B5EF4-FFF2-40B4-BE49-F238E27FC236}">
                <a16:creationId xmlns:a16="http://schemas.microsoft.com/office/drawing/2014/main" id="{C5800959-BAA0-ACBE-DC7F-902BC6D2CECC}"/>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04</a:t>
            </a:r>
            <a:endParaRPr lang="en-US" sz="1000" dirty="0"/>
          </a:p>
        </p:txBody>
      </p:sp>
      <p:sp>
        <p:nvSpPr>
          <p:cNvPr id="37" name="Text 7">
            <a:extLst>
              <a:ext uri="{FF2B5EF4-FFF2-40B4-BE49-F238E27FC236}">
                <a16:creationId xmlns:a16="http://schemas.microsoft.com/office/drawing/2014/main" id="{8191A641-13F8-F5A1-A2E2-93FDC87416A0}"/>
              </a:ext>
            </a:extLst>
          </p:cNvPr>
          <p:cNvSpPr/>
          <p:nvPr/>
        </p:nvSpPr>
        <p:spPr>
          <a:xfrm>
            <a:off x="585999" y="1166061"/>
            <a:ext cx="1842108" cy="236593"/>
          </a:xfrm>
          <a:prstGeom prst="rect">
            <a:avLst/>
          </a:prstGeom>
          <a:noFill/>
          <a:ln/>
        </p:spPr>
        <p:txBody>
          <a:bodyPr wrap="square" lIns="0" tIns="0" rIns="0" bIns="0" rtlCol="0" anchor="ctr">
            <a:normAutofit/>
          </a:bodyPr>
          <a:lstStyle/>
          <a:p>
            <a:pPr marL="0" indent="0">
              <a:buNone/>
            </a:pPr>
            <a:r>
              <a:rPr lang="en-US" sz="1200" b="1" dirty="0">
                <a:solidFill>
                  <a:srgbClr val="F59E0B"/>
                </a:solidFill>
              </a:rPr>
              <a:t>PROCESS MAP</a:t>
            </a:r>
            <a:endParaRPr lang="en-US" sz="1200" dirty="0">
              <a:solidFill>
                <a:srgbClr val="F59E0B"/>
              </a:solidFill>
            </a:endParaRPr>
          </a:p>
        </p:txBody>
      </p:sp>
      <p:cxnSp>
        <p:nvCxnSpPr>
          <p:cNvPr id="39" name="Straight Arrow Connector 38">
            <a:extLst>
              <a:ext uri="{FF2B5EF4-FFF2-40B4-BE49-F238E27FC236}">
                <a16:creationId xmlns:a16="http://schemas.microsoft.com/office/drawing/2014/main" id="{06909344-371F-0842-493F-49539CF89BFB}"/>
              </a:ext>
            </a:extLst>
          </p:cNvPr>
          <p:cNvCxnSpPr>
            <a:stCxn id="19" idx="2"/>
            <a:endCxn id="21" idx="0"/>
          </p:cNvCxnSpPr>
          <p:nvPr/>
        </p:nvCxnSpPr>
        <p:spPr>
          <a:xfrm flipH="1">
            <a:off x="10517124" y="2519334"/>
            <a:ext cx="280416" cy="6263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8" descr="Tata logo png, Tata icon transparent png 20975508 PNG">
            <a:extLst>
              <a:ext uri="{FF2B5EF4-FFF2-40B4-BE49-F238E27FC236}">
                <a16:creationId xmlns:a16="http://schemas.microsoft.com/office/drawing/2014/main" id="{B06AEF40-4972-1306-E87A-512159E54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Key pain points and root causes</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594360" y="1207008"/>
            <a:ext cx="10972800" cy="411480"/>
          </a:xfrm>
          <a:prstGeom prst="rect">
            <a:avLst/>
          </a:prstGeom>
          <a:noFill/>
          <a:ln/>
        </p:spPr>
        <p:txBody>
          <a:bodyPr wrap="square" lIns="0" tIns="0" rIns="0" bIns="0" rtlCol="0" anchor="t">
            <a:normAutofit fontScale="92500"/>
          </a:bodyPr>
          <a:lstStyle/>
          <a:p>
            <a:pPr marL="0" indent="0" algn="l">
              <a:buNone/>
            </a:pPr>
            <a:r>
              <a:rPr lang="en-US" sz="1650" b="1" dirty="0">
                <a:solidFill>
                  <a:srgbClr val="062A5C"/>
                </a:solidFill>
                <a:latin typeface="Aptos" pitchFamily="34" charset="0"/>
                <a:ea typeface="Aptos" pitchFamily="34" charset="-122"/>
                <a:cs typeface="Aptos" pitchFamily="34" charset="-120"/>
              </a:rPr>
              <a:t>The recurring pattern is not a lack of effort. It is a missing application layer for workflow, data quality and controlled automation.</a:t>
            </a:r>
            <a:endParaRPr lang="en-US" sz="1650" dirty="0"/>
          </a:p>
        </p:txBody>
      </p:sp>
      <p:sp>
        <p:nvSpPr>
          <p:cNvPr id="10" name="Text 8"/>
          <p:cNvSpPr/>
          <p:nvPr/>
        </p:nvSpPr>
        <p:spPr>
          <a:xfrm>
            <a:off x="594360" y="1920240"/>
            <a:ext cx="5257800" cy="1325880"/>
          </a:xfrm>
          <a:prstGeom prst="rect">
            <a:avLst/>
          </a:prstGeom>
          <a:solidFill>
            <a:srgbClr val="FFF3E0"/>
          </a:solidFill>
          <a:ln w="12700">
            <a:solidFill>
              <a:srgbClr val="F59E0B"/>
            </a:solidFill>
          </a:ln>
        </p:spPr>
        <p:txBody>
          <a:bodyPr wrap="square" lIns="0" tIns="0" rIns="0" bIns="0" rtlCol="0" anchor="ctr"/>
          <a:lstStyle/>
          <a:p>
            <a:pPr marL="0" indent="0">
              <a:buNone/>
            </a:pPr>
            <a:endParaRPr lang="en-US" dirty="0"/>
          </a:p>
        </p:txBody>
      </p:sp>
      <p:sp>
        <p:nvSpPr>
          <p:cNvPr id="11" name="Shape 9"/>
          <p:cNvSpPr/>
          <p:nvPr/>
        </p:nvSpPr>
        <p:spPr>
          <a:xfrm>
            <a:off x="612648" y="1965960"/>
            <a:ext cx="73152" cy="1234440"/>
          </a:xfrm>
          <a:prstGeom prst="rect">
            <a:avLst/>
          </a:prstGeom>
          <a:solidFill>
            <a:srgbClr val="F59E0B"/>
          </a:solidFill>
          <a:ln w="12700">
            <a:solidFill>
              <a:srgbClr val="F59E0B">
                <a:alpha val="0"/>
              </a:srgbClr>
            </a:solidFill>
            <a:prstDash val="solid"/>
          </a:ln>
        </p:spPr>
        <p:txBody>
          <a:bodyPr/>
          <a:lstStyle/>
          <a:p>
            <a:endParaRPr lang="en-IN"/>
          </a:p>
        </p:txBody>
      </p:sp>
      <p:sp>
        <p:nvSpPr>
          <p:cNvPr id="12" name="Text 10"/>
          <p:cNvSpPr/>
          <p:nvPr/>
        </p:nvSpPr>
        <p:spPr>
          <a:xfrm>
            <a:off x="795528" y="2084832"/>
            <a:ext cx="4937760" cy="329184"/>
          </a:xfrm>
          <a:prstGeom prst="rect">
            <a:avLst/>
          </a:prstGeom>
          <a:noFill/>
          <a:ln/>
        </p:spPr>
        <p:txBody>
          <a:bodyPr wrap="square" lIns="0" tIns="0" rIns="0" bIns="0" rtlCol="0" anchor="ctr">
            <a:normAutofit/>
          </a:bodyPr>
          <a:lstStyle/>
          <a:p>
            <a:pPr marL="0" indent="0">
              <a:buNone/>
            </a:pPr>
            <a:r>
              <a:rPr lang="en-US" sz="1500" b="1" dirty="0">
                <a:solidFill>
                  <a:srgbClr val="062A5C"/>
                </a:solidFill>
              </a:rPr>
              <a:t>Vendor fragmentation</a:t>
            </a:r>
            <a:endParaRPr lang="en-US" sz="1500" dirty="0"/>
          </a:p>
        </p:txBody>
      </p:sp>
      <p:sp>
        <p:nvSpPr>
          <p:cNvPr id="13" name="Text 11"/>
          <p:cNvSpPr/>
          <p:nvPr/>
        </p:nvSpPr>
        <p:spPr>
          <a:xfrm>
            <a:off x="795528" y="2505456"/>
            <a:ext cx="4910328" cy="640080"/>
          </a:xfrm>
          <a:prstGeom prst="rect">
            <a:avLst/>
          </a:prstGeom>
          <a:noFill/>
          <a:ln/>
        </p:spPr>
        <p:txBody>
          <a:bodyPr wrap="square" lIns="0" tIns="0" rIns="0" bIns="0" rtlCol="0" anchor="ctr">
            <a:normAutofit/>
          </a:bodyPr>
          <a:lstStyle/>
          <a:p>
            <a:pPr marL="0" indent="0">
              <a:buNone/>
            </a:pPr>
            <a:r>
              <a:rPr lang="en-US" sz="1220" dirty="0">
                <a:solidFill>
                  <a:srgbClr val="111827"/>
                </a:solidFill>
              </a:rPr>
              <a:t>TCS iON, Perspect.ai, InsideIIM and Unstop are not integrated; data is manually exported and collated.</a:t>
            </a:r>
            <a:endParaRPr lang="en-US" sz="1220" dirty="0"/>
          </a:p>
        </p:txBody>
      </p:sp>
      <p:sp>
        <p:nvSpPr>
          <p:cNvPr id="14" name="Text 12"/>
          <p:cNvSpPr/>
          <p:nvPr/>
        </p:nvSpPr>
        <p:spPr>
          <a:xfrm>
            <a:off x="6309360" y="1920240"/>
            <a:ext cx="5257800" cy="1325880"/>
          </a:xfrm>
          <a:prstGeom prst="rect">
            <a:avLst/>
          </a:prstGeom>
          <a:solidFill>
            <a:srgbClr val="FFF3E0"/>
          </a:solidFill>
          <a:ln w="12700">
            <a:solidFill>
              <a:srgbClr val="F59E0B"/>
            </a:solidFill>
          </a:ln>
        </p:spPr>
        <p:txBody>
          <a:bodyPr wrap="square" lIns="0" tIns="0" rIns="0" bIns="0" rtlCol="0" anchor="ctr"/>
          <a:lstStyle/>
          <a:p>
            <a:pPr marL="0" indent="0">
              <a:buNone/>
            </a:pPr>
            <a:endParaRPr lang="en-US" dirty="0"/>
          </a:p>
        </p:txBody>
      </p:sp>
      <p:sp>
        <p:nvSpPr>
          <p:cNvPr id="15" name="Shape 13"/>
          <p:cNvSpPr/>
          <p:nvPr/>
        </p:nvSpPr>
        <p:spPr>
          <a:xfrm>
            <a:off x="6327648" y="1965960"/>
            <a:ext cx="73152" cy="1234440"/>
          </a:xfrm>
          <a:prstGeom prst="rect">
            <a:avLst/>
          </a:prstGeom>
          <a:solidFill>
            <a:srgbClr val="F59E0B"/>
          </a:solidFill>
          <a:ln w="12700">
            <a:solidFill>
              <a:srgbClr val="F59E0B">
                <a:alpha val="0"/>
              </a:srgbClr>
            </a:solidFill>
            <a:prstDash val="solid"/>
          </a:ln>
        </p:spPr>
        <p:txBody>
          <a:bodyPr/>
          <a:lstStyle/>
          <a:p>
            <a:endParaRPr lang="en-IN"/>
          </a:p>
        </p:txBody>
      </p:sp>
      <p:sp>
        <p:nvSpPr>
          <p:cNvPr id="16" name="Text 14"/>
          <p:cNvSpPr/>
          <p:nvPr/>
        </p:nvSpPr>
        <p:spPr>
          <a:xfrm>
            <a:off x="6510528" y="2084832"/>
            <a:ext cx="4937760" cy="329184"/>
          </a:xfrm>
          <a:prstGeom prst="rect">
            <a:avLst/>
          </a:prstGeom>
          <a:noFill/>
          <a:ln/>
        </p:spPr>
        <p:txBody>
          <a:bodyPr wrap="square" lIns="0" tIns="0" rIns="0" bIns="0" rtlCol="0" anchor="ctr">
            <a:normAutofit/>
          </a:bodyPr>
          <a:lstStyle/>
          <a:p>
            <a:pPr marL="0" indent="0">
              <a:buNone/>
            </a:pPr>
            <a:r>
              <a:rPr lang="en-US" sz="1500" b="1" dirty="0">
                <a:solidFill>
                  <a:srgbClr val="062A5C"/>
                </a:solidFill>
              </a:rPr>
              <a:t>Email as workflow engine</a:t>
            </a:r>
            <a:endParaRPr lang="en-US" sz="1500" dirty="0"/>
          </a:p>
        </p:txBody>
      </p:sp>
      <p:sp>
        <p:nvSpPr>
          <p:cNvPr id="17" name="Text 15"/>
          <p:cNvSpPr/>
          <p:nvPr/>
        </p:nvSpPr>
        <p:spPr>
          <a:xfrm>
            <a:off x="6510528" y="2505456"/>
            <a:ext cx="4910328" cy="640080"/>
          </a:xfrm>
          <a:prstGeom prst="rect">
            <a:avLst/>
          </a:prstGeom>
          <a:noFill/>
          <a:ln/>
        </p:spPr>
        <p:txBody>
          <a:bodyPr wrap="square" lIns="0" tIns="0" rIns="0" bIns="0" rtlCol="0" anchor="ctr">
            <a:normAutofit/>
          </a:bodyPr>
          <a:lstStyle/>
          <a:p>
            <a:pPr marL="0" indent="0">
              <a:buNone/>
            </a:pPr>
            <a:r>
              <a:rPr lang="en-US" sz="1220" dirty="0">
                <a:solidFill>
                  <a:srgbClr val="111827"/>
                </a:solidFill>
              </a:rPr>
              <a:t>Panel coordination, project briefs, company follow-ups, placement scheduling and report updates rely on Outlook.</a:t>
            </a:r>
            <a:endParaRPr lang="en-US" sz="1220" dirty="0"/>
          </a:p>
        </p:txBody>
      </p:sp>
      <p:sp>
        <p:nvSpPr>
          <p:cNvPr id="18" name="Text 16"/>
          <p:cNvSpPr/>
          <p:nvPr/>
        </p:nvSpPr>
        <p:spPr>
          <a:xfrm>
            <a:off x="594360" y="3794760"/>
            <a:ext cx="5257800" cy="1325880"/>
          </a:xfrm>
          <a:prstGeom prst="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19" name="Shape 17"/>
          <p:cNvSpPr/>
          <p:nvPr/>
        </p:nvSpPr>
        <p:spPr>
          <a:xfrm>
            <a:off x="612648" y="3840480"/>
            <a:ext cx="73152" cy="1234440"/>
          </a:xfrm>
          <a:prstGeom prst="rect">
            <a:avLst/>
          </a:prstGeom>
          <a:solidFill>
            <a:srgbClr val="1C6FB7"/>
          </a:solidFill>
          <a:ln w="12700">
            <a:solidFill>
              <a:srgbClr val="1C6FB7">
                <a:alpha val="0"/>
              </a:srgbClr>
            </a:solidFill>
            <a:prstDash val="solid"/>
          </a:ln>
        </p:spPr>
        <p:txBody>
          <a:bodyPr/>
          <a:lstStyle/>
          <a:p>
            <a:endParaRPr lang="en-IN"/>
          </a:p>
        </p:txBody>
      </p:sp>
      <p:sp>
        <p:nvSpPr>
          <p:cNvPr id="20" name="Text 18"/>
          <p:cNvSpPr/>
          <p:nvPr/>
        </p:nvSpPr>
        <p:spPr>
          <a:xfrm>
            <a:off x="795528" y="3959352"/>
            <a:ext cx="4937760" cy="329184"/>
          </a:xfrm>
          <a:prstGeom prst="rect">
            <a:avLst/>
          </a:prstGeom>
          <a:noFill/>
          <a:ln/>
        </p:spPr>
        <p:txBody>
          <a:bodyPr wrap="square" lIns="0" tIns="0" rIns="0" bIns="0" rtlCol="0" anchor="ctr">
            <a:normAutofit/>
          </a:bodyPr>
          <a:lstStyle/>
          <a:p>
            <a:pPr marL="0" indent="0">
              <a:buNone/>
            </a:pPr>
            <a:r>
              <a:rPr lang="en-US" sz="1500" b="1" dirty="0">
                <a:solidFill>
                  <a:srgbClr val="062A5C"/>
                </a:solidFill>
              </a:rPr>
              <a:t>No TAS journey master</a:t>
            </a:r>
            <a:endParaRPr lang="en-US" sz="1500" dirty="0"/>
          </a:p>
        </p:txBody>
      </p:sp>
      <p:sp>
        <p:nvSpPr>
          <p:cNvPr id="21" name="Text 19"/>
          <p:cNvSpPr/>
          <p:nvPr/>
        </p:nvSpPr>
        <p:spPr>
          <a:xfrm>
            <a:off x="795528" y="4379976"/>
            <a:ext cx="4910328" cy="640080"/>
          </a:xfrm>
          <a:prstGeom prst="rect">
            <a:avLst/>
          </a:prstGeom>
          <a:noFill/>
          <a:ln/>
        </p:spPr>
        <p:txBody>
          <a:bodyPr wrap="square" lIns="0" tIns="0" rIns="0" bIns="0" rtlCol="0" anchor="ctr">
            <a:normAutofit/>
          </a:bodyPr>
          <a:lstStyle/>
          <a:p>
            <a:pPr marL="0" indent="0">
              <a:buNone/>
            </a:pPr>
            <a:r>
              <a:rPr lang="en-US" sz="1220" dirty="0">
                <a:solidFill>
                  <a:srgbClr val="111827"/>
                </a:solidFill>
              </a:rPr>
              <a:t>No single database connects application, interview, project, performance, placement, transfer, exit and reporting data.</a:t>
            </a:r>
            <a:endParaRPr lang="en-US" sz="1220" dirty="0"/>
          </a:p>
        </p:txBody>
      </p:sp>
      <p:sp>
        <p:nvSpPr>
          <p:cNvPr id="22" name="Text 20"/>
          <p:cNvSpPr/>
          <p:nvPr/>
        </p:nvSpPr>
        <p:spPr>
          <a:xfrm>
            <a:off x="6309360" y="3794760"/>
            <a:ext cx="5257800" cy="1325880"/>
          </a:xfrm>
          <a:prstGeom prst="rect">
            <a:avLst/>
          </a:prstGeom>
          <a:solidFill>
            <a:srgbClr val="FEE2E2"/>
          </a:solidFill>
          <a:ln w="12700">
            <a:solidFill>
              <a:srgbClr val="DC2626"/>
            </a:solidFill>
          </a:ln>
        </p:spPr>
        <p:txBody>
          <a:bodyPr wrap="square" lIns="0" tIns="0" rIns="0" bIns="0" rtlCol="0" anchor="ctr"/>
          <a:lstStyle/>
          <a:p>
            <a:pPr marL="0" indent="0">
              <a:buNone/>
            </a:pPr>
            <a:endParaRPr lang="en-US" dirty="0"/>
          </a:p>
        </p:txBody>
      </p:sp>
      <p:sp>
        <p:nvSpPr>
          <p:cNvPr id="23" name="Shape 21"/>
          <p:cNvSpPr/>
          <p:nvPr/>
        </p:nvSpPr>
        <p:spPr>
          <a:xfrm>
            <a:off x="6327648" y="3840480"/>
            <a:ext cx="73152" cy="1234440"/>
          </a:xfrm>
          <a:prstGeom prst="rect">
            <a:avLst/>
          </a:prstGeom>
          <a:solidFill>
            <a:srgbClr val="DC2626"/>
          </a:solidFill>
          <a:ln w="12700">
            <a:solidFill>
              <a:srgbClr val="DC2626">
                <a:alpha val="0"/>
              </a:srgbClr>
            </a:solidFill>
            <a:prstDash val="solid"/>
          </a:ln>
        </p:spPr>
        <p:txBody>
          <a:bodyPr/>
          <a:lstStyle/>
          <a:p>
            <a:endParaRPr lang="en-IN"/>
          </a:p>
        </p:txBody>
      </p:sp>
      <p:sp>
        <p:nvSpPr>
          <p:cNvPr id="24" name="Text 22"/>
          <p:cNvSpPr/>
          <p:nvPr/>
        </p:nvSpPr>
        <p:spPr>
          <a:xfrm>
            <a:off x="6510528" y="3959352"/>
            <a:ext cx="4937760" cy="329184"/>
          </a:xfrm>
          <a:prstGeom prst="rect">
            <a:avLst/>
          </a:prstGeom>
          <a:noFill/>
          <a:ln/>
        </p:spPr>
        <p:txBody>
          <a:bodyPr wrap="square" lIns="0" tIns="0" rIns="0" bIns="0" rtlCol="0" anchor="ctr">
            <a:normAutofit/>
          </a:bodyPr>
          <a:lstStyle/>
          <a:p>
            <a:pPr marL="0" indent="0">
              <a:buNone/>
            </a:pPr>
            <a:r>
              <a:rPr lang="en-US" sz="1500" b="1" dirty="0">
                <a:solidFill>
                  <a:srgbClr val="062A5C"/>
                </a:solidFill>
              </a:rPr>
              <a:t>Sensitivity blocks automation</a:t>
            </a:r>
            <a:endParaRPr lang="en-US" sz="1500" dirty="0"/>
          </a:p>
        </p:txBody>
      </p:sp>
      <p:sp>
        <p:nvSpPr>
          <p:cNvPr id="25" name="Text 23"/>
          <p:cNvSpPr/>
          <p:nvPr/>
        </p:nvSpPr>
        <p:spPr>
          <a:xfrm>
            <a:off x="6510528" y="4379976"/>
            <a:ext cx="4910328" cy="640080"/>
          </a:xfrm>
          <a:prstGeom prst="rect">
            <a:avLst/>
          </a:prstGeom>
          <a:noFill/>
          <a:ln/>
        </p:spPr>
        <p:txBody>
          <a:bodyPr wrap="square" lIns="0" tIns="0" rIns="0" bIns="0" rtlCol="0" anchor="ctr">
            <a:normAutofit/>
          </a:bodyPr>
          <a:lstStyle/>
          <a:p>
            <a:pPr marL="0" indent="0">
              <a:buNone/>
            </a:pPr>
            <a:r>
              <a:rPr lang="en-US" sz="1220" dirty="0">
                <a:solidFill>
                  <a:srgbClr val="111827"/>
                </a:solidFill>
              </a:rPr>
              <a:t>PII, senior panel data and the confidential evaluation matrix require a stronger security pattern before advanced AI use.</a:t>
            </a:r>
            <a:endParaRPr lang="en-US" sz="1220" dirty="0"/>
          </a:p>
        </p:txBody>
      </p:sp>
      <p:sp>
        <p:nvSpPr>
          <p:cNvPr id="26" name="Text 24"/>
          <p:cNvSpPr/>
          <p:nvPr/>
        </p:nvSpPr>
        <p:spPr>
          <a:xfrm>
            <a:off x="594360" y="5650992"/>
            <a:ext cx="1280160" cy="201168"/>
          </a:xfrm>
          <a:prstGeom prst="rect">
            <a:avLst/>
          </a:prstGeom>
          <a:noFill/>
          <a:ln/>
        </p:spPr>
        <p:txBody>
          <a:bodyPr wrap="square" lIns="0" tIns="0" rIns="0" bIns="0" rtlCol="0" anchor="ctr"/>
          <a:lstStyle/>
          <a:p>
            <a:pPr marL="0" indent="0">
              <a:buNone/>
            </a:pPr>
            <a:r>
              <a:rPr lang="en-US" sz="1150" b="1" dirty="0">
                <a:solidFill>
                  <a:srgbClr val="16A34A"/>
                </a:solidFill>
              </a:rPr>
              <a:t>Technology thesis</a:t>
            </a:r>
            <a:endParaRPr lang="en-US" sz="1150" dirty="0"/>
          </a:p>
        </p:txBody>
      </p:sp>
      <p:sp>
        <p:nvSpPr>
          <p:cNvPr id="27" name="Text 25"/>
          <p:cNvSpPr/>
          <p:nvPr/>
        </p:nvSpPr>
        <p:spPr>
          <a:xfrm>
            <a:off x="1965960" y="5577840"/>
            <a:ext cx="9601200" cy="320040"/>
          </a:xfrm>
          <a:prstGeom prst="rect">
            <a:avLst/>
          </a:prstGeom>
          <a:noFill/>
          <a:ln/>
        </p:spPr>
        <p:txBody>
          <a:bodyPr wrap="square" lIns="0" tIns="0" rIns="0" bIns="0" rtlCol="0" anchor="t">
            <a:normAutofit/>
          </a:bodyPr>
          <a:lstStyle/>
          <a:p>
            <a:pPr marL="0" indent="0" algn="l">
              <a:buNone/>
            </a:pPr>
            <a:r>
              <a:rPr lang="en-US" sz="1520" b="1" dirty="0">
                <a:solidFill>
                  <a:srgbClr val="111827"/>
                </a:solidFill>
                <a:latin typeface="Aptos" pitchFamily="34" charset="0"/>
                <a:ea typeface="Aptos" pitchFamily="34" charset="-122"/>
                <a:cs typeface="Aptos" pitchFamily="34" charset="-120"/>
              </a:rPr>
              <a:t>Create a thin, governed orchestration layer before attempting deep AI in sensitive hiring decisions.</a:t>
            </a:r>
            <a:endParaRPr lang="en-US" sz="1520" dirty="0"/>
          </a:p>
        </p:txBody>
      </p:sp>
      <p:sp>
        <p:nvSpPr>
          <p:cNvPr id="28" name="Text 6">
            <a:extLst>
              <a:ext uri="{FF2B5EF4-FFF2-40B4-BE49-F238E27FC236}">
                <a16:creationId xmlns:a16="http://schemas.microsoft.com/office/drawing/2014/main" id="{EE0FC1CF-DF83-8025-ED97-F2569C89807F}"/>
              </a:ext>
            </a:extLst>
          </p:cNvPr>
          <p:cNvSpPr/>
          <p:nvPr/>
        </p:nvSpPr>
        <p:spPr>
          <a:xfrm>
            <a:off x="5837767"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04</a:t>
            </a:r>
            <a:endParaRPr lang="en-US" sz="1000" dirty="0"/>
          </a:p>
        </p:txBody>
      </p:sp>
      <p:pic>
        <p:nvPicPr>
          <p:cNvPr id="29" name="Picture 8" descr="Tata logo png, Tata icon transparent png 20975508 PNG">
            <a:extLst>
              <a:ext uri="{FF2B5EF4-FFF2-40B4-BE49-F238E27FC236}">
                <a16:creationId xmlns:a16="http://schemas.microsoft.com/office/drawing/2014/main" id="{1B3A30CC-6E86-512F-112B-3FF6D03CD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fontScale="92500"/>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Application landscape: today’s tools are present, but the connecting layer is missing</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621792" y="1234440"/>
            <a:ext cx="2286000" cy="274320"/>
          </a:xfrm>
          <a:prstGeom prst="rect">
            <a:avLst/>
          </a:prstGeom>
          <a:noFill/>
          <a:ln/>
        </p:spPr>
        <p:txBody>
          <a:bodyPr wrap="square" lIns="0" tIns="0" rIns="0" bIns="0" rtlCol="0" anchor="t">
            <a:normAutofit/>
          </a:bodyPr>
          <a:lstStyle/>
          <a:p>
            <a:pPr marL="0" indent="0" algn="l">
              <a:buNone/>
            </a:pPr>
            <a:r>
              <a:rPr lang="en-US" sz="1500" b="1" dirty="0">
                <a:solidFill>
                  <a:srgbClr val="062A5C"/>
                </a:solidFill>
                <a:latin typeface="Aptos" pitchFamily="34" charset="0"/>
                <a:ea typeface="Aptos" pitchFamily="34" charset="-122"/>
                <a:cs typeface="Aptos" pitchFamily="34" charset="-120"/>
              </a:rPr>
              <a:t>Current state</a:t>
            </a:r>
            <a:endParaRPr lang="en-US" sz="1500" dirty="0"/>
          </a:p>
        </p:txBody>
      </p:sp>
      <p:sp>
        <p:nvSpPr>
          <p:cNvPr id="10" name="Text 8"/>
          <p:cNvSpPr/>
          <p:nvPr/>
        </p:nvSpPr>
        <p:spPr>
          <a:xfrm>
            <a:off x="6537960" y="1234440"/>
            <a:ext cx="2286000" cy="274320"/>
          </a:xfrm>
          <a:prstGeom prst="rect">
            <a:avLst/>
          </a:prstGeom>
          <a:noFill/>
          <a:ln/>
        </p:spPr>
        <p:txBody>
          <a:bodyPr wrap="square" lIns="0" tIns="0" rIns="0" bIns="0" rtlCol="0" anchor="t">
            <a:normAutofit/>
          </a:bodyPr>
          <a:lstStyle/>
          <a:p>
            <a:pPr marL="0" indent="0" algn="l">
              <a:buNone/>
            </a:pPr>
            <a:r>
              <a:rPr lang="en-US" sz="1500" b="1" dirty="0">
                <a:solidFill>
                  <a:srgbClr val="062A5C"/>
                </a:solidFill>
                <a:latin typeface="Aptos" pitchFamily="34" charset="0"/>
                <a:ea typeface="Aptos" pitchFamily="34" charset="-122"/>
                <a:cs typeface="Aptos" pitchFamily="34" charset="-120"/>
              </a:rPr>
              <a:t>Target state</a:t>
            </a:r>
            <a:endParaRPr lang="en-US" sz="1500" dirty="0"/>
          </a:p>
        </p:txBody>
      </p:sp>
      <p:sp>
        <p:nvSpPr>
          <p:cNvPr id="11" name="Text 9"/>
          <p:cNvSpPr/>
          <p:nvPr/>
        </p:nvSpPr>
        <p:spPr>
          <a:xfrm>
            <a:off x="594360" y="1645920"/>
            <a:ext cx="1115568" cy="566928"/>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870" b="1" dirty="0">
                <a:solidFill>
                  <a:srgbClr val="111827"/>
                </a:solidFill>
              </a:rPr>
              <a:t>TCS iON</a:t>
            </a:r>
            <a:endParaRPr lang="en-US" sz="870" dirty="0"/>
          </a:p>
          <a:p>
            <a:pPr marL="0" indent="0" algn="ctr">
              <a:buNone/>
            </a:pPr>
            <a:r>
              <a:rPr lang="en-US" sz="870" b="1" dirty="0">
                <a:solidFill>
                  <a:srgbClr val="111827"/>
                </a:solidFill>
              </a:rPr>
              <a:t>ATS</a:t>
            </a:r>
            <a:endParaRPr lang="en-US" sz="870" dirty="0"/>
          </a:p>
        </p:txBody>
      </p:sp>
      <p:sp>
        <p:nvSpPr>
          <p:cNvPr id="12" name="Text 10"/>
          <p:cNvSpPr/>
          <p:nvPr/>
        </p:nvSpPr>
        <p:spPr>
          <a:xfrm>
            <a:off x="1901952" y="1645920"/>
            <a:ext cx="1115568" cy="566928"/>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870" b="1" dirty="0">
                <a:solidFill>
                  <a:srgbClr val="111827"/>
                </a:solidFill>
              </a:rPr>
              <a:t>Perspect.ai</a:t>
            </a:r>
            <a:endParaRPr lang="en-US" sz="870" dirty="0"/>
          </a:p>
          <a:p>
            <a:pPr marL="0" indent="0" algn="ctr">
              <a:buNone/>
            </a:pPr>
            <a:r>
              <a:rPr lang="en-US" sz="870" b="1" dirty="0">
                <a:solidFill>
                  <a:srgbClr val="111827"/>
                </a:solidFill>
              </a:rPr>
              <a:t>assessment</a:t>
            </a:r>
            <a:endParaRPr lang="en-US" sz="870" dirty="0"/>
          </a:p>
        </p:txBody>
      </p:sp>
      <p:sp>
        <p:nvSpPr>
          <p:cNvPr id="13" name="Text 11"/>
          <p:cNvSpPr/>
          <p:nvPr/>
        </p:nvSpPr>
        <p:spPr>
          <a:xfrm>
            <a:off x="3209544" y="1645920"/>
            <a:ext cx="1115568" cy="566928"/>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870" b="1" dirty="0">
                <a:solidFill>
                  <a:srgbClr val="111827"/>
                </a:solidFill>
              </a:rPr>
              <a:t>Unstop</a:t>
            </a:r>
            <a:endParaRPr lang="en-US" sz="870" dirty="0"/>
          </a:p>
          <a:p>
            <a:pPr marL="0" indent="0" algn="ctr">
              <a:buNone/>
            </a:pPr>
            <a:r>
              <a:rPr lang="en-US" sz="870" b="1" dirty="0">
                <a:solidFill>
                  <a:srgbClr val="111827"/>
                </a:solidFill>
              </a:rPr>
              <a:t>TIC</a:t>
            </a:r>
            <a:endParaRPr lang="en-US" sz="870" dirty="0"/>
          </a:p>
        </p:txBody>
      </p:sp>
      <p:sp>
        <p:nvSpPr>
          <p:cNvPr id="14" name="Text 12"/>
          <p:cNvSpPr/>
          <p:nvPr/>
        </p:nvSpPr>
        <p:spPr>
          <a:xfrm>
            <a:off x="4517136" y="1645920"/>
            <a:ext cx="1115568" cy="566928"/>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870" b="1" dirty="0">
                <a:solidFill>
                  <a:srgbClr val="111827"/>
                </a:solidFill>
              </a:rPr>
              <a:t>InsideIIM</a:t>
            </a:r>
            <a:endParaRPr lang="en-US" sz="870" dirty="0"/>
          </a:p>
          <a:p>
            <a:pPr marL="0" indent="0" algn="ctr">
              <a:buNone/>
            </a:pPr>
            <a:r>
              <a:rPr lang="en-US" sz="870" b="1" dirty="0">
                <a:solidFill>
                  <a:srgbClr val="111827"/>
                </a:solidFill>
              </a:rPr>
              <a:t>InvicTAS</a:t>
            </a:r>
            <a:endParaRPr lang="en-US" sz="870" dirty="0"/>
          </a:p>
        </p:txBody>
      </p:sp>
      <p:sp>
        <p:nvSpPr>
          <p:cNvPr id="15" name="Text 13"/>
          <p:cNvSpPr/>
          <p:nvPr/>
        </p:nvSpPr>
        <p:spPr>
          <a:xfrm>
            <a:off x="594360" y="2468880"/>
            <a:ext cx="1115568" cy="56692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870" b="1" dirty="0">
                <a:solidFill>
                  <a:srgbClr val="111827"/>
                </a:solidFill>
              </a:rPr>
              <a:t>Excel</a:t>
            </a:r>
            <a:endParaRPr lang="en-US" sz="870" dirty="0"/>
          </a:p>
          <a:p>
            <a:pPr marL="0" indent="0" algn="ctr">
              <a:buNone/>
            </a:pPr>
            <a:r>
              <a:rPr lang="en-US" sz="870" b="1" dirty="0">
                <a:solidFill>
                  <a:srgbClr val="111827"/>
                </a:solidFill>
              </a:rPr>
              <a:t>collation</a:t>
            </a:r>
            <a:endParaRPr lang="en-US" sz="870" dirty="0"/>
          </a:p>
        </p:txBody>
      </p:sp>
      <p:sp>
        <p:nvSpPr>
          <p:cNvPr id="16" name="Text 14"/>
          <p:cNvSpPr/>
          <p:nvPr/>
        </p:nvSpPr>
        <p:spPr>
          <a:xfrm>
            <a:off x="1901952" y="2468880"/>
            <a:ext cx="1115568" cy="56692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870" b="1" dirty="0">
                <a:solidFill>
                  <a:srgbClr val="111827"/>
                </a:solidFill>
              </a:rPr>
              <a:t>Outlook</a:t>
            </a:r>
            <a:endParaRPr lang="en-US" sz="870" dirty="0"/>
          </a:p>
          <a:p>
            <a:pPr marL="0" indent="0" algn="ctr">
              <a:buNone/>
            </a:pPr>
            <a:r>
              <a:rPr lang="en-US" sz="870" b="1" dirty="0">
                <a:solidFill>
                  <a:srgbClr val="111827"/>
                </a:solidFill>
              </a:rPr>
              <a:t>workflow</a:t>
            </a:r>
            <a:endParaRPr lang="en-US" sz="870" dirty="0"/>
          </a:p>
        </p:txBody>
      </p:sp>
      <p:sp>
        <p:nvSpPr>
          <p:cNvPr id="17" name="Text 15"/>
          <p:cNvSpPr/>
          <p:nvPr/>
        </p:nvSpPr>
        <p:spPr>
          <a:xfrm>
            <a:off x="3209544" y="2468880"/>
            <a:ext cx="1115568" cy="56692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870" b="1" dirty="0">
                <a:solidFill>
                  <a:srgbClr val="111827"/>
                </a:solidFill>
              </a:rPr>
              <a:t>Chroma</a:t>
            </a:r>
            <a:endParaRPr lang="en-US" sz="870" dirty="0"/>
          </a:p>
          <a:p>
            <a:pPr marL="0" indent="0" algn="ctr">
              <a:buNone/>
            </a:pPr>
            <a:r>
              <a:rPr lang="en-US" sz="870" b="1" dirty="0">
                <a:solidFill>
                  <a:srgbClr val="111827"/>
                </a:solidFill>
              </a:rPr>
              <a:t>PM</a:t>
            </a:r>
            <a:endParaRPr lang="en-US" sz="870" dirty="0"/>
          </a:p>
        </p:txBody>
      </p:sp>
      <p:sp>
        <p:nvSpPr>
          <p:cNvPr id="18" name="Text 16"/>
          <p:cNvSpPr/>
          <p:nvPr/>
        </p:nvSpPr>
        <p:spPr>
          <a:xfrm>
            <a:off x="4517136" y="2468880"/>
            <a:ext cx="1115568" cy="566928"/>
          </a:xfrm>
          <a:prstGeom prst="roundRect">
            <a:avLst/>
          </a:prstGeom>
          <a:solidFill>
            <a:srgbClr val="FFF3E0"/>
          </a:solidFill>
          <a:ln w="15240">
            <a:solidFill>
              <a:srgbClr val="F59E0B"/>
            </a:solidFill>
          </a:ln>
        </p:spPr>
        <p:txBody>
          <a:bodyPr wrap="square" lIns="508" tIns="508" rIns="508" bIns="508" rtlCol="0" anchor="ctr">
            <a:normAutofit/>
          </a:bodyPr>
          <a:lstStyle/>
          <a:p>
            <a:pPr marL="0" indent="0" algn="ctr">
              <a:buNone/>
            </a:pPr>
            <a:r>
              <a:rPr lang="en-US" sz="870" b="1" dirty="0">
                <a:solidFill>
                  <a:srgbClr val="111827"/>
                </a:solidFill>
              </a:rPr>
              <a:t>COP</a:t>
            </a:r>
            <a:endParaRPr lang="en-US" sz="870" dirty="0"/>
          </a:p>
          <a:p>
            <a:pPr marL="0" indent="0" algn="ctr">
              <a:buNone/>
            </a:pPr>
            <a:r>
              <a:rPr lang="en-US" sz="870" b="1" dirty="0">
                <a:solidFill>
                  <a:srgbClr val="111827"/>
                </a:solidFill>
              </a:rPr>
              <a:t>placement</a:t>
            </a:r>
            <a:endParaRPr lang="en-US" sz="870" dirty="0"/>
          </a:p>
        </p:txBody>
      </p:sp>
      <p:sp>
        <p:nvSpPr>
          <p:cNvPr id="19" name="Text 17"/>
          <p:cNvSpPr/>
          <p:nvPr/>
        </p:nvSpPr>
        <p:spPr>
          <a:xfrm>
            <a:off x="1280160" y="3703320"/>
            <a:ext cx="3566160" cy="384048"/>
          </a:xfrm>
          <a:prstGeom prst="roundRect">
            <a:avLst/>
          </a:prstGeom>
          <a:solidFill>
            <a:srgbClr val="FEE2E2"/>
          </a:solidFill>
          <a:ln w="10160">
            <a:solidFill>
              <a:srgbClr val="DC2626"/>
            </a:solidFill>
          </a:ln>
        </p:spPr>
        <p:txBody>
          <a:bodyPr wrap="square" lIns="254" tIns="254" rIns="254" bIns="254" rtlCol="0" anchor="ctr">
            <a:normAutofit/>
          </a:bodyPr>
          <a:lstStyle/>
          <a:p>
            <a:pPr marL="0" indent="0" algn="ctr">
              <a:buNone/>
            </a:pPr>
            <a:r>
              <a:rPr lang="en-US" sz="1000" b="1" dirty="0">
                <a:solidFill>
                  <a:srgbClr val="DC2626"/>
                </a:solidFill>
              </a:rPr>
              <a:t>Manual exports, copy-paste and follow-up</a:t>
            </a:r>
            <a:endParaRPr lang="en-US" sz="1000" dirty="0"/>
          </a:p>
        </p:txBody>
      </p:sp>
      <p:sp>
        <p:nvSpPr>
          <p:cNvPr id="20" name="Shape 18"/>
          <p:cNvSpPr/>
          <p:nvPr/>
        </p:nvSpPr>
        <p:spPr>
          <a:xfrm>
            <a:off x="2651760" y="3246120"/>
            <a:ext cx="0" cy="393192"/>
          </a:xfrm>
          <a:prstGeom prst="line">
            <a:avLst/>
          </a:prstGeom>
          <a:noFill/>
          <a:ln w="15240">
            <a:solidFill>
              <a:srgbClr val="DC2626"/>
            </a:solidFill>
            <a:prstDash val="solid"/>
            <a:headEnd type="none"/>
            <a:tailEnd type="triangle"/>
          </a:ln>
        </p:spPr>
        <p:txBody>
          <a:bodyPr/>
          <a:lstStyle/>
          <a:p>
            <a:endParaRPr lang="en-IN"/>
          </a:p>
        </p:txBody>
      </p:sp>
      <p:sp>
        <p:nvSpPr>
          <p:cNvPr id="21" name="Shape 19"/>
          <p:cNvSpPr/>
          <p:nvPr/>
        </p:nvSpPr>
        <p:spPr>
          <a:xfrm>
            <a:off x="6016752" y="1417320"/>
            <a:ext cx="0" cy="4526280"/>
          </a:xfrm>
          <a:prstGeom prst="line">
            <a:avLst/>
          </a:prstGeom>
          <a:noFill/>
          <a:ln w="15240">
            <a:solidFill>
              <a:srgbClr val="CBD5E1"/>
            </a:solidFill>
            <a:prstDash val="solid"/>
          </a:ln>
        </p:spPr>
        <p:txBody>
          <a:bodyPr/>
          <a:lstStyle/>
          <a:p>
            <a:endParaRPr lang="en-IN"/>
          </a:p>
        </p:txBody>
      </p:sp>
      <p:sp>
        <p:nvSpPr>
          <p:cNvPr id="22" name="Text 20"/>
          <p:cNvSpPr/>
          <p:nvPr/>
        </p:nvSpPr>
        <p:spPr>
          <a:xfrm>
            <a:off x="6537960" y="1645920"/>
            <a:ext cx="4846320" cy="621792"/>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30" dirty="0">
                <a:solidFill>
                  <a:srgbClr val="111827"/>
                </a:solidFill>
              </a:rPr>
              <a:t>Experience layer</a:t>
            </a:r>
            <a:endParaRPr lang="en-US" sz="1030" dirty="0"/>
          </a:p>
          <a:p>
            <a:pPr marL="0" indent="0" algn="ctr">
              <a:buNone/>
            </a:pPr>
            <a:r>
              <a:rPr lang="en-US" sz="1030" dirty="0">
                <a:solidFill>
                  <a:srgbClr val="111827"/>
                </a:solidFill>
              </a:rPr>
              <a:t>TAS team, candidates, panelists, HR SPOCs, Finance</a:t>
            </a:r>
            <a:endParaRPr lang="en-US" sz="1030" dirty="0"/>
          </a:p>
        </p:txBody>
      </p:sp>
      <p:sp>
        <p:nvSpPr>
          <p:cNvPr id="23" name="Shape 21"/>
          <p:cNvSpPr/>
          <p:nvPr/>
        </p:nvSpPr>
        <p:spPr>
          <a:xfrm>
            <a:off x="8961120" y="2304288"/>
            <a:ext cx="0" cy="164592"/>
          </a:xfrm>
          <a:prstGeom prst="line">
            <a:avLst/>
          </a:prstGeom>
          <a:noFill/>
          <a:ln w="12700">
            <a:solidFill>
              <a:srgbClr val="6B7280"/>
            </a:solidFill>
            <a:prstDash val="solid"/>
            <a:headEnd type="none"/>
            <a:tailEnd type="triangle"/>
          </a:ln>
        </p:spPr>
        <p:txBody>
          <a:bodyPr/>
          <a:lstStyle/>
          <a:p>
            <a:endParaRPr lang="en-IN"/>
          </a:p>
        </p:txBody>
      </p:sp>
      <p:sp>
        <p:nvSpPr>
          <p:cNvPr id="24" name="Text 22"/>
          <p:cNvSpPr/>
          <p:nvPr/>
        </p:nvSpPr>
        <p:spPr>
          <a:xfrm>
            <a:off x="6537960" y="2514600"/>
            <a:ext cx="4846320" cy="621792"/>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30" dirty="0">
                <a:solidFill>
                  <a:srgbClr val="111827"/>
                </a:solidFill>
              </a:rPr>
              <a:t>Workflow orchestration</a:t>
            </a:r>
            <a:endParaRPr lang="en-US" sz="1030" dirty="0"/>
          </a:p>
          <a:p>
            <a:pPr marL="0" indent="0" algn="ctr">
              <a:buNone/>
            </a:pPr>
            <a:r>
              <a:rPr lang="en-US" sz="1030" dirty="0">
                <a:solidFill>
                  <a:srgbClr val="111827"/>
                </a:solidFill>
              </a:rPr>
              <a:t>reminders, exceptions, approvals, case tracking</a:t>
            </a:r>
            <a:endParaRPr lang="en-US" sz="1030" dirty="0"/>
          </a:p>
        </p:txBody>
      </p:sp>
      <p:sp>
        <p:nvSpPr>
          <p:cNvPr id="25" name="Shape 23"/>
          <p:cNvSpPr/>
          <p:nvPr/>
        </p:nvSpPr>
        <p:spPr>
          <a:xfrm>
            <a:off x="8961120" y="3172968"/>
            <a:ext cx="0" cy="164592"/>
          </a:xfrm>
          <a:prstGeom prst="line">
            <a:avLst/>
          </a:prstGeom>
          <a:noFill/>
          <a:ln w="12700">
            <a:solidFill>
              <a:srgbClr val="6B7280"/>
            </a:solidFill>
            <a:prstDash val="solid"/>
            <a:headEnd type="none"/>
            <a:tailEnd type="triangle"/>
          </a:ln>
        </p:spPr>
        <p:txBody>
          <a:bodyPr/>
          <a:lstStyle/>
          <a:p>
            <a:endParaRPr lang="en-IN"/>
          </a:p>
        </p:txBody>
      </p:sp>
      <p:sp>
        <p:nvSpPr>
          <p:cNvPr id="26" name="Text 24"/>
          <p:cNvSpPr/>
          <p:nvPr/>
        </p:nvSpPr>
        <p:spPr>
          <a:xfrm>
            <a:off x="6537960" y="3383280"/>
            <a:ext cx="4846320" cy="621792"/>
          </a:xfrm>
          <a:prstGeom prst="roundRect">
            <a:avLst/>
          </a:prstGeom>
          <a:solidFill>
            <a:srgbClr val="F3E8FF"/>
          </a:solidFill>
          <a:ln w="15240">
            <a:solidFill>
              <a:srgbClr val="7C3AED"/>
            </a:solidFill>
          </a:ln>
        </p:spPr>
        <p:txBody>
          <a:bodyPr wrap="square" lIns="508" tIns="508" rIns="508" bIns="508" rtlCol="0" anchor="ctr">
            <a:normAutofit/>
          </a:bodyPr>
          <a:lstStyle/>
          <a:p>
            <a:pPr marL="0" indent="0" algn="ctr">
              <a:buNone/>
            </a:pPr>
            <a:r>
              <a:rPr lang="en-US" sz="1030" b="1" dirty="0">
                <a:solidFill>
                  <a:srgbClr val="111827"/>
                </a:solidFill>
              </a:rPr>
              <a:t>Governed TAS data layer</a:t>
            </a:r>
            <a:endParaRPr lang="en-US" sz="1030" dirty="0"/>
          </a:p>
          <a:p>
            <a:pPr marL="0" indent="0" algn="ctr">
              <a:buNone/>
            </a:pPr>
            <a:r>
              <a:rPr lang="en-US" sz="1030" b="1" dirty="0">
                <a:solidFill>
                  <a:srgbClr val="111827"/>
                </a:solidFill>
              </a:rPr>
              <a:t>candidate journey + employee master + event ledger</a:t>
            </a:r>
            <a:endParaRPr lang="en-US" sz="1030" dirty="0"/>
          </a:p>
        </p:txBody>
      </p:sp>
      <p:sp>
        <p:nvSpPr>
          <p:cNvPr id="27" name="Shape 25"/>
          <p:cNvSpPr/>
          <p:nvPr/>
        </p:nvSpPr>
        <p:spPr>
          <a:xfrm>
            <a:off x="8961120" y="4041648"/>
            <a:ext cx="0" cy="164592"/>
          </a:xfrm>
          <a:prstGeom prst="line">
            <a:avLst/>
          </a:prstGeom>
          <a:noFill/>
          <a:ln w="12700">
            <a:solidFill>
              <a:srgbClr val="6B7280"/>
            </a:solidFill>
            <a:prstDash val="solid"/>
            <a:headEnd type="none"/>
            <a:tailEnd type="triangle"/>
          </a:ln>
        </p:spPr>
        <p:txBody>
          <a:bodyPr/>
          <a:lstStyle/>
          <a:p>
            <a:endParaRPr lang="en-IN"/>
          </a:p>
        </p:txBody>
      </p:sp>
      <p:sp>
        <p:nvSpPr>
          <p:cNvPr id="28" name="Text 26"/>
          <p:cNvSpPr/>
          <p:nvPr/>
        </p:nvSpPr>
        <p:spPr>
          <a:xfrm>
            <a:off x="6537960" y="4251960"/>
            <a:ext cx="4846320" cy="621792"/>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1030" dirty="0">
                <a:solidFill>
                  <a:srgbClr val="111827"/>
                </a:solidFill>
              </a:rPr>
              <a:t>Integration gateway</a:t>
            </a:r>
            <a:endParaRPr lang="en-US" sz="1030" dirty="0"/>
          </a:p>
          <a:p>
            <a:pPr marL="0" indent="0" algn="ctr">
              <a:buNone/>
            </a:pPr>
            <a:r>
              <a:rPr lang="en-US" sz="1030" dirty="0">
                <a:solidFill>
                  <a:srgbClr val="111827"/>
                </a:solidFill>
              </a:rPr>
              <a:t>iON, vendors, Chroma, COP, Finance extracts / APIs</a:t>
            </a:r>
            <a:endParaRPr lang="en-US" sz="1030" dirty="0"/>
          </a:p>
        </p:txBody>
      </p:sp>
      <p:sp>
        <p:nvSpPr>
          <p:cNvPr id="29" name="Text 27"/>
          <p:cNvSpPr/>
          <p:nvPr/>
        </p:nvSpPr>
        <p:spPr>
          <a:xfrm>
            <a:off x="6537960" y="5166360"/>
            <a:ext cx="4846320" cy="841248"/>
          </a:xfrm>
          <a:prstGeom prst="round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30" name="Shape 28"/>
          <p:cNvSpPr/>
          <p:nvPr/>
        </p:nvSpPr>
        <p:spPr>
          <a:xfrm>
            <a:off x="6556248" y="5212080"/>
            <a:ext cx="73152" cy="749808"/>
          </a:xfrm>
          <a:prstGeom prst="rect">
            <a:avLst/>
          </a:prstGeom>
          <a:solidFill>
            <a:srgbClr val="16A34A"/>
          </a:solidFill>
          <a:ln w="12700">
            <a:solidFill>
              <a:srgbClr val="16A34A">
                <a:alpha val="0"/>
              </a:srgbClr>
            </a:solidFill>
            <a:prstDash val="solid"/>
          </a:ln>
        </p:spPr>
        <p:txBody>
          <a:bodyPr/>
          <a:lstStyle/>
          <a:p>
            <a:endParaRPr lang="en-IN"/>
          </a:p>
        </p:txBody>
      </p:sp>
      <p:sp>
        <p:nvSpPr>
          <p:cNvPr id="31" name="Text 29"/>
          <p:cNvSpPr/>
          <p:nvPr/>
        </p:nvSpPr>
        <p:spPr>
          <a:xfrm>
            <a:off x="6739128" y="5330952"/>
            <a:ext cx="4526280" cy="329184"/>
          </a:xfrm>
          <a:prstGeom prst="rect">
            <a:avLst/>
          </a:prstGeom>
          <a:noFill/>
          <a:ln/>
        </p:spPr>
        <p:txBody>
          <a:bodyPr wrap="square" lIns="0" tIns="0" rIns="0" bIns="0" rtlCol="0" anchor="ctr">
            <a:normAutofit/>
          </a:bodyPr>
          <a:lstStyle/>
          <a:p>
            <a:pPr marL="0" indent="0">
              <a:buNone/>
            </a:pPr>
            <a:r>
              <a:rPr lang="en-US" sz="1250" b="1" dirty="0">
                <a:solidFill>
                  <a:srgbClr val="062A5C"/>
                </a:solidFill>
              </a:rPr>
              <a:t>IT implication</a:t>
            </a:r>
            <a:endParaRPr lang="en-US" sz="1250" dirty="0"/>
          </a:p>
        </p:txBody>
      </p:sp>
      <p:sp>
        <p:nvSpPr>
          <p:cNvPr id="32" name="Text 30"/>
          <p:cNvSpPr/>
          <p:nvPr/>
        </p:nvSpPr>
        <p:spPr>
          <a:xfrm>
            <a:off x="6739128" y="5751576"/>
            <a:ext cx="4498848" cy="155448"/>
          </a:xfrm>
          <a:prstGeom prst="rect">
            <a:avLst/>
          </a:prstGeom>
          <a:noFill/>
          <a:ln/>
        </p:spPr>
        <p:txBody>
          <a:bodyPr wrap="square" lIns="0" tIns="0" rIns="0" bIns="0" rtlCol="0" anchor="ctr">
            <a:normAutofit fontScale="55000" lnSpcReduction="20000"/>
          </a:bodyPr>
          <a:lstStyle/>
          <a:p>
            <a:pPr marL="0" indent="0">
              <a:buNone/>
            </a:pPr>
            <a:r>
              <a:rPr lang="en-US" sz="1060" dirty="0">
                <a:solidFill>
                  <a:srgbClr val="111827"/>
                </a:solidFill>
              </a:rPr>
              <a:t>Do not start by replacing existing platforms. Start by connecting the few high-value events and data objects TAS needs to run matching, reporting and exceptions securely.</a:t>
            </a:r>
            <a:endParaRPr lang="en-US" sz="1060" dirty="0"/>
          </a:p>
        </p:txBody>
      </p:sp>
      <p:sp>
        <p:nvSpPr>
          <p:cNvPr id="33" name="Text 6">
            <a:extLst>
              <a:ext uri="{FF2B5EF4-FFF2-40B4-BE49-F238E27FC236}">
                <a16:creationId xmlns:a16="http://schemas.microsoft.com/office/drawing/2014/main" id="{F5E9646F-F3E3-8285-6586-4F62FF4E4039}"/>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05</a:t>
            </a:r>
            <a:endParaRPr lang="en-US" sz="1000" dirty="0"/>
          </a:p>
        </p:txBody>
      </p:sp>
      <p:pic>
        <p:nvPicPr>
          <p:cNvPr id="34" name="Picture 8" descr="Tata logo png, Tata icon transparent png 20975508 PNG">
            <a:extLst>
              <a:ext uri="{FF2B5EF4-FFF2-40B4-BE49-F238E27FC236}">
                <a16:creationId xmlns:a16="http://schemas.microsoft.com/office/drawing/2014/main" id="{C06307B2-A7BE-9BB9-D0FC-0590DA621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AI-native TAS vision: AI handles orchestration; humans own decisions</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22" name="Text 20"/>
          <p:cNvSpPr/>
          <p:nvPr/>
        </p:nvSpPr>
        <p:spPr>
          <a:xfrm>
            <a:off x="1316405" y="5303519"/>
            <a:ext cx="9559191" cy="685801"/>
          </a:xfrm>
          <a:prstGeom prst="roundRect">
            <a:avLst/>
          </a:prstGeom>
          <a:solidFill>
            <a:srgbClr val="FFFFFF"/>
          </a:solidFill>
          <a:ln w="10160">
            <a:solidFill>
              <a:srgbClr val="062A5C"/>
            </a:solidFill>
          </a:ln>
        </p:spPr>
        <p:txBody>
          <a:bodyPr wrap="square" lIns="254" tIns="254" rIns="254" bIns="254" rtlCol="0" anchor="ctr">
            <a:normAutofit/>
          </a:bodyPr>
          <a:lstStyle/>
          <a:p>
            <a:pPr marL="0" indent="0" algn="ctr">
              <a:buNone/>
            </a:pPr>
            <a:r>
              <a:rPr lang="en-US" sz="1600" b="1" dirty="0">
                <a:solidFill>
                  <a:srgbClr val="062A5C"/>
                </a:solidFill>
              </a:rPr>
              <a:t>Human Controls: plan, shortlist, selection, stint allocation, final placement, exceptions</a:t>
            </a:r>
            <a:endParaRPr lang="en-US" sz="1600" dirty="0"/>
          </a:p>
        </p:txBody>
      </p:sp>
      <p:sp>
        <p:nvSpPr>
          <p:cNvPr id="23" name="Text 6">
            <a:extLst>
              <a:ext uri="{FF2B5EF4-FFF2-40B4-BE49-F238E27FC236}">
                <a16:creationId xmlns:a16="http://schemas.microsoft.com/office/drawing/2014/main" id="{05D00CAA-6B9E-5D66-40BD-E045ADE5E6DB}"/>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06</a:t>
            </a:r>
            <a:endParaRPr lang="en-US" sz="1000" dirty="0"/>
          </a:p>
        </p:txBody>
      </p:sp>
      <p:grpSp>
        <p:nvGrpSpPr>
          <p:cNvPr id="26" name="Group 25">
            <a:extLst>
              <a:ext uri="{FF2B5EF4-FFF2-40B4-BE49-F238E27FC236}">
                <a16:creationId xmlns:a16="http://schemas.microsoft.com/office/drawing/2014/main" id="{ED60F9D7-A287-FBA9-68D3-A4509E8C43BC}"/>
              </a:ext>
            </a:extLst>
          </p:cNvPr>
          <p:cNvGrpSpPr/>
          <p:nvPr/>
        </p:nvGrpSpPr>
        <p:grpSpPr>
          <a:xfrm>
            <a:off x="1226820" y="1417320"/>
            <a:ext cx="9738360" cy="3529584"/>
            <a:chOff x="1226820" y="1417320"/>
            <a:chExt cx="9738360" cy="3529584"/>
          </a:xfrm>
        </p:grpSpPr>
        <p:grpSp>
          <p:nvGrpSpPr>
            <p:cNvPr id="24" name="Group 23">
              <a:extLst>
                <a:ext uri="{FF2B5EF4-FFF2-40B4-BE49-F238E27FC236}">
                  <a16:creationId xmlns:a16="http://schemas.microsoft.com/office/drawing/2014/main" id="{D0E220EA-E123-CC65-6972-AF237DF59C00}"/>
                </a:ext>
              </a:extLst>
            </p:cNvPr>
            <p:cNvGrpSpPr/>
            <p:nvPr/>
          </p:nvGrpSpPr>
          <p:grpSpPr>
            <a:xfrm>
              <a:off x="1226820" y="1417320"/>
              <a:ext cx="9738360" cy="3529584"/>
              <a:chOff x="685800" y="1417320"/>
              <a:chExt cx="9738360" cy="3529584"/>
            </a:xfrm>
          </p:grpSpPr>
          <p:sp>
            <p:nvSpPr>
              <p:cNvPr id="9" name="Text 7"/>
              <p:cNvSpPr/>
              <p:nvPr/>
            </p:nvSpPr>
            <p:spPr>
              <a:xfrm>
                <a:off x="3154680" y="2761488"/>
                <a:ext cx="5897880" cy="804672"/>
              </a:xfrm>
              <a:prstGeom prst="roundRect">
                <a:avLst/>
              </a:prstGeom>
              <a:solidFill>
                <a:srgbClr val="F3E8FF"/>
              </a:solidFill>
              <a:ln w="15240">
                <a:solidFill>
                  <a:srgbClr val="7C3AED"/>
                </a:solidFill>
              </a:ln>
            </p:spPr>
            <p:txBody>
              <a:bodyPr wrap="square" lIns="508" tIns="508" rIns="508" bIns="508" rtlCol="0" anchor="ctr">
                <a:normAutofit/>
              </a:bodyPr>
              <a:lstStyle/>
              <a:p>
                <a:pPr marL="0" indent="0" algn="ctr">
                  <a:buNone/>
                </a:pPr>
                <a:r>
                  <a:rPr lang="en-US" sz="1250" b="1" dirty="0">
                    <a:solidFill>
                      <a:srgbClr val="111827"/>
                    </a:solidFill>
                  </a:rPr>
                  <a:t>Governed TAS Knowledge &amp; Data Fabric</a:t>
                </a:r>
                <a:endParaRPr lang="en-US" sz="1250" dirty="0"/>
              </a:p>
              <a:p>
                <a:pPr marL="0" indent="0" algn="ctr">
                  <a:buNone/>
                </a:pPr>
                <a:r>
                  <a:rPr lang="en-US" sz="1250" b="1" dirty="0">
                    <a:solidFill>
                      <a:srgbClr val="111827"/>
                    </a:solidFill>
                  </a:rPr>
                  <a:t>Candidate journey graph • project/role graph • rubric vault • audit trail</a:t>
                </a:r>
                <a:endParaRPr lang="en-US" sz="1250" dirty="0"/>
              </a:p>
            </p:txBody>
          </p:sp>
          <p:sp>
            <p:nvSpPr>
              <p:cNvPr id="10" name="Text 8"/>
              <p:cNvSpPr/>
              <p:nvPr/>
            </p:nvSpPr>
            <p:spPr>
              <a:xfrm>
                <a:off x="685800" y="1417320"/>
                <a:ext cx="2788920" cy="877824"/>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50" b="1" dirty="0">
                    <a:solidFill>
                      <a:srgbClr val="111827"/>
                    </a:solidFill>
                  </a:rPr>
                  <a:t>Demand &amp; channel planning</a:t>
                </a:r>
                <a:endParaRPr lang="en-US" sz="1050" dirty="0"/>
              </a:p>
              <a:p>
                <a:pPr marL="0" indent="0" algn="ctr">
                  <a:buNone/>
                </a:pPr>
                <a:r>
                  <a:rPr lang="en-US" sz="1050" b="1" dirty="0">
                    <a:solidFill>
                      <a:srgbClr val="111827"/>
                    </a:solidFill>
                  </a:rPr>
                  <a:t>AI recommends volume, campus timing and panel capacity</a:t>
                </a:r>
                <a:endParaRPr lang="en-US" sz="1050" dirty="0"/>
              </a:p>
            </p:txBody>
          </p:sp>
          <p:sp>
            <p:nvSpPr>
              <p:cNvPr id="11" name="Text 9"/>
              <p:cNvSpPr/>
              <p:nvPr/>
            </p:nvSpPr>
            <p:spPr>
              <a:xfrm>
                <a:off x="4160520" y="1417320"/>
                <a:ext cx="2788920" cy="877824"/>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50" b="1" dirty="0">
                    <a:solidFill>
                      <a:srgbClr val="111827"/>
                    </a:solidFill>
                  </a:rPr>
                  <a:t>Selection orchestration</a:t>
                </a:r>
                <a:endParaRPr lang="en-US" sz="1050" dirty="0"/>
              </a:p>
              <a:p>
                <a:pPr marL="0" indent="0" algn="ctr">
                  <a:buNone/>
                </a:pPr>
                <a:r>
                  <a:rPr lang="en-US" sz="1050" b="1" dirty="0">
                    <a:solidFill>
                      <a:srgbClr val="111827"/>
                    </a:solidFill>
                  </a:rPr>
                  <a:t>AI normalizes applications, applies rules and prepares shortlist packs</a:t>
                </a:r>
                <a:endParaRPr lang="en-US" sz="1050" dirty="0"/>
              </a:p>
            </p:txBody>
          </p:sp>
          <p:sp>
            <p:nvSpPr>
              <p:cNvPr id="12" name="Text 10"/>
              <p:cNvSpPr/>
              <p:nvPr/>
            </p:nvSpPr>
            <p:spPr>
              <a:xfrm>
                <a:off x="7635240" y="1417320"/>
                <a:ext cx="2788920" cy="877824"/>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50" b="1" dirty="0">
                    <a:solidFill>
                      <a:srgbClr val="111827"/>
                    </a:solidFill>
                  </a:rPr>
                  <a:t>Experience concierge</a:t>
                </a:r>
                <a:endParaRPr lang="en-US" sz="1050" dirty="0"/>
              </a:p>
              <a:p>
                <a:pPr marL="0" indent="0" algn="ctr">
                  <a:buNone/>
                </a:pPr>
                <a:r>
                  <a:rPr lang="en-US" sz="1050" b="1" dirty="0">
                    <a:solidFill>
                      <a:srgbClr val="111827"/>
                    </a:solidFill>
                  </a:rPr>
                  <a:t>AI sends nudges, manages FAQs, coordinates panelists and SPOCs</a:t>
                </a:r>
                <a:endParaRPr lang="en-US" sz="1050" dirty="0"/>
              </a:p>
            </p:txBody>
          </p:sp>
          <p:sp>
            <p:nvSpPr>
              <p:cNvPr id="14" name="Shape 12"/>
              <p:cNvSpPr/>
              <p:nvPr/>
            </p:nvSpPr>
            <p:spPr>
              <a:xfrm>
                <a:off x="5852158" y="2295144"/>
                <a:ext cx="2" cy="466344"/>
              </a:xfrm>
              <a:prstGeom prst="line">
                <a:avLst/>
              </a:prstGeom>
              <a:noFill/>
              <a:ln w="13970">
                <a:solidFill>
                  <a:srgbClr val="16A34A"/>
                </a:solidFill>
                <a:prstDash val="solid"/>
                <a:headEnd type="none"/>
                <a:tailEnd type="triangle"/>
              </a:ln>
            </p:spPr>
            <p:txBody>
              <a:bodyPr/>
              <a:lstStyle/>
              <a:p>
                <a:endParaRPr lang="en-IN"/>
              </a:p>
            </p:txBody>
          </p:sp>
          <p:sp>
            <p:nvSpPr>
              <p:cNvPr id="15" name="Shape 13"/>
              <p:cNvSpPr/>
              <p:nvPr/>
            </p:nvSpPr>
            <p:spPr>
              <a:xfrm>
                <a:off x="8936567" y="2331720"/>
                <a:ext cx="0" cy="429768"/>
              </a:xfrm>
              <a:prstGeom prst="line">
                <a:avLst/>
              </a:prstGeom>
              <a:noFill/>
              <a:ln w="13970">
                <a:solidFill>
                  <a:srgbClr val="16A34A"/>
                </a:solidFill>
                <a:prstDash val="solid"/>
                <a:headEnd type="none"/>
                <a:tailEnd type="triangle"/>
              </a:ln>
            </p:spPr>
            <p:txBody>
              <a:bodyPr/>
              <a:lstStyle/>
              <a:p>
                <a:endParaRPr lang="en-IN"/>
              </a:p>
            </p:txBody>
          </p:sp>
          <p:sp>
            <p:nvSpPr>
              <p:cNvPr id="16" name="Text 14"/>
              <p:cNvSpPr/>
              <p:nvPr/>
            </p:nvSpPr>
            <p:spPr>
              <a:xfrm>
                <a:off x="685800" y="4069080"/>
                <a:ext cx="2788920" cy="877824"/>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50" b="1" dirty="0">
                    <a:solidFill>
                      <a:srgbClr val="111827"/>
                    </a:solidFill>
                  </a:rPr>
                  <a:t>Project / role matching</a:t>
                </a:r>
                <a:endParaRPr lang="en-US" sz="1050" dirty="0"/>
              </a:p>
              <a:p>
                <a:pPr marL="0" indent="0" algn="ctr">
                  <a:buNone/>
                </a:pPr>
                <a:r>
                  <a:rPr lang="en-US" sz="1050" b="1" dirty="0">
                    <a:solidFill>
                      <a:srgbClr val="111827"/>
                    </a:solidFill>
                  </a:rPr>
                  <a:t>AI ranks fit and explains rationale</a:t>
                </a:r>
                <a:endParaRPr lang="en-US" sz="1050" dirty="0"/>
              </a:p>
            </p:txBody>
          </p:sp>
          <p:sp>
            <p:nvSpPr>
              <p:cNvPr id="17" name="Text 15"/>
              <p:cNvSpPr/>
              <p:nvPr/>
            </p:nvSpPr>
            <p:spPr>
              <a:xfrm>
                <a:off x="4160520" y="4069080"/>
                <a:ext cx="2788920" cy="877824"/>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50" b="1" dirty="0">
                    <a:solidFill>
                      <a:srgbClr val="111827"/>
                    </a:solidFill>
                  </a:rPr>
                  <a:t>Year 1 PM automation</a:t>
                </a:r>
                <a:endParaRPr lang="en-US" sz="1050" dirty="0"/>
              </a:p>
              <a:p>
                <a:pPr marL="0" indent="0" algn="ctr">
                  <a:buNone/>
                </a:pPr>
                <a:r>
                  <a:rPr lang="en-US" sz="1050" b="1" dirty="0">
                    <a:solidFill>
                      <a:srgbClr val="111827"/>
                    </a:solidFill>
                  </a:rPr>
                  <a:t>Chroma cycle setup, access checks and completion nudges</a:t>
                </a:r>
                <a:endParaRPr lang="en-US" sz="1050" dirty="0"/>
              </a:p>
            </p:txBody>
          </p:sp>
          <p:sp>
            <p:nvSpPr>
              <p:cNvPr id="18" name="Text 16"/>
              <p:cNvSpPr/>
              <p:nvPr/>
            </p:nvSpPr>
            <p:spPr>
              <a:xfrm>
                <a:off x="7635240" y="4069080"/>
                <a:ext cx="2788920" cy="877824"/>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50" b="1" dirty="0">
                    <a:solidFill>
                      <a:srgbClr val="111827"/>
                    </a:solidFill>
                  </a:rPr>
                  <a:t>Placement &amp; learning loop</a:t>
                </a:r>
                <a:endParaRPr lang="en-US" sz="1050" dirty="0"/>
              </a:p>
              <a:p>
                <a:pPr marL="0" indent="0" algn="ctr">
                  <a:buNone/>
                </a:pPr>
                <a:r>
                  <a:rPr lang="en-US" sz="1050" b="1" dirty="0">
                    <a:solidFill>
                      <a:srgbClr val="111827"/>
                    </a:solidFill>
                  </a:rPr>
                  <a:t>COP role fit, outcomes, retention and dashboard insights</a:t>
                </a:r>
                <a:endParaRPr lang="en-US" sz="1050" dirty="0"/>
              </a:p>
            </p:txBody>
          </p:sp>
          <p:sp>
            <p:nvSpPr>
              <p:cNvPr id="19" name="Shape 17"/>
              <p:cNvSpPr/>
              <p:nvPr/>
            </p:nvSpPr>
            <p:spPr>
              <a:xfrm>
                <a:off x="3286760" y="3566160"/>
                <a:ext cx="0" cy="502920"/>
              </a:xfrm>
              <a:prstGeom prst="line">
                <a:avLst/>
              </a:prstGeom>
              <a:noFill/>
              <a:ln w="13970">
                <a:solidFill>
                  <a:srgbClr val="6B7280"/>
                </a:solidFill>
                <a:prstDash val="solid"/>
                <a:headEnd type="none"/>
                <a:tailEnd type="triangle"/>
              </a:ln>
            </p:spPr>
            <p:txBody>
              <a:bodyPr/>
              <a:lstStyle/>
              <a:p>
                <a:endParaRPr lang="en-IN"/>
              </a:p>
            </p:txBody>
          </p:sp>
          <p:sp>
            <p:nvSpPr>
              <p:cNvPr id="20" name="Shape 18"/>
              <p:cNvSpPr/>
              <p:nvPr/>
            </p:nvSpPr>
            <p:spPr>
              <a:xfrm>
                <a:off x="5852160" y="3566160"/>
                <a:ext cx="0" cy="502920"/>
              </a:xfrm>
              <a:prstGeom prst="line">
                <a:avLst/>
              </a:prstGeom>
              <a:noFill/>
              <a:ln w="13970">
                <a:solidFill>
                  <a:srgbClr val="6B7280"/>
                </a:solidFill>
                <a:prstDash val="solid"/>
                <a:headEnd type="none"/>
                <a:tailEnd type="triangle"/>
              </a:ln>
            </p:spPr>
            <p:txBody>
              <a:bodyPr/>
              <a:lstStyle/>
              <a:p>
                <a:endParaRPr lang="en-IN"/>
              </a:p>
            </p:txBody>
          </p:sp>
          <p:sp>
            <p:nvSpPr>
              <p:cNvPr id="21" name="Shape 19"/>
              <p:cNvSpPr/>
              <p:nvPr/>
            </p:nvSpPr>
            <p:spPr>
              <a:xfrm>
                <a:off x="8939107" y="3566160"/>
                <a:ext cx="0" cy="502920"/>
              </a:xfrm>
              <a:prstGeom prst="line">
                <a:avLst/>
              </a:prstGeom>
              <a:noFill/>
              <a:ln w="13970">
                <a:solidFill>
                  <a:srgbClr val="6B7280"/>
                </a:solidFill>
                <a:prstDash val="solid"/>
                <a:headEnd type="none"/>
                <a:tailEnd type="triangle"/>
              </a:ln>
            </p:spPr>
            <p:txBody>
              <a:bodyPr/>
              <a:lstStyle/>
              <a:p>
                <a:endParaRPr lang="en-IN" dirty="0"/>
              </a:p>
            </p:txBody>
          </p:sp>
        </p:grpSp>
        <p:sp>
          <p:nvSpPr>
            <p:cNvPr id="25" name="Shape 12">
              <a:extLst>
                <a:ext uri="{FF2B5EF4-FFF2-40B4-BE49-F238E27FC236}">
                  <a16:creationId xmlns:a16="http://schemas.microsoft.com/office/drawing/2014/main" id="{A91EE877-24A2-40F7-AB56-DB516A9730D3}"/>
                </a:ext>
              </a:extLst>
            </p:cNvPr>
            <p:cNvSpPr/>
            <p:nvPr/>
          </p:nvSpPr>
          <p:spPr>
            <a:xfrm>
              <a:off x="3827778" y="2295144"/>
              <a:ext cx="2" cy="466344"/>
            </a:xfrm>
            <a:prstGeom prst="line">
              <a:avLst/>
            </a:prstGeom>
            <a:noFill/>
            <a:ln w="13970">
              <a:solidFill>
                <a:srgbClr val="16A34A"/>
              </a:solidFill>
              <a:prstDash val="solid"/>
              <a:headEnd type="none"/>
              <a:tailEnd type="triangle"/>
            </a:ln>
          </p:spPr>
          <p:txBody>
            <a:bodyPr/>
            <a:lstStyle/>
            <a:p>
              <a:endParaRPr lang="en-IN"/>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AI-native TAS Reports vision: event-driven, validated and finance-ready</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grpSp>
        <p:nvGrpSpPr>
          <p:cNvPr id="28" name="Group 27">
            <a:extLst>
              <a:ext uri="{FF2B5EF4-FFF2-40B4-BE49-F238E27FC236}">
                <a16:creationId xmlns:a16="http://schemas.microsoft.com/office/drawing/2014/main" id="{ACBA3FA2-7CBB-B489-D020-7E9E96AD3027}"/>
              </a:ext>
            </a:extLst>
          </p:cNvPr>
          <p:cNvGrpSpPr/>
          <p:nvPr/>
        </p:nvGrpSpPr>
        <p:grpSpPr>
          <a:xfrm>
            <a:off x="678180" y="1495212"/>
            <a:ext cx="10835640" cy="3273552"/>
            <a:chOff x="594360" y="1325880"/>
            <a:chExt cx="10835640" cy="3273552"/>
          </a:xfrm>
        </p:grpSpPr>
        <p:sp>
          <p:nvSpPr>
            <p:cNvPr id="9" name="Text 7"/>
            <p:cNvSpPr/>
            <p:nvPr/>
          </p:nvSpPr>
          <p:spPr>
            <a:xfrm>
              <a:off x="594360" y="1325880"/>
              <a:ext cx="2148840" cy="640080"/>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960" b="1" dirty="0">
                  <a:solidFill>
                    <a:srgbClr val="111827"/>
                  </a:solidFill>
                </a:rPr>
                <a:t>HR SPOC portal</a:t>
              </a:r>
              <a:endParaRPr lang="en-US" sz="960" dirty="0"/>
            </a:p>
            <a:p>
              <a:pPr marL="0" indent="0" algn="ctr">
                <a:buNone/>
              </a:pPr>
              <a:r>
                <a:rPr lang="en-US" sz="960" b="1" dirty="0">
                  <a:solidFill>
                    <a:srgbClr val="111827"/>
                  </a:solidFill>
                </a:rPr>
                <a:t>structured updates</a:t>
              </a:r>
              <a:endParaRPr lang="en-US" sz="960" dirty="0"/>
            </a:p>
          </p:txBody>
        </p:sp>
        <p:sp>
          <p:nvSpPr>
            <p:cNvPr id="10" name="Text 8"/>
            <p:cNvSpPr/>
            <p:nvPr/>
          </p:nvSpPr>
          <p:spPr>
            <a:xfrm>
              <a:off x="3383280" y="1325880"/>
              <a:ext cx="2148840" cy="64008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960" b="1" dirty="0">
                  <a:solidFill>
                    <a:srgbClr val="111827"/>
                  </a:solidFill>
                </a:rPr>
                <a:t>TAS office</a:t>
              </a:r>
              <a:endParaRPr lang="en-US" sz="960" dirty="0"/>
            </a:p>
            <a:p>
              <a:pPr marL="0" indent="0" algn="ctr">
                <a:buNone/>
              </a:pPr>
              <a:r>
                <a:rPr lang="en-US" sz="960" b="1" dirty="0">
                  <a:solidFill>
                    <a:srgbClr val="111827"/>
                  </a:solidFill>
                </a:rPr>
                <a:t>selection + stint events</a:t>
              </a:r>
              <a:endParaRPr lang="en-US" sz="960" dirty="0"/>
            </a:p>
          </p:txBody>
        </p:sp>
        <p:sp>
          <p:nvSpPr>
            <p:cNvPr id="11" name="Text 9"/>
            <p:cNvSpPr/>
            <p:nvPr/>
          </p:nvSpPr>
          <p:spPr>
            <a:xfrm>
              <a:off x="6172200" y="1325880"/>
              <a:ext cx="2148840" cy="64008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960" b="1" dirty="0">
                  <a:solidFill>
                    <a:srgbClr val="111827"/>
                  </a:solidFill>
                </a:rPr>
                <a:t>Chroma / COP</a:t>
              </a:r>
              <a:endParaRPr lang="en-US" sz="960" dirty="0"/>
            </a:p>
            <a:p>
              <a:pPr marL="0" indent="0" algn="ctr">
                <a:buNone/>
              </a:pPr>
              <a:r>
                <a:rPr lang="en-US" sz="960" b="1" dirty="0">
                  <a:solidFill>
                    <a:srgbClr val="111827"/>
                  </a:solidFill>
                </a:rPr>
                <a:t>events where available</a:t>
              </a:r>
              <a:endParaRPr lang="en-US" sz="960" dirty="0"/>
            </a:p>
          </p:txBody>
        </p:sp>
        <p:sp>
          <p:nvSpPr>
            <p:cNvPr id="12" name="Text 10"/>
            <p:cNvSpPr/>
            <p:nvPr/>
          </p:nvSpPr>
          <p:spPr>
            <a:xfrm>
              <a:off x="8961120" y="1325880"/>
              <a:ext cx="2148840" cy="640080"/>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960" b="1" dirty="0">
                  <a:solidFill>
                    <a:srgbClr val="111827"/>
                  </a:solidFill>
                </a:rPr>
                <a:t>Finance rules,</a:t>
              </a:r>
              <a:endParaRPr lang="en-US" sz="960" dirty="0"/>
            </a:p>
            <a:p>
              <a:pPr marL="0" indent="0" algn="ctr">
                <a:buNone/>
              </a:pPr>
              <a:r>
                <a:rPr lang="en-US" sz="960" b="1" dirty="0">
                  <a:solidFill>
                    <a:srgbClr val="111827"/>
                  </a:solidFill>
                </a:rPr>
                <a:t>Share Of Expenses logic</a:t>
              </a:r>
              <a:endParaRPr lang="en-US" sz="960" dirty="0"/>
            </a:p>
          </p:txBody>
        </p:sp>
        <p:sp>
          <p:nvSpPr>
            <p:cNvPr id="13" name="Shape 11"/>
            <p:cNvSpPr/>
            <p:nvPr/>
          </p:nvSpPr>
          <p:spPr>
            <a:xfrm>
              <a:off x="2404533" y="1965960"/>
              <a:ext cx="0" cy="548640"/>
            </a:xfrm>
            <a:prstGeom prst="line">
              <a:avLst/>
            </a:prstGeom>
            <a:noFill/>
            <a:ln w="12700">
              <a:solidFill>
                <a:srgbClr val="6B7280"/>
              </a:solidFill>
              <a:prstDash val="solid"/>
              <a:headEnd type="none"/>
              <a:tailEnd type="triangle"/>
            </a:ln>
          </p:spPr>
          <p:txBody>
            <a:bodyPr/>
            <a:lstStyle/>
            <a:p>
              <a:endParaRPr lang="en-IN"/>
            </a:p>
          </p:txBody>
        </p:sp>
        <p:sp>
          <p:nvSpPr>
            <p:cNvPr id="14" name="Shape 12"/>
            <p:cNvSpPr/>
            <p:nvPr/>
          </p:nvSpPr>
          <p:spPr>
            <a:xfrm>
              <a:off x="4462272" y="1993392"/>
              <a:ext cx="0" cy="548640"/>
            </a:xfrm>
            <a:prstGeom prst="line">
              <a:avLst/>
            </a:prstGeom>
            <a:noFill/>
            <a:ln w="12700">
              <a:solidFill>
                <a:srgbClr val="6B7280"/>
              </a:solidFill>
              <a:prstDash val="solid"/>
              <a:headEnd type="none"/>
              <a:tailEnd type="triangle"/>
            </a:ln>
          </p:spPr>
          <p:txBody>
            <a:bodyPr/>
            <a:lstStyle/>
            <a:p>
              <a:endParaRPr lang="en-IN"/>
            </a:p>
          </p:txBody>
        </p:sp>
        <p:sp>
          <p:nvSpPr>
            <p:cNvPr id="15" name="Shape 13"/>
            <p:cNvSpPr/>
            <p:nvPr/>
          </p:nvSpPr>
          <p:spPr>
            <a:xfrm>
              <a:off x="7251192" y="1993392"/>
              <a:ext cx="0" cy="521208"/>
            </a:xfrm>
            <a:prstGeom prst="line">
              <a:avLst/>
            </a:prstGeom>
            <a:noFill/>
            <a:ln w="12700">
              <a:solidFill>
                <a:srgbClr val="6B7280"/>
              </a:solidFill>
              <a:prstDash val="solid"/>
              <a:headEnd type="none"/>
              <a:tailEnd type="triangle"/>
            </a:ln>
          </p:spPr>
          <p:txBody>
            <a:bodyPr/>
            <a:lstStyle/>
            <a:p>
              <a:endParaRPr lang="en-IN"/>
            </a:p>
          </p:txBody>
        </p:sp>
        <p:sp>
          <p:nvSpPr>
            <p:cNvPr id="16" name="Shape 14"/>
            <p:cNvSpPr/>
            <p:nvPr/>
          </p:nvSpPr>
          <p:spPr>
            <a:xfrm>
              <a:off x="9803045" y="1993392"/>
              <a:ext cx="0" cy="521208"/>
            </a:xfrm>
            <a:prstGeom prst="line">
              <a:avLst/>
            </a:prstGeom>
            <a:noFill/>
            <a:ln w="12700">
              <a:solidFill>
                <a:srgbClr val="6B7280"/>
              </a:solidFill>
              <a:prstDash val="solid"/>
              <a:headEnd type="none"/>
              <a:tailEnd type="triangle"/>
            </a:ln>
          </p:spPr>
          <p:txBody>
            <a:bodyPr/>
            <a:lstStyle/>
            <a:p>
              <a:endParaRPr lang="en-IN"/>
            </a:p>
          </p:txBody>
        </p:sp>
        <p:sp>
          <p:nvSpPr>
            <p:cNvPr id="17" name="Text 15"/>
            <p:cNvSpPr/>
            <p:nvPr/>
          </p:nvSpPr>
          <p:spPr>
            <a:xfrm>
              <a:off x="2243668" y="2514600"/>
              <a:ext cx="7704665" cy="749808"/>
            </a:xfrm>
            <a:prstGeom prst="roundRect">
              <a:avLst/>
            </a:prstGeom>
            <a:solidFill>
              <a:srgbClr val="F3E8FF"/>
            </a:solidFill>
            <a:ln w="15240">
              <a:solidFill>
                <a:srgbClr val="7C3AED"/>
              </a:solidFill>
            </a:ln>
          </p:spPr>
          <p:txBody>
            <a:bodyPr wrap="square" lIns="508" tIns="508" rIns="508" bIns="508" rtlCol="0" anchor="ctr">
              <a:normAutofit/>
            </a:bodyPr>
            <a:lstStyle/>
            <a:p>
              <a:pPr marL="0" indent="0" algn="ctr">
                <a:buNone/>
              </a:pPr>
              <a:r>
                <a:rPr lang="en-US" sz="1180" b="1" dirty="0">
                  <a:solidFill>
                    <a:srgbClr val="111827"/>
                  </a:solidFill>
                </a:rPr>
                <a:t>TAS Employee Master Database</a:t>
              </a:r>
              <a:endParaRPr lang="en-US" sz="1180" dirty="0"/>
            </a:p>
            <a:p>
              <a:pPr marL="0" indent="0" algn="ctr">
                <a:buNone/>
              </a:pPr>
              <a:r>
                <a:rPr lang="en-US" sz="1180" b="1" dirty="0">
                  <a:solidFill>
                    <a:srgbClr val="111827"/>
                  </a:solidFill>
                </a:rPr>
                <a:t>Unique TAS ID • current company • role • location • contact • track • status</a:t>
              </a:r>
              <a:endParaRPr lang="en-US" sz="1180" dirty="0"/>
            </a:p>
          </p:txBody>
        </p:sp>
        <p:sp>
          <p:nvSpPr>
            <p:cNvPr id="18" name="Text 16"/>
            <p:cNvSpPr/>
            <p:nvPr/>
          </p:nvSpPr>
          <p:spPr>
            <a:xfrm>
              <a:off x="868680" y="3886200"/>
              <a:ext cx="2194560" cy="713232"/>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980" dirty="0">
                  <a:solidFill>
                    <a:srgbClr val="111827"/>
                  </a:solidFill>
                </a:rPr>
                <a:t>Validation rules</a:t>
              </a:r>
              <a:endParaRPr lang="en-US" sz="980" dirty="0"/>
            </a:p>
            <a:p>
              <a:pPr marL="0" indent="0" algn="ctr">
                <a:buNone/>
              </a:pPr>
              <a:r>
                <a:rPr lang="en-US" sz="980" dirty="0">
                  <a:solidFill>
                    <a:srgbClr val="111827"/>
                  </a:solidFill>
                </a:rPr>
                <a:t>required fields, dates, duplicates</a:t>
              </a:r>
              <a:endParaRPr lang="en-US" sz="980" dirty="0"/>
            </a:p>
          </p:txBody>
        </p:sp>
        <p:sp>
          <p:nvSpPr>
            <p:cNvPr id="19" name="Shape 17"/>
            <p:cNvSpPr/>
            <p:nvPr/>
          </p:nvSpPr>
          <p:spPr>
            <a:xfrm>
              <a:off x="3108960" y="4242816"/>
              <a:ext cx="502920" cy="0"/>
            </a:xfrm>
            <a:prstGeom prst="line">
              <a:avLst/>
            </a:prstGeom>
            <a:noFill/>
            <a:ln w="13970">
              <a:solidFill>
                <a:srgbClr val="6B7280"/>
              </a:solidFill>
              <a:prstDash val="solid"/>
              <a:headEnd type="none"/>
              <a:tailEnd type="triangle"/>
            </a:ln>
          </p:spPr>
          <p:txBody>
            <a:bodyPr/>
            <a:lstStyle/>
            <a:p>
              <a:endParaRPr lang="en-IN"/>
            </a:p>
          </p:txBody>
        </p:sp>
        <p:sp>
          <p:nvSpPr>
            <p:cNvPr id="20" name="Text 18"/>
            <p:cNvSpPr/>
            <p:nvPr/>
          </p:nvSpPr>
          <p:spPr>
            <a:xfrm>
              <a:off x="3657600" y="3886200"/>
              <a:ext cx="2194560" cy="713232"/>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980" b="1" dirty="0">
                  <a:solidFill>
                    <a:srgbClr val="111827"/>
                  </a:solidFill>
                </a:rPr>
                <a:t>AI reconciliation</a:t>
              </a:r>
              <a:endParaRPr lang="en-US" sz="980" dirty="0"/>
            </a:p>
            <a:p>
              <a:pPr marL="0" indent="0" algn="ctr">
                <a:buNone/>
              </a:pPr>
              <a:r>
                <a:rPr lang="en-US" sz="980" b="1" dirty="0">
                  <a:solidFill>
                    <a:srgbClr val="111827"/>
                  </a:solidFill>
                </a:rPr>
                <a:t>anomalies, stale data, corrections</a:t>
              </a:r>
              <a:endParaRPr lang="en-US" sz="980" dirty="0"/>
            </a:p>
          </p:txBody>
        </p:sp>
        <p:sp>
          <p:nvSpPr>
            <p:cNvPr id="21" name="Shape 19"/>
            <p:cNvSpPr/>
            <p:nvPr/>
          </p:nvSpPr>
          <p:spPr>
            <a:xfrm>
              <a:off x="5897880" y="4242816"/>
              <a:ext cx="502920" cy="0"/>
            </a:xfrm>
            <a:prstGeom prst="line">
              <a:avLst/>
            </a:prstGeom>
            <a:noFill/>
            <a:ln w="13970">
              <a:solidFill>
                <a:srgbClr val="6B7280"/>
              </a:solidFill>
              <a:prstDash val="solid"/>
              <a:headEnd type="none"/>
              <a:tailEnd type="triangle"/>
            </a:ln>
          </p:spPr>
          <p:txBody>
            <a:bodyPr/>
            <a:lstStyle/>
            <a:p>
              <a:endParaRPr lang="en-IN"/>
            </a:p>
          </p:txBody>
        </p:sp>
        <p:sp>
          <p:nvSpPr>
            <p:cNvPr id="22" name="Text 20"/>
            <p:cNvSpPr/>
            <p:nvPr/>
          </p:nvSpPr>
          <p:spPr>
            <a:xfrm>
              <a:off x="6446520" y="3886200"/>
              <a:ext cx="2194560" cy="713232"/>
            </a:xfrm>
            <a:prstGeom prst="roundRect">
              <a:avLst/>
            </a:prstGeom>
            <a:solidFill>
              <a:srgbClr val="FFFFFF"/>
            </a:solidFill>
            <a:ln w="15240">
              <a:solidFill>
                <a:srgbClr val="062A5C"/>
              </a:solidFill>
            </a:ln>
          </p:spPr>
          <p:txBody>
            <a:bodyPr wrap="square" lIns="508" tIns="508" rIns="508" bIns="508" rtlCol="0" anchor="ctr">
              <a:normAutofit/>
            </a:bodyPr>
            <a:lstStyle/>
            <a:p>
              <a:pPr marL="0" indent="0" algn="ctr">
                <a:buNone/>
              </a:pPr>
              <a:r>
                <a:rPr lang="en-US" sz="980" b="1" dirty="0">
                  <a:solidFill>
                    <a:srgbClr val="111827"/>
                  </a:solidFill>
                </a:rPr>
                <a:t>Human data steward</a:t>
              </a:r>
              <a:endParaRPr lang="en-US" sz="980" dirty="0"/>
            </a:p>
            <a:p>
              <a:pPr marL="0" indent="0" algn="ctr">
                <a:buNone/>
              </a:pPr>
              <a:r>
                <a:rPr lang="en-US" sz="980" b="1" dirty="0">
                  <a:solidFill>
                    <a:srgbClr val="111827"/>
                  </a:solidFill>
                </a:rPr>
                <a:t>approves write-back</a:t>
              </a:r>
              <a:endParaRPr lang="en-US" sz="980" dirty="0"/>
            </a:p>
          </p:txBody>
        </p:sp>
        <p:sp>
          <p:nvSpPr>
            <p:cNvPr id="23" name="Shape 21"/>
            <p:cNvSpPr/>
            <p:nvPr/>
          </p:nvSpPr>
          <p:spPr>
            <a:xfrm>
              <a:off x="8686800" y="4242816"/>
              <a:ext cx="502920" cy="0"/>
            </a:xfrm>
            <a:prstGeom prst="line">
              <a:avLst/>
            </a:prstGeom>
            <a:noFill/>
            <a:ln w="13970">
              <a:solidFill>
                <a:srgbClr val="6B7280"/>
              </a:solidFill>
              <a:prstDash val="solid"/>
              <a:headEnd type="none"/>
              <a:tailEnd type="triangle"/>
            </a:ln>
          </p:spPr>
          <p:txBody>
            <a:bodyPr/>
            <a:lstStyle/>
            <a:p>
              <a:endParaRPr lang="en-IN"/>
            </a:p>
          </p:txBody>
        </p:sp>
        <p:sp>
          <p:nvSpPr>
            <p:cNvPr id="24" name="Text 22"/>
            <p:cNvSpPr/>
            <p:nvPr/>
          </p:nvSpPr>
          <p:spPr>
            <a:xfrm>
              <a:off x="9235440" y="3886200"/>
              <a:ext cx="2194560" cy="713232"/>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980" b="1" dirty="0">
                  <a:solidFill>
                    <a:srgbClr val="111827"/>
                  </a:solidFill>
                </a:rPr>
                <a:t>Dashboards + Share Of Expenses</a:t>
              </a:r>
              <a:endParaRPr lang="en-US" sz="980" dirty="0"/>
            </a:p>
            <a:p>
              <a:pPr marL="0" indent="0" algn="ctr">
                <a:buNone/>
              </a:pPr>
              <a:r>
                <a:rPr lang="en-US" sz="980" b="1" dirty="0">
                  <a:solidFill>
                    <a:srgbClr val="111827"/>
                  </a:solidFill>
                </a:rPr>
                <a:t>reports, finance handoff, invoices</a:t>
              </a:r>
              <a:endParaRPr lang="en-US" sz="980" dirty="0"/>
            </a:p>
          </p:txBody>
        </p:sp>
        <p:sp>
          <p:nvSpPr>
            <p:cNvPr id="25" name="Shape 23"/>
            <p:cNvSpPr/>
            <p:nvPr/>
          </p:nvSpPr>
          <p:spPr>
            <a:xfrm>
              <a:off x="5989320" y="3291840"/>
              <a:ext cx="0" cy="594360"/>
            </a:xfrm>
            <a:prstGeom prst="line">
              <a:avLst/>
            </a:prstGeom>
            <a:noFill/>
            <a:ln w="12700">
              <a:solidFill>
                <a:srgbClr val="6B7280"/>
              </a:solidFill>
              <a:prstDash val="solid"/>
              <a:headEnd type="none"/>
              <a:tailEnd type="triangle"/>
            </a:ln>
          </p:spPr>
          <p:txBody>
            <a:bodyPr/>
            <a:lstStyle/>
            <a:p>
              <a:endParaRPr lang="en-IN"/>
            </a:p>
          </p:txBody>
        </p:sp>
      </p:grpSp>
      <p:sp>
        <p:nvSpPr>
          <p:cNvPr id="26" name="Text 24"/>
          <p:cNvSpPr/>
          <p:nvPr/>
        </p:nvSpPr>
        <p:spPr>
          <a:xfrm>
            <a:off x="1591734" y="5321242"/>
            <a:ext cx="9008533" cy="658033"/>
          </a:xfrm>
          <a:prstGeom prst="roundRect">
            <a:avLst/>
          </a:prstGeom>
          <a:solidFill>
            <a:srgbClr val="FFFFFF"/>
          </a:solidFill>
          <a:ln w="10160">
            <a:solidFill>
              <a:srgbClr val="062A5C"/>
            </a:solidFill>
          </a:ln>
        </p:spPr>
        <p:txBody>
          <a:bodyPr wrap="square" lIns="254" tIns="254" rIns="254" bIns="254" rtlCol="0" anchor="ctr">
            <a:normAutofit/>
          </a:bodyPr>
          <a:lstStyle/>
          <a:p>
            <a:pPr marL="0" indent="0" algn="ctr">
              <a:buNone/>
            </a:pPr>
            <a:r>
              <a:rPr lang="en-US" sz="1600" b="1" dirty="0">
                <a:solidFill>
                  <a:srgbClr val="062A5C"/>
                </a:solidFill>
              </a:rPr>
              <a:t>Controls: RBAC • audit trail • PII masking • evidence-backed discrepancy workflow</a:t>
            </a:r>
            <a:endParaRPr lang="en-US" sz="1600" dirty="0"/>
          </a:p>
        </p:txBody>
      </p:sp>
      <p:sp>
        <p:nvSpPr>
          <p:cNvPr id="27" name="Text 6">
            <a:extLst>
              <a:ext uri="{FF2B5EF4-FFF2-40B4-BE49-F238E27FC236}">
                <a16:creationId xmlns:a16="http://schemas.microsoft.com/office/drawing/2014/main" id="{C3CFFF4E-D889-17EA-06AD-2139BA01A818}"/>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07</a:t>
            </a:r>
            <a:endParaRPr lang="en-US" sz="1000" dirty="0"/>
          </a:p>
        </p:txBody>
      </p:sp>
      <p:pic>
        <p:nvPicPr>
          <p:cNvPr id="29" name="Picture 8" descr="Tata logo png, Tata icon transparent png 20975508 PNG">
            <a:extLst>
              <a:ext uri="{FF2B5EF4-FFF2-40B4-BE49-F238E27FC236}">
                <a16:creationId xmlns:a16="http://schemas.microsoft.com/office/drawing/2014/main" id="{11B83EA5-CBE4-D67A-0152-2D4329B6D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fontScale="92500"/>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Recommended pilot portfolio: start where value is high and decision-risk is controlled</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Shape 7"/>
          <p:cNvSpPr/>
          <p:nvPr/>
        </p:nvSpPr>
        <p:spPr>
          <a:xfrm>
            <a:off x="1234440" y="5394960"/>
            <a:ext cx="6766560" cy="0"/>
          </a:xfrm>
          <a:prstGeom prst="line">
            <a:avLst/>
          </a:prstGeom>
          <a:noFill/>
          <a:ln w="16510">
            <a:solidFill>
              <a:srgbClr val="6B7280"/>
            </a:solidFill>
            <a:prstDash val="solid"/>
            <a:tailEnd type="triangle"/>
          </a:ln>
        </p:spPr>
        <p:txBody>
          <a:bodyPr/>
          <a:lstStyle/>
          <a:p>
            <a:endParaRPr lang="en-IN"/>
          </a:p>
        </p:txBody>
      </p:sp>
      <p:sp>
        <p:nvSpPr>
          <p:cNvPr id="11" name="Text 9"/>
          <p:cNvSpPr/>
          <p:nvPr/>
        </p:nvSpPr>
        <p:spPr>
          <a:xfrm>
            <a:off x="3657600" y="5559552"/>
            <a:ext cx="3200400" cy="201168"/>
          </a:xfrm>
          <a:prstGeom prst="rect">
            <a:avLst/>
          </a:prstGeom>
          <a:noFill/>
          <a:ln/>
        </p:spPr>
        <p:txBody>
          <a:bodyPr wrap="square" lIns="0" tIns="0" rIns="0" bIns="0" rtlCol="0" anchor="t">
            <a:normAutofit/>
          </a:bodyPr>
          <a:lstStyle/>
          <a:p>
            <a:pPr marL="0" indent="0" algn="ctr">
              <a:buNone/>
            </a:pPr>
            <a:r>
              <a:rPr lang="en-US" sz="1050" dirty="0">
                <a:solidFill>
                  <a:srgbClr val="6B7280"/>
                </a:solidFill>
                <a:latin typeface="Aptos" pitchFamily="34" charset="0"/>
                <a:ea typeface="Aptos" pitchFamily="34" charset="-122"/>
                <a:cs typeface="Aptos" pitchFamily="34" charset="-120"/>
              </a:rPr>
              <a:t>Readiness / lower risk →</a:t>
            </a:r>
            <a:endParaRPr lang="en-US" sz="1050" dirty="0"/>
          </a:p>
        </p:txBody>
      </p:sp>
      <p:sp>
        <p:nvSpPr>
          <p:cNvPr id="12" name="Text 10"/>
          <p:cNvSpPr/>
          <p:nvPr/>
        </p:nvSpPr>
        <p:spPr>
          <a:xfrm>
            <a:off x="594360" y="3108960"/>
            <a:ext cx="731520" cy="219456"/>
          </a:xfrm>
          <a:prstGeom prst="rect">
            <a:avLst/>
          </a:prstGeom>
          <a:noFill/>
          <a:ln/>
        </p:spPr>
        <p:txBody>
          <a:bodyPr wrap="square" lIns="0" tIns="0" rIns="0" bIns="0" rtlCol="0" anchor="t">
            <a:normAutofit/>
          </a:bodyPr>
          <a:lstStyle/>
          <a:p>
            <a:pPr marL="0" indent="0" algn="ctr">
              <a:buNone/>
            </a:pPr>
            <a:r>
              <a:rPr lang="en-US" sz="1050" dirty="0">
                <a:solidFill>
                  <a:srgbClr val="6B7280"/>
                </a:solidFill>
                <a:latin typeface="Aptos" pitchFamily="34" charset="0"/>
                <a:ea typeface="Aptos" pitchFamily="34" charset="-122"/>
                <a:cs typeface="Aptos" pitchFamily="34" charset="-120"/>
              </a:rPr>
              <a:t>Impact</a:t>
            </a:r>
            <a:endParaRPr lang="en-US" sz="1050" dirty="0"/>
          </a:p>
        </p:txBody>
      </p:sp>
      <p:sp>
        <p:nvSpPr>
          <p:cNvPr id="13" name="Text 11"/>
          <p:cNvSpPr/>
          <p:nvPr/>
        </p:nvSpPr>
        <p:spPr>
          <a:xfrm>
            <a:off x="5166360" y="1417320"/>
            <a:ext cx="2194560" cy="292608"/>
          </a:xfrm>
          <a:prstGeom prst="roundRect">
            <a:avLst/>
          </a:prstGeom>
          <a:solidFill>
            <a:srgbClr val="EAF7EF"/>
          </a:solidFill>
          <a:ln w="10160">
            <a:solidFill>
              <a:srgbClr val="16A34A"/>
            </a:solidFill>
          </a:ln>
        </p:spPr>
        <p:txBody>
          <a:bodyPr wrap="square" lIns="254" tIns="254" rIns="254" bIns="254" rtlCol="0" anchor="ctr">
            <a:normAutofit/>
          </a:bodyPr>
          <a:lstStyle/>
          <a:p>
            <a:pPr marL="0" indent="0" algn="ctr">
              <a:buNone/>
            </a:pPr>
            <a:r>
              <a:rPr lang="en-US" sz="950" b="1" dirty="0">
                <a:solidFill>
                  <a:srgbClr val="16A34A"/>
                </a:solidFill>
              </a:rPr>
              <a:t>Priority Zone</a:t>
            </a:r>
            <a:endParaRPr lang="en-US" sz="950" dirty="0"/>
          </a:p>
        </p:txBody>
      </p:sp>
      <p:sp>
        <p:nvSpPr>
          <p:cNvPr id="14" name="Text 12"/>
          <p:cNvSpPr/>
          <p:nvPr/>
        </p:nvSpPr>
        <p:spPr>
          <a:xfrm>
            <a:off x="4754880" y="1828800"/>
            <a:ext cx="1965960" cy="777240"/>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980" b="1" dirty="0">
                <a:solidFill>
                  <a:srgbClr val="111827"/>
                </a:solidFill>
              </a:rPr>
              <a:t>Project-candidate</a:t>
            </a:r>
            <a:endParaRPr lang="en-US" sz="980" dirty="0"/>
          </a:p>
          <a:p>
            <a:pPr marL="0" indent="0" algn="ctr">
              <a:buNone/>
            </a:pPr>
            <a:r>
              <a:rPr lang="en-US" sz="980" b="1" dirty="0">
                <a:solidFill>
                  <a:srgbClr val="111827"/>
                </a:solidFill>
              </a:rPr>
              <a:t>matching assistant</a:t>
            </a:r>
            <a:endParaRPr lang="en-US" sz="980" dirty="0"/>
          </a:p>
          <a:p>
            <a:pPr marL="0" indent="0" algn="ctr">
              <a:buNone/>
            </a:pPr>
            <a:r>
              <a:rPr lang="en-US" sz="980" b="1" dirty="0">
                <a:solidFill>
                  <a:srgbClr val="111827"/>
                </a:solidFill>
              </a:rPr>
              <a:t>High value • medium risk</a:t>
            </a:r>
            <a:endParaRPr lang="en-US" sz="980" dirty="0"/>
          </a:p>
        </p:txBody>
      </p:sp>
      <p:sp>
        <p:nvSpPr>
          <p:cNvPr id="15" name="Text 13"/>
          <p:cNvSpPr/>
          <p:nvPr/>
        </p:nvSpPr>
        <p:spPr>
          <a:xfrm>
            <a:off x="3931920" y="3063240"/>
            <a:ext cx="2240280" cy="777240"/>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980" b="1" dirty="0">
                <a:solidFill>
                  <a:srgbClr val="111827"/>
                </a:solidFill>
              </a:rPr>
              <a:t>TAS Reports master +</a:t>
            </a:r>
            <a:endParaRPr lang="en-US" sz="980" dirty="0"/>
          </a:p>
          <a:p>
            <a:pPr marL="0" indent="0" algn="ctr">
              <a:buNone/>
            </a:pPr>
            <a:r>
              <a:rPr lang="en-US" sz="980" b="1" dirty="0">
                <a:solidFill>
                  <a:srgbClr val="111827"/>
                </a:solidFill>
              </a:rPr>
              <a:t>AI reconciliation</a:t>
            </a:r>
            <a:endParaRPr lang="en-US" sz="980" dirty="0"/>
          </a:p>
          <a:p>
            <a:pPr marL="0" indent="0" algn="ctr">
              <a:buNone/>
            </a:pPr>
            <a:r>
              <a:rPr lang="en-US" sz="980" b="1" dirty="0">
                <a:solidFill>
                  <a:srgbClr val="111827"/>
                </a:solidFill>
              </a:rPr>
              <a:t>Foundation • medium risk</a:t>
            </a:r>
            <a:endParaRPr lang="en-US" sz="980" dirty="0"/>
          </a:p>
        </p:txBody>
      </p:sp>
      <p:sp>
        <p:nvSpPr>
          <p:cNvPr id="16" name="Text 14"/>
          <p:cNvSpPr/>
          <p:nvPr/>
        </p:nvSpPr>
        <p:spPr>
          <a:xfrm>
            <a:off x="6355080" y="2834640"/>
            <a:ext cx="1828800" cy="685800"/>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980" b="1" dirty="0">
                <a:solidFill>
                  <a:srgbClr val="111827"/>
                </a:solidFill>
              </a:rPr>
              <a:t>Panelist coordination</a:t>
            </a:r>
            <a:endParaRPr lang="en-US" sz="980" dirty="0"/>
          </a:p>
          <a:p>
            <a:pPr marL="0" indent="0" algn="ctr">
              <a:buNone/>
            </a:pPr>
            <a:r>
              <a:rPr lang="en-US" sz="980" b="1" dirty="0">
                <a:solidFill>
                  <a:srgbClr val="111827"/>
                </a:solidFill>
              </a:rPr>
              <a:t>agent</a:t>
            </a:r>
            <a:endParaRPr lang="en-US" sz="980" dirty="0"/>
          </a:p>
          <a:p>
            <a:pPr marL="0" indent="0" algn="ctr">
              <a:buNone/>
            </a:pPr>
            <a:r>
              <a:rPr lang="en-US" sz="980" b="1" dirty="0">
                <a:solidFill>
                  <a:srgbClr val="111827"/>
                </a:solidFill>
              </a:rPr>
              <a:t>Low risk quick win</a:t>
            </a:r>
            <a:endParaRPr lang="en-US" sz="980" dirty="0"/>
          </a:p>
        </p:txBody>
      </p:sp>
      <p:sp>
        <p:nvSpPr>
          <p:cNvPr id="17" name="Text 15"/>
          <p:cNvSpPr/>
          <p:nvPr/>
        </p:nvSpPr>
        <p:spPr>
          <a:xfrm>
            <a:off x="5440680" y="4114800"/>
            <a:ext cx="1828800" cy="685800"/>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980" b="1" dirty="0">
                <a:solidFill>
                  <a:srgbClr val="111827"/>
                </a:solidFill>
              </a:rPr>
              <a:t>Chroma appraisal</a:t>
            </a:r>
            <a:endParaRPr lang="en-US" sz="980" dirty="0"/>
          </a:p>
          <a:p>
            <a:pPr marL="0" indent="0" algn="ctr">
              <a:buNone/>
            </a:pPr>
            <a:r>
              <a:rPr lang="en-US" sz="980" b="1" dirty="0">
                <a:solidFill>
                  <a:srgbClr val="111827"/>
                </a:solidFill>
              </a:rPr>
              <a:t>setup automation</a:t>
            </a:r>
            <a:endParaRPr lang="en-US" sz="980" dirty="0"/>
          </a:p>
          <a:p>
            <a:pPr marL="0" indent="0" algn="ctr">
              <a:buNone/>
            </a:pPr>
            <a:r>
              <a:rPr lang="en-US" sz="980" b="1" dirty="0">
                <a:solidFill>
                  <a:srgbClr val="111827"/>
                </a:solidFill>
              </a:rPr>
              <a:t>Operational efficiency</a:t>
            </a:r>
            <a:endParaRPr lang="en-US" sz="980" dirty="0"/>
          </a:p>
        </p:txBody>
      </p:sp>
      <p:sp>
        <p:nvSpPr>
          <p:cNvPr id="18" name="Text 16"/>
          <p:cNvSpPr/>
          <p:nvPr/>
        </p:nvSpPr>
        <p:spPr>
          <a:xfrm>
            <a:off x="1920240" y="2011680"/>
            <a:ext cx="1965960" cy="777240"/>
          </a:xfrm>
          <a:prstGeom prst="roundRect">
            <a:avLst/>
          </a:prstGeom>
          <a:solidFill>
            <a:srgbClr val="FEE2E2"/>
          </a:solidFill>
          <a:ln w="15240">
            <a:solidFill>
              <a:srgbClr val="DC2626"/>
            </a:solidFill>
          </a:ln>
        </p:spPr>
        <p:txBody>
          <a:bodyPr wrap="square" lIns="508" tIns="508" rIns="508" bIns="508" rtlCol="0" anchor="ctr">
            <a:normAutofit/>
          </a:bodyPr>
          <a:lstStyle/>
          <a:p>
            <a:pPr marL="0" indent="0" algn="ctr">
              <a:buNone/>
            </a:pPr>
            <a:r>
              <a:rPr lang="en-US" sz="980" b="1" dirty="0">
                <a:solidFill>
                  <a:srgbClr val="111827"/>
                </a:solidFill>
              </a:rPr>
              <a:t>Resume screening</a:t>
            </a:r>
            <a:endParaRPr lang="en-US" sz="980" dirty="0"/>
          </a:p>
          <a:p>
            <a:pPr marL="0" indent="0" algn="ctr">
              <a:buNone/>
            </a:pPr>
            <a:r>
              <a:rPr lang="en-US" sz="980" b="1" dirty="0">
                <a:solidFill>
                  <a:srgbClr val="111827"/>
                </a:solidFill>
              </a:rPr>
              <a:t>assistant</a:t>
            </a:r>
            <a:endParaRPr lang="en-US" sz="980" dirty="0"/>
          </a:p>
          <a:p>
            <a:pPr marL="0" indent="0" algn="ctr">
              <a:buNone/>
            </a:pPr>
            <a:r>
              <a:rPr lang="en-US" sz="980" b="1" dirty="0">
                <a:solidFill>
                  <a:srgbClr val="111827"/>
                </a:solidFill>
              </a:rPr>
              <a:t>Defer until controls proven</a:t>
            </a:r>
            <a:endParaRPr lang="en-US" sz="980" dirty="0"/>
          </a:p>
        </p:txBody>
      </p:sp>
      <p:grpSp>
        <p:nvGrpSpPr>
          <p:cNvPr id="25" name="Group 24">
            <a:extLst>
              <a:ext uri="{FF2B5EF4-FFF2-40B4-BE49-F238E27FC236}">
                <a16:creationId xmlns:a16="http://schemas.microsoft.com/office/drawing/2014/main" id="{65548848-DF84-1FFF-F6F6-44C2177B301F}"/>
              </a:ext>
            </a:extLst>
          </p:cNvPr>
          <p:cNvGrpSpPr/>
          <p:nvPr/>
        </p:nvGrpSpPr>
        <p:grpSpPr>
          <a:xfrm>
            <a:off x="8458200" y="1737360"/>
            <a:ext cx="2880360" cy="3383280"/>
            <a:chOff x="8458200" y="1417320"/>
            <a:chExt cx="2880360" cy="4164648"/>
          </a:xfrm>
        </p:grpSpPr>
        <p:sp>
          <p:nvSpPr>
            <p:cNvPr id="19" name="Text 17"/>
            <p:cNvSpPr/>
            <p:nvPr/>
          </p:nvSpPr>
          <p:spPr>
            <a:xfrm>
              <a:off x="8458200" y="1417320"/>
              <a:ext cx="2880360" cy="416052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20" name="Shape 18"/>
            <p:cNvSpPr/>
            <p:nvPr/>
          </p:nvSpPr>
          <p:spPr>
            <a:xfrm>
              <a:off x="8458200" y="1420368"/>
              <a:ext cx="73152" cy="4161600"/>
            </a:xfrm>
            <a:prstGeom prst="rect">
              <a:avLst/>
            </a:prstGeom>
            <a:solidFill>
              <a:srgbClr val="16A34A"/>
            </a:solidFill>
            <a:ln w="12700">
              <a:solidFill>
                <a:srgbClr val="16A34A">
                  <a:alpha val="0"/>
                </a:srgbClr>
              </a:solidFill>
              <a:prstDash val="solid"/>
            </a:ln>
          </p:spPr>
          <p:txBody>
            <a:bodyPr/>
            <a:lstStyle/>
            <a:p>
              <a:endParaRPr lang="en-IN"/>
            </a:p>
          </p:txBody>
        </p:sp>
        <p:sp>
          <p:nvSpPr>
            <p:cNvPr id="21" name="Text 19"/>
            <p:cNvSpPr/>
            <p:nvPr/>
          </p:nvSpPr>
          <p:spPr>
            <a:xfrm>
              <a:off x="8659368" y="1581912"/>
              <a:ext cx="256032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Recommended sequence</a:t>
              </a:r>
              <a:endParaRPr lang="en-US" sz="1600" dirty="0"/>
            </a:p>
          </p:txBody>
        </p:sp>
        <p:sp>
          <p:nvSpPr>
            <p:cNvPr id="22" name="Text 20"/>
            <p:cNvSpPr/>
            <p:nvPr/>
          </p:nvSpPr>
          <p:spPr>
            <a:xfrm>
              <a:off x="8659368" y="2011680"/>
              <a:ext cx="2532888" cy="3474720"/>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en-US" sz="1400" dirty="0">
                  <a:solidFill>
                    <a:srgbClr val="111827"/>
                  </a:solidFill>
                </a:rPr>
                <a:t>P1: Project matching + TAS Reports reconciliation as business-value pilots.</a:t>
              </a:r>
              <a:endParaRPr lang="en-US" sz="1400" dirty="0"/>
            </a:p>
            <a:p>
              <a:pPr marL="285750" indent="-285750">
                <a:buFont typeface="Arial" panose="020B0604020202020204" pitchFamily="34" charset="0"/>
                <a:buChar char="•"/>
              </a:pPr>
              <a:r>
                <a:rPr lang="en-US" sz="1400" dirty="0">
                  <a:solidFill>
                    <a:srgbClr val="111827"/>
                  </a:solidFill>
                </a:rPr>
                <a:t>P1 add-on: Panelist coordination for quick adoption and low sensitivity.</a:t>
              </a:r>
              <a:endParaRPr lang="en-US" sz="1400" dirty="0"/>
            </a:p>
            <a:p>
              <a:pPr marL="285750" indent="-285750">
                <a:buFont typeface="Arial" panose="020B0604020202020204" pitchFamily="34" charset="0"/>
                <a:buChar char="•"/>
              </a:pPr>
              <a:r>
                <a:rPr lang="en-US" sz="1400" dirty="0">
                  <a:solidFill>
                    <a:srgbClr val="111827"/>
                  </a:solidFill>
                </a:rPr>
                <a:t>P2: Chroma appraisal setup once event model is stable.</a:t>
              </a:r>
              <a:endParaRPr lang="en-US" sz="1400" dirty="0"/>
            </a:p>
            <a:p>
              <a:pPr marL="285750" indent="-285750">
                <a:buFont typeface="Arial" panose="020B0604020202020204" pitchFamily="34" charset="0"/>
                <a:buChar char="•"/>
              </a:pPr>
              <a:r>
                <a:rPr lang="en-US" sz="1400" dirty="0">
                  <a:solidFill>
                    <a:srgbClr val="111827"/>
                  </a:solidFill>
                </a:rPr>
                <a:t>P3: Resume screening only after rubric vault, fairness testing and access isolation are proven.</a:t>
              </a:r>
              <a:endParaRPr lang="en-US" sz="1400" dirty="0"/>
            </a:p>
          </p:txBody>
        </p:sp>
      </p:grpSp>
      <p:sp>
        <p:nvSpPr>
          <p:cNvPr id="23" name="Text 6">
            <a:extLst>
              <a:ext uri="{FF2B5EF4-FFF2-40B4-BE49-F238E27FC236}">
                <a16:creationId xmlns:a16="http://schemas.microsoft.com/office/drawing/2014/main" id="{0CA39A67-D321-997D-F432-853679258375}"/>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08</a:t>
            </a:r>
            <a:endParaRPr lang="en-US" sz="1000" dirty="0"/>
          </a:p>
        </p:txBody>
      </p:sp>
      <p:sp>
        <p:nvSpPr>
          <p:cNvPr id="24" name="Shape 7">
            <a:extLst>
              <a:ext uri="{FF2B5EF4-FFF2-40B4-BE49-F238E27FC236}">
                <a16:creationId xmlns:a16="http://schemas.microsoft.com/office/drawing/2014/main" id="{CF37A432-6A8E-C85C-D960-092B1D0711D7}"/>
              </a:ext>
            </a:extLst>
          </p:cNvPr>
          <p:cNvSpPr/>
          <p:nvPr/>
        </p:nvSpPr>
        <p:spPr>
          <a:xfrm flipH="1" flipV="1">
            <a:off x="1234440" y="1168409"/>
            <a:ext cx="0" cy="4226551"/>
          </a:xfrm>
          <a:prstGeom prst="line">
            <a:avLst/>
          </a:prstGeom>
          <a:noFill/>
          <a:ln w="16510">
            <a:solidFill>
              <a:srgbClr val="6B7280"/>
            </a:solidFill>
            <a:prstDash val="solid"/>
            <a:tailEnd type="triangle"/>
          </a:ln>
        </p:spPr>
        <p:txBody>
          <a:bodyPr/>
          <a:lstStyle/>
          <a:p>
            <a:endParaRPr lang="en-IN"/>
          </a:p>
        </p:txBody>
      </p:sp>
      <p:pic>
        <p:nvPicPr>
          <p:cNvPr id="26" name="Picture 8" descr="Tata logo png, Tata icon transparent png 20975508 PNG">
            <a:extLst>
              <a:ext uri="{FF2B5EF4-FFF2-40B4-BE49-F238E27FC236}">
                <a16:creationId xmlns:a16="http://schemas.microsoft.com/office/drawing/2014/main" id="{3CAD8B26-CAF2-8397-8BFD-1EF1CF03E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4" name="Text 2"/>
          <p:cNvSpPr/>
          <p:nvPr/>
        </p:nvSpPr>
        <p:spPr>
          <a:xfrm>
            <a:off x="502920" y="256032"/>
            <a:ext cx="3291840" cy="201168"/>
          </a:xfrm>
          <a:prstGeom prst="rect">
            <a:avLst/>
          </a:prstGeom>
          <a:noFill/>
          <a:ln/>
        </p:spPr>
        <p:txBody>
          <a:bodyPr wrap="square" lIns="0" tIns="0" rIns="0" bIns="0" rtlCol="0" anchor="ctr"/>
          <a:lstStyle/>
          <a:p>
            <a:pPr marL="0" indent="0">
              <a:buNone/>
            </a:pPr>
            <a:r>
              <a:rPr lang="en-US" sz="850" b="1" dirty="0">
                <a:solidFill>
                  <a:srgbClr val="F59E0B"/>
                </a:solidFill>
                <a:latin typeface="Aptos" pitchFamily="34" charset="0"/>
                <a:ea typeface="Aptos" pitchFamily="34" charset="-122"/>
                <a:cs typeface="Aptos" pitchFamily="34" charset="-120"/>
              </a:rPr>
              <a:t>IMPLEMENTATION BLUEPRINT</a:t>
            </a:r>
            <a:endParaRPr lang="en-US" sz="850" dirty="0"/>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Phase 1 solution architecture: thin orchestration, not a new HRMS</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731520" y="1325880"/>
            <a:ext cx="2148840" cy="566928"/>
          </a:xfrm>
          <a:prstGeom prst="roundRect">
            <a:avLst/>
          </a:prstGeom>
          <a:solidFill>
            <a:srgbClr val="FFFFFF"/>
          </a:solidFill>
          <a:ln w="15240">
            <a:solidFill>
              <a:srgbClr val="1C6FB7"/>
            </a:solidFill>
          </a:ln>
        </p:spPr>
        <p:txBody>
          <a:bodyPr wrap="square" lIns="508" tIns="508" rIns="508" bIns="508" rtlCol="0" anchor="ctr">
            <a:normAutofit/>
          </a:bodyPr>
          <a:lstStyle/>
          <a:p>
            <a:pPr marL="0" indent="0" algn="ctr">
              <a:buNone/>
            </a:pPr>
            <a:r>
              <a:rPr lang="en-US" sz="1120" b="1" dirty="0">
                <a:solidFill>
                  <a:srgbClr val="111827"/>
                </a:solidFill>
              </a:rPr>
              <a:t>Source systems</a:t>
            </a:r>
            <a:endParaRPr lang="en-US" sz="1120" dirty="0"/>
          </a:p>
        </p:txBody>
      </p:sp>
      <p:sp>
        <p:nvSpPr>
          <p:cNvPr id="10" name="Text 8"/>
          <p:cNvSpPr/>
          <p:nvPr/>
        </p:nvSpPr>
        <p:spPr>
          <a:xfrm>
            <a:off x="3063240" y="1325880"/>
            <a:ext cx="8092440" cy="566928"/>
          </a:xfrm>
          <a:prstGeom prst="roundRect">
            <a:avLst/>
          </a:prstGeom>
          <a:solidFill>
            <a:srgbClr val="FFFFFF"/>
          </a:solidFill>
          <a:ln w="15240">
            <a:solidFill>
              <a:srgbClr val="1C6FB7"/>
            </a:solidFill>
          </a:ln>
        </p:spPr>
        <p:txBody>
          <a:bodyPr wrap="square" lIns="1016" tIns="1016" rIns="1016" bIns="1016" rtlCol="0" anchor="ctr">
            <a:normAutofit/>
          </a:bodyPr>
          <a:lstStyle/>
          <a:p>
            <a:pPr marL="0" indent="0" algn="l">
              <a:buNone/>
            </a:pPr>
            <a:r>
              <a:rPr lang="en-US" sz="1060" dirty="0">
                <a:solidFill>
                  <a:srgbClr val="111827"/>
                </a:solidFill>
              </a:rPr>
              <a:t>TCS iON • Perspect.ai • Unstop • InsideIIM • Chroma • COP • Finance extracts</a:t>
            </a:r>
            <a:endParaRPr lang="en-US" sz="1060" dirty="0"/>
          </a:p>
        </p:txBody>
      </p:sp>
      <p:sp>
        <p:nvSpPr>
          <p:cNvPr id="11" name="Shape 9"/>
          <p:cNvSpPr/>
          <p:nvPr/>
        </p:nvSpPr>
        <p:spPr>
          <a:xfrm>
            <a:off x="6217920" y="1911096"/>
            <a:ext cx="0" cy="256032"/>
          </a:xfrm>
          <a:prstGeom prst="line">
            <a:avLst/>
          </a:prstGeom>
          <a:noFill/>
          <a:ln w="12700">
            <a:solidFill>
              <a:srgbClr val="6B7280"/>
            </a:solidFill>
            <a:prstDash val="solid"/>
            <a:headEnd type="none"/>
            <a:tailEnd type="triangle"/>
          </a:ln>
        </p:spPr>
        <p:txBody>
          <a:bodyPr/>
          <a:lstStyle/>
          <a:p>
            <a:endParaRPr lang="en-IN"/>
          </a:p>
        </p:txBody>
      </p:sp>
      <p:sp>
        <p:nvSpPr>
          <p:cNvPr id="12" name="Text 10"/>
          <p:cNvSpPr/>
          <p:nvPr/>
        </p:nvSpPr>
        <p:spPr>
          <a:xfrm>
            <a:off x="731520" y="2203704"/>
            <a:ext cx="2148840" cy="566928"/>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120" b="1" dirty="0">
                <a:solidFill>
                  <a:srgbClr val="111827"/>
                </a:solidFill>
              </a:rPr>
              <a:t>Integration gateway</a:t>
            </a:r>
            <a:endParaRPr lang="en-US" sz="1120" dirty="0"/>
          </a:p>
        </p:txBody>
      </p:sp>
      <p:sp>
        <p:nvSpPr>
          <p:cNvPr id="13" name="Text 11"/>
          <p:cNvSpPr/>
          <p:nvPr/>
        </p:nvSpPr>
        <p:spPr>
          <a:xfrm>
            <a:off x="3063240" y="2203704"/>
            <a:ext cx="8092440" cy="566928"/>
          </a:xfrm>
          <a:prstGeom prst="roundRect">
            <a:avLst/>
          </a:prstGeom>
          <a:solidFill>
            <a:srgbClr val="F1F8FF"/>
          </a:solidFill>
          <a:ln w="15240">
            <a:solidFill>
              <a:srgbClr val="1C6FB7"/>
            </a:solidFill>
          </a:ln>
        </p:spPr>
        <p:txBody>
          <a:bodyPr wrap="square" lIns="1016" tIns="1016" rIns="1016" bIns="1016" rtlCol="0" anchor="ctr">
            <a:normAutofit/>
          </a:bodyPr>
          <a:lstStyle/>
          <a:p>
            <a:pPr marL="0" indent="0" algn="l">
              <a:buNone/>
            </a:pPr>
            <a:r>
              <a:rPr lang="en-US" sz="1060" dirty="0">
                <a:solidFill>
                  <a:srgbClr val="111827"/>
                </a:solidFill>
              </a:rPr>
              <a:t>APIs where available; controlled exports / uploads where APIs are not available</a:t>
            </a:r>
            <a:endParaRPr lang="en-US" sz="1060" dirty="0"/>
          </a:p>
        </p:txBody>
      </p:sp>
      <p:sp>
        <p:nvSpPr>
          <p:cNvPr id="14" name="Shape 12"/>
          <p:cNvSpPr/>
          <p:nvPr/>
        </p:nvSpPr>
        <p:spPr>
          <a:xfrm>
            <a:off x="6217920" y="2788920"/>
            <a:ext cx="0" cy="256032"/>
          </a:xfrm>
          <a:prstGeom prst="line">
            <a:avLst/>
          </a:prstGeom>
          <a:noFill/>
          <a:ln w="12700">
            <a:solidFill>
              <a:srgbClr val="6B7280"/>
            </a:solidFill>
            <a:prstDash val="solid"/>
            <a:headEnd type="none"/>
            <a:tailEnd type="triangle"/>
          </a:ln>
        </p:spPr>
        <p:txBody>
          <a:bodyPr/>
          <a:lstStyle/>
          <a:p>
            <a:endParaRPr lang="en-IN"/>
          </a:p>
        </p:txBody>
      </p:sp>
      <p:sp>
        <p:nvSpPr>
          <p:cNvPr id="15" name="Text 13"/>
          <p:cNvSpPr/>
          <p:nvPr/>
        </p:nvSpPr>
        <p:spPr>
          <a:xfrm>
            <a:off x="731520" y="3081528"/>
            <a:ext cx="2148840" cy="566928"/>
          </a:xfrm>
          <a:prstGeom prst="roundRect">
            <a:avLst/>
          </a:prstGeom>
          <a:solidFill>
            <a:srgbClr val="F3E8FF"/>
          </a:solidFill>
          <a:ln w="15240">
            <a:solidFill>
              <a:srgbClr val="7C3AED"/>
            </a:solidFill>
          </a:ln>
        </p:spPr>
        <p:txBody>
          <a:bodyPr wrap="square" lIns="508" tIns="508" rIns="508" bIns="508" rtlCol="0" anchor="ctr">
            <a:normAutofit/>
          </a:bodyPr>
          <a:lstStyle/>
          <a:p>
            <a:pPr marL="0" indent="0" algn="ctr">
              <a:buNone/>
            </a:pPr>
            <a:r>
              <a:rPr lang="en-US" sz="1120" b="1" dirty="0">
                <a:solidFill>
                  <a:srgbClr val="111827"/>
                </a:solidFill>
              </a:rPr>
              <a:t>TAS data objects</a:t>
            </a:r>
            <a:endParaRPr lang="en-US" sz="1120" dirty="0"/>
          </a:p>
        </p:txBody>
      </p:sp>
      <p:sp>
        <p:nvSpPr>
          <p:cNvPr id="16" name="Text 14"/>
          <p:cNvSpPr/>
          <p:nvPr/>
        </p:nvSpPr>
        <p:spPr>
          <a:xfrm>
            <a:off x="3063240" y="3081528"/>
            <a:ext cx="8092440" cy="566928"/>
          </a:xfrm>
          <a:prstGeom prst="roundRect">
            <a:avLst/>
          </a:prstGeom>
          <a:solidFill>
            <a:srgbClr val="F3E8FF"/>
          </a:solidFill>
          <a:ln w="15240">
            <a:solidFill>
              <a:srgbClr val="7C3AED"/>
            </a:solidFill>
          </a:ln>
        </p:spPr>
        <p:txBody>
          <a:bodyPr wrap="square" lIns="1016" tIns="1016" rIns="1016" bIns="1016" rtlCol="0" anchor="ctr">
            <a:normAutofit/>
          </a:bodyPr>
          <a:lstStyle/>
          <a:p>
            <a:pPr marL="0" indent="0" algn="l">
              <a:buNone/>
            </a:pPr>
            <a:r>
              <a:rPr lang="en-US" sz="1060" dirty="0">
                <a:solidFill>
                  <a:srgbClr val="111827"/>
                </a:solidFill>
              </a:rPr>
              <a:t>Candidate journey master • project/role graph • TAS employee master • event ledger</a:t>
            </a:r>
            <a:endParaRPr lang="en-US" sz="1060" dirty="0"/>
          </a:p>
        </p:txBody>
      </p:sp>
      <p:sp>
        <p:nvSpPr>
          <p:cNvPr id="17" name="Shape 15"/>
          <p:cNvSpPr/>
          <p:nvPr/>
        </p:nvSpPr>
        <p:spPr>
          <a:xfrm>
            <a:off x="6217920" y="3666744"/>
            <a:ext cx="0" cy="256032"/>
          </a:xfrm>
          <a:prstGeom prst="line">
            <a:avLst/>
          </a:prstGeom>
          <a:noFill/>
          <a:ln w="12700">
            <a:solidFill>
              <a:srgbClr val="6B7280"/>
            </a:solidFill>
            <a:prstDash val="solid"/>
            <a:headEnd type="none"/>
            <a:tailEnd type="triangle"/>
          </a:ln>
        </p:spPr>
        <p:txBody>
          <a:bodyPr/>
          <a:lstStyle/>
          <a:p>
            <a:endParaRPr lang="en-IN"/>
          </a:p>
        </p:txBody>
      </p:sp>
      <p:sp>
        <p:nvSpPr>
          <p:cNvPr id="18" name="Text 16"/>
          <p:cNvSpPr/>
          <p:nvPr/>
        </p:nvSpPr>
        <p:spPr>
          <a:xfrm>
            <a:off x="731520" y="3959352"/>
            <a:ext cx="2148840" cy="566928"/>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120" b="1" dirty="0">
                <a:solidFill>
                  <a:srgbClr val="111827"/>
                </a:solidFill>
              </a:rPr>
              <a:t>AI and workflow services</a:t>
            </a:r>
            <a:endParaRPr lang="en-US" sz="1120" dirty="0"/>
          </a:p>
        </p:txBody>
      </p:sp>
      <p:sp>
        <p:nvSpPr>
          <p:cNvPr id="19" name="Text 17"/>
          <p:cNvSpPr/>
          <p:nvPr/>
        </p:nvSpPr>
        <p:spPr>
          <a:xfrm>
            <a:off x="3063240" y="3959352"/>
            <a:ext cx="8092440" cy="566928"/>
          </a:xfrm>
          <a:prstGeom prst="roundRect">
            <a:avLst/>
          </a:prstGeom>
          <a:solidFill>
            <a:srgbClr val="EAF7EF"/>
          </a:solidFill>
          <a:ln w="15240">
            <a:solidFill>
              <a:srgbClr val="16A34A"/>
            </a:solidFill>
          </a:ln>
        </p:spPr>
        <p:txBody>
          <a:bodyPr wrap="square" lIns="1016" tIns="1016" rIns="1016" bIns="1016" rtlCol="0" anchor="ctr">
            <a:normAutofit/>
          </a:bodyPr>
          <a:lstStyle/>
          <a:p>
            <a:pPr marL="0" indent="0" algn="l">
              <a:buNone/>
            </a:pPr>
            <a:r>
              <a:rPr lang="en-US" sz="1060" dirty="0">
                <a:solidFill>
                  <a:srgbClr val="111827"/>
                </a:solidFill>
              </a:rPr>
              <a:t>Matching recommendations • reconciliation assistant • reminders • exception queue • rationale generation</a:t>
            </a:r>
            <a:endParaRPr lang="en-US" sz="1060" dirty="0"/>
          </a:p>
        </p:txBody>
      </p:sp>
      <p:sp>
        <p:nvSpPr>
          <p:cNvPr id="20" name="Shape 18"/>
          <p:cNvSpPr/>
          <p:nvPr/>
        </p:nvSpPr>
        <p:spPr>
          <a:xfrm>
            <a:off x="6217920" y="4544568"/>
            <a:ext cx="0" cy="256032"/>
          </a:xfrm>
          <a:prstGeom prst="line">
            <a:avLst/>
          </a:prstGeom>
          <a:noFill/>
          <a:ln w="12700">
            <a:solidFill>
              <a:srgbClr val="6B7280"/>
            </a:solidFill>
            <a:prstDash val="solid"/>
            <a:headEnd type="none"/>
            <a:tailEnd type="triangle"/>
          </a:ln>
        </p:spPr>
        <p:txBody>
          <a:bodyPr/>
          <a:lstStyle/>
          <a:p>
            <a:endParaRPr lang="en-IN"/>
          </a:p>
        </p:txBody>
      </p:sp>
      <p:sp>
        <p:nvSpPr>
          <p:cNvPr id="21" name="Text 19"/>
          <p:cNvSpPr/>
          <p:nvPr/>
        </p:nvSpPr>
        <p:spPr>
          <a:xfrm>
            <a:off x="731520" y="4837176"/>
            <a:ext cx="2148840" cy="566928"/>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120" b="1" dirty="0">
                <a:solidFill>
                  <a:srgbClr val="111827"/>
                </a:solidFill>
              </a:rPr>
              <a:t>User experience</a:t>
            </a:r>
            <a:endParaRPr lang="en-US" sz="1120" dirty="0"/>
          </a:p>
        </p:txBody>
      </p:sp>
      <p:sp>
        <p:nvSpPr>
          <p:cNvPr id="22" name="Text 20"/>
          <p:cNvSpPr/>
          <p:nvPr/>
        </p:nvSpPr>
        <p:spPr>
          <a:xfrm>
            <a:off x="3063240" y="4837176"/>
            <a:ext cx="8092440" cy="566928"/>
          </a:xfrm>
          <a:prstGeom prst="roundRect">
            <a:avLst/>
          </a:prstGeom>
          <a:solidFill>
            <a:srgbClr val="EAF7EF"/>
          </a:solidFill>
          <a:ln w="15240">
            <a:solidFill>
              <a:srgbClr val="16A34A"/>
            </a:solidFill>
          </a:ln>
        </p:spPr>
        <p:txBody>
          <a:bodyPr wrap="square" lIns="1016" tIns="1016" rIns="1016" bIns="1016" rtlCol="0" anchor="ctr">
            <a:normAutofit/>
          </a:bodyPr>
          <a:lstStyle/>
          <a:p>
            <a:pPr marL="0" indent="0" algn="l">
              <a:buNone/>
            </a:pPr>
            <a:r>
              <a:rPr lang="en-US" sz="1060" dirty="0">
                <a:solidFill>
                  <a:srgbClr val="111827"/>
                </a:solidFill>
              </a:rPr>
              <a:t>TAS workbench • HR SPOC update portal • Finance review • leadership dashboards</a:t>
            </a:r>
            <a:endParaRPr lang="en-US" sz="1060" dirty="0"/>
          </a:p>
        </p:txBody>
      </p:sp>
      <p:sp>
        <p:nvSpPr>
          <p:cNvPr id="23" name="Text 21"/>
          <p:cNvSpPr/>
          <p:nvPr/>
        </p:nvSpPr>
        <p:spPr>
          <a:xfrm>
            <a:off x="731520" y="5715000"/>
            <a:ext cx="4983480" cy="594360"/>
          </a:xfrm>
          <a:prstGeom prst="round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24" name="Shape 22"/>
          <p:cNvSpPr/>
          <p:nvPr/>
        </p:nvSpPr>
        <p:spPr>
          <a:xfrm>
            <a:off x="749808" y="5760720"/>
            <a:ext cx="73152" cy="502920"/>
          </a:xfrm>
          <a:prstGeom prst="rect">
            <a:avLst/>
          </a:prstGeom>
          <a:solidFill>
            <a:srgbClr val="1C6FB7"/>
          </a:solidFill>
          <a:ln w="12700">
            <a:solidFill>
              <a:srgbClr val="1C6FB7">
                <a:alpha val="0"/>
              </a:srgbClr>
            </a:solidFill>
            <a:prstDash val="solid"/>
          </a:ln>
        </p:spPr>
        <p:txBody>
          <a:bodyPr/>
          <a:lstStyle/>
          <a:p>
            <a:endParaRPr lang="en-IN"/>
          </a:p>
        </p:txBody>
      </p:sp>
      <p:sp>
        <p:nvSpPr>
          <p:cNvPr id="25" name="Text 23"/>
          <p:cNvSpPr/>
          <p:nvPr/>
        </p:nvSpPr>
        <p:spPr>
          <a:xfrm>
            <a:off x="932688" y="5879592"/>
            <a:ext cx="4663440" cy="329184"/>
          </a:xfrm>
          <a:prstGeom prst="rect">
            <a:avLst/>
          </a:prstGeom>
          <a:noFill/>
          <a:ln/>
        </p:spPr>
        <p:txBody>
          <a:bodyPr wrap="square" lIns="0" tIns="0" rIns="0" bIns="0" rtlCol="0" anchor="ctr">
            <a:normAutofit/>
          </a:bodyPr>
          <a:lstStyle/>
          <a:p>
            <a:pPr marL="0" indent="0">
              <a:buNone/>
            </a:pPr>
            <a:r>
              <a:rPr lang="en-US" sz="1200" b="1" dirty="0">
                <a:solidFill>
                  <a:srgbClr val="062A5C"/>
                </a:solidFill>
              </a:rPr>
              <a:t>Build principle for IT</a:t>
            </a:r>
            <a:endParaRPr lang="en-US" sz="1200" dirty="0"/>
          </a:p>
        </p:txBody>
      </p:sp>
      <p:sp>
        <p:nvSpPr>
          <p:cNvPr id="26" name="Text 24"/>
          <p:cNvSpPr/>
          <p:nvPr/>
        </p:nvSpPr>
        <p:spPr>
          <a:xfrm>
            <a:off x="932688" y="6300216"/>
            <a:ext cx="4636008" cy="0"/>
          </a:xfrm>
          <a:prstGeom prst="rect">
            <a:avLst/>
          </a:prstGeom>
          <a:noFill/>
          <a:ln/>
        </p:spPr>
        <p:txBody>
          <a:bodyPr wrap="square" lIns="0" tIns="0" rIns="0" bIns="0" rtlCol="0" anchor="ctr">
            <a:normAutofit fontScale="25000" lnSpcReduction="20000"/>
          </a:bodyPr>
          <a:lstStyle/>
          <a:p>
            <a:pPr marL="0" indent="0">
              <a:buNone/>
            </a:pPr>
            <a:r>
              <a:rPr lang="en-US" sz="950" dirty="0">
                <a:solidFill>
                  <a:srgbClr val="111827"/>
                </a:solidFill>
              </a:rPr>
              <a:t>Start small: implement only the data fields and events needed for the first 2 pilots, then expand into a reusable TAS orchestration layer.</a:t>
            </a:r>
            <a:endParaRPr lang="en-US" sz="950" dirty="0"/>
          </a:p>
        </p:txBody>
      </p:sp>
      <p:sp>
        <p:nvSpPr>
          <p:cNvPr id="27" name="Text 25"/>
          <p:cNvSpPr/>
          <p:nvPr/>
        </p:nvSpPr>
        <p:spPr>
          <a:xfrm>
            <a:off x="5897880" y="5715000"/>
            <a:ext cx="5257800" cy="594360"/>
          </a:xfrm>
          <a:prstGeom prst="round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28" name="Shape 26"/>
          <p:cNvSpPr/>
          <p:nvPr/>
        </p:nvSpPr>
        <p:spPr>
          <a:xfrm>
            <a:off x="5916168" y="5760720"/>
            <a:ext cx="73152" cy="502920"/>
          </a:xfrm>
          <a:prstGeom prst="rect">
            <a:avLst/>
          </a:prstGeom>
          <a:solidFill>
            <a:srgbClr val="16A34A"/>
          </a:solidFill>
          <a:ln w="12700">
            <a:solidFill>
              <a:srgbClr val="16A34A">
                <a:alpha val="0"/>
              </a:srgbClr>
            </a:solidFill>
            <a:prstDash val="solid"/>
          </a:ln>
        </p:spPr>
        <p:txBody>
          <a:bodyPr/>
          <a:lstStyle/>
          <a:p>
            <a:endParaRPr lang="en-IN"/>
          </a:p>
        </p:txBody>
      </p:sp>
      <p:sp>
        <p:nvSpPr>
          <p:cNvPr id="29" name="Text 27"/>
          <p:cNvSpPr/>
          <p:nvPr/>
        </p:nvSpPr>
        <p:spPr>
          <a:xfrm>
            <a:off x="6099048" y="5879592"/>
            <a:ext cx="4937760" cy="329184"/>
          </a:xfrm>
          <a:prstGeom prst="rect">
            <a:avLst/>
          </a:prstGeom>
          <a:noFill/>
          <a:ln/>
        </p:spPr>
        <p:txBody>
          <a:bodyPr wrap="square" lIns="0" tIns="0" rIns="0" bIns="0" rtlCol="0" anchor="ctr">
            <a:normAutofit/>
          </a:bodyPr>
          <a:lstStyle/>
          <a:p>
            <a:pPr marL="0" indent="0">
              <a:buNone/>
            </a:pPr>
            <a:r>
              <a:rPr lang="en-US" sz="1200" b="1" dirty="0">
                <a:solidFill>
                  <a:srgbClr val="062A5C"/>
                </a:solidFill>
              </a:rPr>
              <a:t>Build principle for AI</a:t>
            </a:r>
            <a:endParaRPr lang="en-US" sz="1200" dirty="0"/>
          </a:p>
        </p:txBody>
      </p:sp>
      <p:sp>
        <p:nvSpPr>
          <p:cNvPr id="30" name="Text 28"/>
          <p:cNvSpPr/>
          <p:nvPr/>
        </p:nvSpPr>
        <p:spPr>
          <a:xfrm>
            <a:off x="6099048" y="6300216"/>
            <a:ext cx="4910328" cy="0"/>
          </a:xfrm>
          <a:prstGeom prst="rect">
            <a:avLst/>
          </a:prstGeom>
          <a:noFill/>
          <a:ln/>
        </p:spPr>
        <p:txBody>
          <a:bodyPr wrap="square" lIns="0" tIns="0" rIns="0" bIns="0" rtlCol="0" anchor="ctr">
            <a:normAutofit fontScale="25000" lnSpcReduction="20000"/>
          </a:bodyPr>
          <a:lstStyle/>
          <a:p>
            <a:pPr marL="0" indent="0">
              <a:buNone/>
            </a:pPr>
            <a:r>
              <a:rPr lang="en-US" sz="950" dirty="0">
                <a:solidFill>
                  <a:srgbClr val="111827"/>
                </a:solidFill>
              </a:rPr>
              <a:t>Every AI output must include source evidence, confidence and a human approval path before it changes a record or influences a sensitive decision.</a:t>
            </a:r>
            <a:endParaRPr lang="en-US" sz="950" dirty="0"/>
          </a:p>
        </p:txBody>
      </p:sp>
      <p:sp>
        <p:nvSpPr>
          <p:cNvPr id="31" name="Text 6">
            <a:extLst>
              <a:ext uri="{FF2B5EF4-FFF2-40B4-BE49-F238E27FC236}">
                <a16:creationId xmlns:a16="http://schemas.microsoft.com/office/drawing/2014/main" id="{B88AEA22-72E6-EF53-DD25-FA2654AA3261}"/>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4" name="Text 2"/>
          <p:cNvSpPr/>
          <p:nvPr/>
        </p:nvSpPr>
        <p:spPr>
          <a:xfrm>
            <a:off x="502920" y="256032"/>
            <a:ext cx="3291840" cy="201168"/>
          </a:xfrm>
          <a:prstGeom prst="rect">
            <a:avLst/>
          </a:prstGeom>
          <a:noFill/>
          <a:ln/>
        </p:spPr>
        <p:txBody>
          <a:bodyPr wrap="square" lIns="0" tIns="0" rIns="0" bIns="0" rtlCol="0" anchor="ctr"/>
          <a:lstStyle/>
          <a:p>
            <a:pPr marL="0" indent="0">
              <a:buNone/>
            </a:pPr>
            <a:r>
              <a:rPr lang="en-US" sz="850" b="1" dirty="0">
                <a:solidFill>
                  <a:srgbClr val="F59E0B"/>
                </a:solidFill>
                <a:latin typeface="Aptos" pitchFamily="34" charset="0"/>
                <a:ea typeface="Aptos" pitchFamily="34" charset="-122"/>
                <a:cs typeface="Aptos" pitchFamily="34" charset="-120"/>
              </a:rPr>
              <a:t>CIO DECISIONS AND GATES</a:t>
            </a:r>
            <a:endParaRPr lang="en-US" sz="850" dirty="0"/>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500" b="1" dirty="0">
                <a:solidFill>
                  <a:srgbClr val="062A5C"/>
                </a:solidFill>
                <a:latin typeface="Aptos Display" pitchFamily="34" charset="0"/>
                <a:ea typeface="Aptos Display" pitchFamily="34" charset="-122"/>
                <a:cs typeface="Aptos Display" pitchFamily="34" charset="-120"/>
              </a:rPr>
              <a:t>Implementation roadmap: 90-day controlled proof-of-concept</a:t>
            </a:r>
            <a:endParaRPr lang="en-US" sz="25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685800" y="1508760"/>
            <a:ext cx="2240280" cy="530352"/>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80" b="1" dirty="0">
                <a:solidFill>
                  <a:srgbClr val="111827"/>
                </a:solidFill>
              </a:rPr>
              <a:t>0-2 weeks</a:t>
            </a:r>
            <a:endParaRPr lang="en-US" sz="1080" dirty="0"/>
          </a:p>
          <a:p>
            <a:pPr marL="0" indent="0" algn="ctr">
              <a:buNone/>
            </a:pPr>
            <a:r>
              <a:rPr lang="en-US" sz="1080" b="1" dirty="0">
                <a:solidFill>
                  <a:srgbClr val="111827"/>
                </a:solidFill>
              </a:rPr>
              <a:t>Confirm scope</a:t>
            </a:r>
            <a:endParaRPr lang="en-US" sz="1080" dirty="0"/>
          </a:p>
        </p:txBody>
      </p:sp>
      <p:sp>
        <p:nvSpPr>
          <p:cNvPr id="10" name="Text 8"/>
          <p:cNvSpPr/>
          <p:nvPr/>
        </p:nvSpPr>
        <p:spPr>
          <a:xfrm>
            <a:off x="685800" y="2176272"/>
            <a:ext cx="2240280" cy="914400"/>
          </a:xfrm>
          <a:prstGeom prst="roundRect">
            <a:avLst/>
          </a:prstGeom>
          <a:solidFill>
            <a:srgbClr val="FFFFFF"/>
          </a:solidFill>
          <a:ln w="15240">
            <a:solidFill>
              <a:srgbClr val="1C6FB7"/>
            </a:solidFill>
          </a:ln>
        </p:spPr>
        <p:txBody>
          <a:bodyPr wrap="square" lIns="1016" tIns="1016" rIns="1016" bIns="1016" rtlCol="0" anchor="ctr">
            <a:normAutofit/>
          </a:bodyPr>
          <a:lstStyle/>
          <a:p>
            <a:pPr marL="0" indent="0" algn="l">
              <a:buNone/>
            </a:pPr>
            <a:r>
              <a:rPr lang="en-US" sz="1020" dirty="0">
                <a:solidFill>
                  <a:srgbClr val="111827"/>
                </a:solidFill>
              </a:rPr>
              <a:t>Select pilots, process owner, data owner, security tier and success metrics.</a:t>
            </a:r>
            <a:endParaRPr lang="en-US" sz="1020" dirty="0"/>
          </a:p>
        </p:txBody>
      </p:sp>
      <p:sp>
        <p:nvSpPr>
          <p:cNvPr id="11" name="Shape 9"/>
          <p:cNvSpPr/>
          <p:nvPr/>
        </p:nvSpPr>
        <p:spPr>
          <a:xfrm>
            <a:off x="2971800" y="1856232"/>
            <a:ext cx="411480" cy="0"/>
          </a:xfrm>
          <a:prstGeom prst="line">
            <a:avLst/>
          </a:prstGeom>
          <a:noFill/>
          <a:ln w="13970">
            <a:solidFill>
              <a:srgbClr val="6B7280"/>
            </a:solidFill>
            <a:prstDash val="solid"/>
            <a:headEnd type="none"/>
            <a:tailEnd type="triangle"/>
          </a:ln>
        </p:spPr>
        <p:txBody>
          <a:bodyPr/>
          <a:lstStyle/>
          <a:p>
            <a:endParaRPr lang="en-IN"/>
          </a:p>
        </p:txBody>
      </p:sp>
      <p:sp>
        <p:nvSpPr>
          <p:cNvPr id="12" name="Text 10"/>
          <p:cNvSpPr/>
          <p:nvPr/>
        </p:nvSpPr>
        <p:spPr>
          <a:xfrm>
            <a:off x="3474720" y="1508760"/>
            <a:ext cx="2240280" cy="530352"/>
          </a:xfrm>
          <a:prstGeom prst="roundRect">
            <a:avLst/>
          </a:prstGeom>
          <a:solidFill>
            <a:srgbClr val="F1F8FF"/>
          </a:solidFill>
          <a:ln w="15240">
            <a:solidFill>
              <a:srgbClr val="1C6FB7"/>
            </a:solidFill>
          </a:ln>
        </p:spPr>
        <p:txBody>
          <a:bodyPr wrap="square" lIns="508" tIns="508" rIns="508" bIns="508" rtlCol="0" anchor="ctr">
            <a:normAutofit/>
          </a:bodyPr>
          <a:lstStyle/>
          <a:p>
            <a:pPr marL="0" indent="0" algn="ctr">
              <a:buNone/>
            </a:pPr>
            <a:r>
              <a:rPr lang="en-US" sz="1080" b="1" dirty="0">
                <a:solidFill>
                  <a:srgbClr val="111827"/>
                </a:solidFill>
              </a:rPr>
              <a:t>3-6 weeks</a:t>
            </a:r>
            <a:endParaRPr lang="en-US" sz="1080" dirty="0"/>
          </a:p>
          <a:p>
            <a:pPr marL="0" indent="0" algn="ctr">
              <a:buNone/>
            </a:pPr>
            <a:r>
              <a:rPr lang="en-US" sz="1080" b="1" dirty="0">
                <a:solidFill>
                  <a:srgbClr val="111827"/>
                </a:solidFill>
              </a:rPr>
              <a:t>Build prototype</a:t>
            </a:r>
            <a:endParaRPr lang="en-US" sz="1080" dirty="0"/>
          </a:p>
        </p:txBody>
      </p:sp>
      <p:sp>
        <p:nvSpPr>
          <p:cNvPr id="13" name="Text 11"/>
          <p:cNvSpPr/>
          <p:nvPr/>
        </p:nvSpPr>
        <p:spPr>
          <a:xfrm>
            <a:off x="3474720" y="2176272"/>
            <a:ext cx="2240280" cy="914400"/>
          </a:xfrm>
          <a:prstGeom prst="roundRect">
            <a:avLst/>
          </a:prstGeom>
          <a:solidFill>
            <a:srgbClr val="FFFFFF"/>
          </a:solidFill>
          <a:ln w="15240">
            <a:solidFill>
              <a:srgbClr val="1C6FB7"/>
            </a:solidFill>
          </a:ln>
        </p:spPr>
        <p:txBody>
          <a:bodyPr wrap="square" lIns="1016" tIns="1016" rIns="1016" bIns="1016" rtlCol="0" anchor="ctr">
            <a:normAutofit/>
          </a:bodyPr>
          <a:lstStyle/>
          <a:p>
            <a:pPr marL="0" indent="0" algn="l">
              <a:buNone/>
            </a:pPr>
            <a:r>
              <a:rPr lang="en-US" sz="1020" dirty="0">
                <a:solidFill>
                  <a:srgbClr val="111827"/>
                </a:solidFill>
              </a:rPr>
              <a:t>Create TAS project/employee master stubs, controlled data intake and exception workflow.</a:t>
            </a:r>
            <a:endParaRPr lang="en-US" sz="1020" dirty="0"/>
          </a:p>
        </p:txBody>
      </p:sp>
      <p:sp>
        <p:nvSpPr>
          <p:cNvPr id="14" name="Shape 12"/>
          <p:cNvSpPr/>
          <p:nvPr/>
        </p:nvSpPr>
        <p:spPr>
          <a:xfrm>
            <a:off x="5760720" y="1856232"/>
            <a:ext cx="411480" cy="0"/>
          </a:xfrm>
          <a:prstGeom prst="line">
            <a:avLst/>
          </a:prstGeom>
          <a:noFill/>
          <a:ln w="13970">
            <a:solidFill>
              <a:srgbClr val="6B7280"/>
            </a:solidFill>
            <a:prstDash val="solid"/>
            <a:headEnd type="none"/>
            <a:tailEnd type="triangle"/>
          </a:ln>
        </p:spPr>
        <p:txBody>
          <a:bodyPr/>
          <a:lstStyle/>
          <a:p>
            <a:endParaRPr lang="en-IN"/>
          </a:p>
        </p:txBody>
      </p:sp>
      <p:sp>
        <p:nvSpPr>
          <p:cNvPr id="15" name="Text 13"/>
          <p:cNvSpPr/>
          <p:nvPr/>
        </p:nvSpPr>
        <p:spPr>
          <a:xfrm>
            <a:off x="6263640" y="1508760"/>
            <a:ext cx="2240280" cy="530352"/>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80" b="1" dirty="0">
                <a:solidFill>
                  <a:srgbClr val="111827"/>
                </a:solidFill>
              </a:rPr>
              <a:t>7-10 weeks</a:t>
            </a:r>
            <a:endParaRPr lang="en-US" sz="1080" dirty="0"/>
          </a:p>
          <a:p>
            <a:pPr marL="0" indent="0" algn="ctr">
              <a:buNone/>
            </a:pPr>
            <a:r>
              <a:rPr lang="en-US" sz="1080" b="1" dirty="0">
                <a:solidFill>
                  <a:srgbClr val="111827"/>
                </a:solidFill>
              </a:rPr>
              <a:t>Pilot with users</a:t>
            </a:r>
            <a:endParaRPr lang="en-US" sz="1080" dirty="0"/>
          </a:p>
        </p:txBody>
      </p:sp>
      <p:sp>
        <p:nvSpPr>
          <p:cNvPr id="16" name="Text 14"/>
          <p:cNvSpPr/>
          <p:nvPr/>
        </p:nvSpPr>
        <p:spPr>
          <a:xfrm>
            <a:off x="6263640" y="2176272"/>
            <a:ext cx="2240280" cy="914400"/>
          </a:xfrm>
          <a:prstGeom prst="roundRect">
            <a:avLst/>
          </a:prstGeom>
          <a:solidFill>
            <a:srgbClr val="FFFFFF"/>
          </a:solidFill>
          <a:ln w="15240">
            <a:solidFill>
              <a:srgbClr val="16A34A"/>
            </a:solidFill>
          </a:ln>
        </p:spPr>
        <p:txBody>
          <a:bodyPr wrap="square" lIns="1016" tIns="1016" rIns="1016" bIns="1016" rtlCol="0" anchor="ctr">
            <a:normAutofit/>
          </a:bodyPr>
          <a:lstStyle/>
          <a:p>
            <a:pPr marL="0" indent="0" algn="l">
              <a:buNone/>
            </a:pPr>
            <a:r>
              <a:rPr lang="en-US" sz="1020" dirty="0">
                <a:solidFill>
                  <a:srgbClr val="111827"/>
                </a:solidFill>
              </a:rPr>
              <a:t>Run project matching and reporting reconciliation on a limited batch / company set.</a:t>
            </a:r>
            <a:endParaRPr lang="en-US" sz="1020" dirty="0"/>
          </a:p>
        </p:txBody>
      </p:sp>
      <p:sp>
        <p:nvSpPr>
          <p:cNvPr id="17" name="Shape 15"/>
          <p:cNvSpPr/>
          <p:nvPr/>
        </p:nvSpPr>
        <p:spPr>
          <a:xfrm>
            <a:off x="8549640" y="1856232"/>
            <a:ext cx="411480" cy="0"/>
          </a:xfrm>
          <a:prstGeom prst="line">
            <a:avLst/>
          </a:prstGeom>
          <a:noFill/>
          <a:ln w="13970">
            <a:solidFill>
              <a:srgbClr val="6B7280"/>
            </a:solidFill>
            <a:prstDash val="solid"/>
            <a:headEnd type="none"/>
            <a:tailEnd type="triangle"/>
          </a:ln>
        </p:spPr>
        <p:txBody>
          <a:bodyPr/>
          <a:lstStyle/>
          <a:p>
            <a:endParaRPr lang="en-IN"/>
          </a:p>
        </p:txBody>
      </p:sp>
      <p:sp>
        <p:nvSpPr>
          <p:cNvPr id="18" name="Text 16"/>
          <p:cNvSpPr/>
          <p:nvPr/>
        </p:nvSpPr>
        <p:spPr>
          <a:xfrm>
            <a:off x="9052560" y="1508760"/>
            <a:ext cx="2240280" cy="530352"/>
          </a:xfrm>
          <a:prstGeom prst="roundRect">
            <a:avLst/>
          </a:prstGeom>
          <a:solidFill>
            <a:srgbClr val="EAF7EF"/>
          </a:solidFill>
          <a:ln w="15240">
            <a:solidFill>
              <a:srgbClr val="16A34A"/>
            </a:solidFill>
          </a:ln>
        </p:spPr>
        <p:txBody>
          <a:bodyPr wrap="square" lIns="508" tIns="508" rIns="508" bIns="508" rtlCol="0" anchor="ctr">
            <a:normAutofit/>
          </a:bodyPr>
          <a:lstStyle/>
          <a:p>
            <a:pPr marL="0" indent="0" algn="ctr">
              <a:buNone/>
            </a:pPr>
            <a:r>
              <a:rPr lang="en-US" sz="1080" b="1" dirty="0">
                <a:solidFill>
                  <a:srgbClr val="111827"/>
                </a:solidFill>
              </a:rPr>
              <a:t>11-12 weeks</a:t>
            </a:r>
            <a:endParaRPr lang="en-US" sz="1080" dirty="0"/>
          </a:p>
          <a:p>
            <a:pPr marL="0" indent="0" algn="ctr">
              <a:buNone/>
            </a:pPr>
            <a:r>
              <a:rPr lang="en-US" sz="1080" b="1" dirty="0">
                <a:solidFill>
                  <a:srgbClr val="111827"/>
                </a:solidFill>
              </a:rPr>
              <a:t>Review and scale</a:t>
            </a:r>
            <a:endParaRPr lang="en-US" sz="1080" dirty="0"/>
          </a:p>
        </p:txBody>
      </p:sp>
      <p:sp>
        <p:nvSpPr>
          <p:cNvPr id="19" name="Text 17"/>
          <p:cNvSpPr/>
          <p:nvPr/>
        </p:nvSpPr>
        <p:spPr>
          <a:xfrm>
            <a:off x="9052560" y="2176272"/>
            <a:ext cx="2240280" cy="914400"/>
          </a:xfrm>
          <a:prstGeom prst="roundRect">
            <a:avLst/>
          </a:prstGeom>
          <a:solidFill>
            <a:srgbClr val="FFFFFF"/>
          </a:solidFill>
          <a:ln w="15240">
            <a:solidFill>
              <a:srgbClr val="16A34A"/>
            </a:solidFill>
          </a:ln>
        </p:spPr>
        <p:txBody>
          <a:bodyPr wrap="square" lIns="1016" tIns="1016" rIns="1016" bIns="1016" rtlCol="0" anchor="ctr">
            <a:normAutofit/>
          </a:bodyPr>
          <a:lstStyle/>
          <a:p>
            <a:pPr marL="0" indent="0" algn="l">
              <a:buNone/>
            </a:pPr>
            <a:r>
              <a:rPr lang="en-US" sz="1020" dirty="0">
                <a:solidFill>
                  <a:srgbClr val="111827"/>
                </a:solidFill>
              </a:rPr>
              <a:t>Measure effort reduction, accuracy, user adoption, control exceptions and readiness to scale.</a:t>
            </a:r>
            <a:endParaRPr lang="en-US" sz="1020" dirty="0"/>
          </a:p>
        </p:txBody>
      </p:sp>
      <p:sp>
        <p:nvSpPr>
          <p:cNvPr id="20" name="Text 18"/>
          <p:cNvSpPr/>
          <p:nvPr/>
        </p:nvSpPr>
        <p:spPr>
          <a:xfrm>
            <a:off x="685800" y="3703320"/>
            <a:ext cx="1828800" cy="256032"/>
          </a:xfrm>
          <a:prstGeom prst="rect">
            <a:avLst/>
          </a:prstGeom>
          <a:noFill/>
          <a:ln/>
        </p:spPr>
        <p:txBody>
          <a:bodyPr wrap="square" lIns="0" tIns="0" rIns="0" bIns="0" rtlCol="0" anchor="t">
            <a:normAutofit/>
          </a:bodyPr>
          <a:lstStyle/>
          <a:p>
            <a:pPr marL="0" indent="0" algn="l">
              <a:buNone/>
            </a:pPr>
            <a:r>
              <a:rPr lang="en-US" sz="1500" b="1" dirty="0">
                <a:solidFill>
                  <a:srgbClr val="062A5C"/>
                </a:solidFill>
                <a:latin typeface="Aptos" pitchFamily="34" charset="0"/>
                <a:ea typeface="Aptos" pitchFamily="34" charset="-122"/>
                <a:cs typeface="Aptos" pitchFamily="34" charset="-120"/>
              </a:rPr>
              <a:t>Decision gates</a:t>
            </a:r>
            <a:endParaRPr lang="en-US" sz="1500" dirty="0"/>
          </a:p>
        </p:txBody>
      </p:sp>
      <p:sp>
        <p:nvSpPr>
          <p:cNvPr id="21" name="Text 19"/>
          <p:cNvSpPr/>
          <p:nvPr/>
        </p:nvSpPr>
        <p:spPr>
          <a:xfrm>
            <a:off x="731520" y="4096512"/>
            <a:ext cx="5623560" cy="1234440"/>
          </a:xfrm>
          <a:prstGeom prst="rect">
            <a:avLst/>
          </a:prstGeom>
          <a:noFill/>
          <a:ln/>
        </p:spPr>
        <p:txBody>
          <a:bodyPr wrap="square" lIns="0" tIns="0" rIns="0" bIns="0" rtlCol="0" anchor="t">
            <a:normAutofit/>
          </a:bodyPr>
          <a:lstStyle/>
          <a:p>
            <a:pPr marL="0" indent="0">
              <a:buNone/>
            </a:pPr>
            <a:r>
              <a:rPr lang="en-US" sz="1260" dirty="0">
                <a:solidFill>
                  <a:srgbClr val="111827"/>
                </a:solidFill>
              </a:rPr>
              <a:t>• Gate 1: Are required data fields accessible with acceptable security controls?</a:t>
            </a:r>
            <a:endParaRPr lang="en-US" sz="1260" dirty="0"/>
          </a:p>
          <a:p>
            <a:pPr marL="0" indent="0">
              <a:buNone/>
            </a:pPr>
            <a:r>
              <a:rPr lang="en-US" sz="1260" dirty="0">
                <a:solidFill>
                  <a:srgbClr val="111827"/>
                </a:solidFill>
              </a:rPr>
              <a:t>• Gate 2: Do AI recommendations improve speed without reducing human confidence?</a:t>
            </a:r>
            <a:endParaRPr lang="en-US" sz="1260" dirty="0"/>
          </a:p>
          <a:p>
            <a:pPr marL="0" indent="0">
              <a:buNone/>
            </a:pPr>
            <a:r>
              <a:rPr lang="en-US" sz="1260" dirty="0">
                <a:solidFill>
                  <a:srgbClr val="111827"/>
                </a:solidFill>
              </a:rPr>
              <a:t>• Gate 3: Are audit trail, access control and exception handling sufficient to scale?</a:t>
            </a:r>
            <a:endParaRPr lang="en-US" sz="1260" dirty="0"/>
          </a:p>
          <a:p>
            <a:pPr marL="0" indent="0">
              <a:buNone/>
            </a:pPr>
            <a:r>
              <a:rPr lang="en-US" sz="1260" dirty="0">
                <a:solidFill>
                  <a:srgbClr val="111827"/>
                </a:solidFill>
              </a:rPr>
              <a:t>• Gate 4: Is resume screening ready for controlled design, or still too sensitive?</a:t>
            </a:r>
            <a:endParaRPr lang="en-US" sz="1260" dirty="0"/>
          </a:p>
        </p:txBody>
      </p:sp>
      <p:sp>
        <p:nvSpPr>
          <p:cNvPr id="22" name="Text 20"/>
          <p:cNvSpPr/>
          <p:nvPr/>
        </p:nvSpPr>
        <p:spPr>
          <a:xfrm>
            <a:off x="6693408" y="3703320"/>
            <a:ext cx="4480560" cy="1691640"/>
          </a:xfrm>
          <a:prstGeom prst="round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23" name="Shape 21"/>
          <p:cNvSpPr/>
          <p:nvPr/>
        </p:nvSpPr>
        <p:spPr>
          <a:xfrm>
            <a:off x="6711696" y="3749040"/>
            <a:ext cx="73152" cy="1600200"/>
          </a:xfrm>
          <a:prstGeom prst="rect">
            <a:avLst/>
          </a:prstGeom>
          <a:solidFill>
            <a:srgbClr val="16A34A"/>
          </a:solidFill>
          <a:ln w="12700">
            <a:solidFill>
              <a:srgbClr val="16A34A">
                <a:alpha val="0"/>
              </a:srgbClr>
            </a:solidFill>
            <a:prstDash val="solid"/>
          </a:ln>
        </p:spPr>
        <p:txBody>
          <a:bodyPr/>
          <a:lstStyle/>
          <a:p>
            <a:endParaRPr lang="en-IN"/>
          </a:p>
        </p:txBody>
      </p:sp>
      <p:sp>
        <p:nvSpPr>
          <p:cNvPr id="24" name="Text 22"/>
          <p:cNvSpPr/>
          <p:nvPr/>
        </p:nvSpPr>
        <p:spPr>
          <a:xfrm>
            <a:off x="6894576" y="3867912"/>
            <a:ext cx="4160520" cy="329184"/>
          </a:xfrm>
          <a:prstGeom prst="rect">
            <a:avLst/>
          </a:prstGeom>
          <a:noFill/>
          <a:ln/>
        </p:spPr>
        <p:txBody>
          <a:bodyPr wrap="square" lIns="0" tIns="0" rIns="0" bIns="0" rtlCol="0" anchor="ctr">
            <a:normAutofit/>
          </a:bodyPr>
          <a:lstStyle/>
          <a:p>
            <a:pPr marL="0" indent="0">
              <a:buNone/>
            </a:pPr>
            <a:r>
              <a:rPr lang="en-US" sz="1420" b="1" dirty="0">
                <a:solidFill>
                  <a:srgbClr val="062A5C"/>
                </a:solidFill>
              </a:rPr>
              <a:t>Immediate CIO ask</a:t>
            </a:r>
            <a:endParaRPr lang="en-US" sz="1420" dirty="0"/>
          </a:p>
        </p:txBody>
      </p:sp>
      <p:sp>
        <p:nvSpPr>
          <p:cNvPr id="25" name="Text 23"/>
          <p:cNvSpPr/>
          <p:nvPr/>
        </p:nvSpPr>
        <p:spPr>
          <a:xfrm>
            <a:off x="6894576" y="4297680"/>
            <a:ext cx="4133088" cy="1005840"/>
          </a:xfrm>
          <a:prstGeom prst="rect">
            <a:avLst/>
          </a:prstGeom>
          <a:noFill/>
          <a:ln/>
        </p:spPr>
        <p:txBody>
          <a:bodyPr wrap="square" lIns="0" tIns="0" rIns="0" bIns="0" rtlCol="0" anchor="t">
            <a:normAutofit/>
          </a:bodyPr>
          <a:lstStyle/>
          <a:p>
            <a:pPr marL="0" indent="0">
              <a:buNone/>
            </a:pPr>
            <a:r>
              <a:rPr lang="en-US" sz="1130" dirty="0">
                <a:solidFill>
                  <a:srgbClr val="111827"/>
                </a:solidFill>
              </a:rPr>
              <a:t>• Approve Phase 1 data discovery and architecture design.</a:t>
            </a:r>
            <a:endParaRPr lang="en-US" sz="1130" dirty="0"/>
          </a:p>
          <a:p>
            <a:pPr marL="0" indent="0">
              <a:buNone/>
            </a:pPr>
            <a:r>
              <a:rPr lang="en-US" sz="1130" dirty="0">
                <a:solidFill>
                  <a:srgbClr val="111827"/>
                </a:solidFill>
              </a:rPr>
              <a:t>• Nominate IT product owner and security reviewer.</a:t>
            </a:r>
            <a:endParaRPr lang="en-US" sz="1130" dirty="0"/>
          </a:p>
          <a:p>
            <a:pPr marL="0" indent="0">
              <a:buNone/>
            </a:pPr>
            <a:r>
              <a:rPr lang="en-US" sz="1130" dirty="0">
                <a:solidFill>
                  <a:srgbClr val="111827"/>
                </a:solidFill>
              </a:rPr>
              <a:t>• Confirm preferred enterprise AI environment.</a:t>
            </a:r>
            <a:endParaRPr lang="en-US" sz="1130" dirty="0"/>
          </a:p>
          <a:p>
            <a:pPr marL="0" indent="0">
              <a:buNone/>
            </a:pPr>
            <a:r>
              <a:rPr lang="en-US" sz="1130" dirty="0">
                <a:solidFill>
                  <a:srgbClr val="111827"/>
                </a:solidFill>
              </a:rPr>
              <a:t>• Select 2 pilots to begin: project matching and reports reconciliation are recommended.</a:t>
            </a:r>
            <a:endParaRPr lang="en-US" sz="1130" dirty="0"/>
          </a:p>
        </p:txBody>
      </p:sp>
      <p:sp>
        <p:nvSpPr>
          <p:cNvPr id="26" name="Text 6">
            <a:extLst>
              <a:ext uri="{FF2B5EF4-FFF2-40B4-BE49-F238E27FC236}">
                <a16:creationId xmlns:a16="http://schemas.microsoft.com/office/drawing/2014/main" id="{07304A6B-4412-360A-258D-84C1146A614D}"/>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800" b="1" dirty="0">
                <a:solidFill>
                  <a:srgbClr val="062A5C"/>
                </a:solidFill>
                <a:latin typeface="Aptos Display" pitchFamily="34" charset="0"/>
                <a:ea typeface="Aptos Display" pitchFamily="34" charset="-122"/>
                <a:cs typeface="Aptos Display" pitchFamily="34" charset="-120"/>
              </a:rPr>
              <a:t>Guardrails for secure and fair AI adoption</a:t>
            </a:r>
            <a:endParaRPr lang="en-US" sz="28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9" name="Text 7"/>
          <p:cNvSpPr/>
          <p:nvPr/>
        </p:nvSpPr>
        <p:spPr>
          <a:xfrm>
            <a:off x="594360" y="1207008"/>
            <a:ext cx="10698480" cy="384048"/>
          </a:xfrm>
          <a:prstGeom prst="rect">
            <a:avLst/>
          </a:prstGeom>
          <a:noFill/>
          <a:ln/>
        </p:spPr>
        <p:txBody>
          <a:bodyPr wrap="square" lIns="0" tIns="0" rIns="0" bIns="0" rtlCol="0" anchor="t">
            <a:normAutofit/>
          </a:bodyPr>
          <a:lstStyle/>
          <a:p>
            <a:pPr marL="0" indent="0" algn="l">
              <a:buNone/>
            </a:pPr>
            <a:r>
              <a:rPr lang="en-US" b="1" dirty="0">
                <a:solidFill>
                  <a:srgbClr val="062A5C"/>
                </a:solidFill>
                <a:latin typeface="Aptos" pitchFamily="34" charset="0"/>
                <a:ea typeface="Aptos" pitchFamily="34" charset="-122"/>
                <a:cs typeface="Aptos" pitchFamily="34" charset="-120"/>
              </a:rPr>
              <a:t>AI should improve speed and evidence quality without becoming the decision-maker.</a:t>
            </a:r>
            <a:endParaRPr lang="en-US" dirty="0"/>
          </a:p>
        </p:txBody>
      </p:sp>
      <p:grpSp>
        <p:nvGrpSpPr>
          <p:cNvPr id="24" name="Group 23">
            <a:extLst>
              <a:ext uri="{FF2B5EF4-FFF2-40B4-BE49-F238E27FC236}">
                <a16:creationId xmlns:a16="http://schemas.microsoft.com/office/drawing/2014/main" id="{8674FD31-1EB3-0897-71FB-F0CE4F91EFEE}"/>
              </a:ext>
            </a:extLst>
          </p:cNvPr>
          <p:cNvGrpSpPr/>
          <p:nvPr/>
        </p:nvGrpSpPr>
        <p:grpSpPr>
          <a:xfrm>
            <a:off x="676656" y="1913103"/>
            <a:ext cx="3438144" cy="2149200"/>
            <a:chOff x="676656" y="1828440"/>
            <a:chExt cx="3438144" cy="2149200"/>
          </a:xfrm>
        </p:grpSpPr>
        <p:sp>
          <p:nvSpPr>
            <p:cNvPr id="10" name="Text 8"/>
            <p:cNvSpPr/>
            <p:nvPr/>
          </p:nvSpPr>
          <p:spPr>
            <a:xfrm>
              <a:off x="685800" y="1828800"/>
              <a:ext cx="3429000" cy="2148840"/>
            </a:xfrm>
            <a:prstGeom prst="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11" name="Shape 9"/>
            <p:cNvSpPr/>
            <p:nvPr/>
          </p:nvSpPr>
          <p:spPr>
            <a:xfrm>
              <a:off x="676656" y="1828440"/>
              <a:ext cx="73152" cy="2149200"/>
            </a:xfrm>
            <a:prstGeom prst="rect">
              <a:avLst/>
            </a:prstGeom>
            <a:solidFill>
              <a:srgbClr val="1C6FB7"/>
            </a:solidFill>
            <a:ln w="12700">
              <a:solidFill>
                <a:srgbClr val="1C6FB7">
                  <a:alpha val="0"/>
                </a:srgbClr>
              </a:solidFill>
              <a:prstDash val="solid"/>
            </a:ln>
          </p:spPr>
          <p:txBody>
            <a:bodyPr/>
            <a:lstStyle/>
            <a:p>
              <a:endParaRPr lang="en-IN"/>
            </a:p>
          </p:txBody>
        </p:sp>
        <p:sp>
          <p:nvSpPr>
            <p:cNvPr id="12" name="Text 10"/>
            <p:cNvSpPr/>
            <p:nvPr/>
          </p:nvSpPr>
          <p:spPr>
            <a:xfrm>
              <a:off x="886968" y="1993392"/>
              <a:ext cx="310896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1. Data and access controls</a:t>
              </a:r>
              <a:endParaRPr lang="en-US" sz="1600" dirty="0"/>
            </a:p>
          </p:txBody>
        </p:sp>
        <p:sp>
          <p:nvSpPr>
            <p:cNvPr id="13" name="Text 11"/>
            <p:cNvSpPr/>
            <p:nvPr/>
          </p:nvSpPr>
          <p:spPr>
            <a:xfrm>
              <a:off x="886968" y="2423160"/>
              <a:ext cx="3081528" cy="1463040"/>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200" dirty="0">
                  <a:solidFill>
                    <a:srgbClr val="111827"/>
                  </a:solidFill>
                </a:rPr>
                <a:t>Role-based access for TAS, Finance, HR SPOCs and leadership.</a:t>
              </a:r>
              <a:endParaRPr lang="en-US" sz="1200" dirty="0"/>
            </a:p>
            <a:p>
              <a:pPr marL="171450" indent="-171450">
                <a:buFont typeface="Arial" panose="020B0604020202020204" pitchFamily="34" charset="0"/>
                <a:buChar char="•"/>
              </a:pPr>
              <a:r>
                <a:rPr lang="en-US" sz="1200" dirty="0">
                  <a:solidFill>
                    <a:srgbClr val="111827"/>
                  </a:solidFill>
                </a:rPr>
                <a:t>PII minimization, field masking and download restrictions.</a:t>
              </a:r>
              <a:endParaRPr lang="en-US" sz="1200" dirty="0"/>
            </a:p>
            <a:p>
              <a:pPr marL="171450" indent="-171450">
                <a:buFont typeface="Arial" panose="020B0604020202020204" pitchFamily="34" charset="0"/>
                <a:buChar char="•"/>
              </a:pPr>
              <a:r>
                <a:rPr lang="en-US" sz="1200" dirty="0">
                  <a:solidFill>
                    <a:srgbClr val="111827"/>
                  </a:solidFill>
                </a:rPr>
                <a:t>Rubric vault for confidential evaluation matrix access.</a:t>
              </a:r>
              <a:endParaRPr lang="en-US" sz="1200" dirty="0"/>
            </a:p>
          </p:txBody>
        </p:sp>
      </p:grpSp>
      <p:grpSp>
        <p:nvGrpSpPr>
          <p:cNvPr id="25" name="Group 24">
            <a:extLst>
              <a:ext uri="{FF2B5EF4-FFF2-40B4-BE49-F238E27FC236}">
                <a16:creationId xmlns:a16="http://schemas.microsoft.com/office/drawing/2014/main" id="{8EFF101B-59D7-D35C-0EFF-3A3E0BD66703}"/>
              </a:ext>
            </a:extLst>
          </p:cNvPr>
          <p:cNvGrpSpPr/>
          <p:nvPr/>
        </p:nvGrpSpPr>
        <p:grpSpPr>
          <a:xfrm>
            <a:off x="4297680" y="1913463"/>
            <a:ext cx="3429000" cy="2149200"/>
            <a:chOff x="4297680" y="1828800"/>
            <a:chExt cx="3429000" cy="2149200"/>
          </a:xfrm>
        </p:grpSpPr>
        <p:sp>
          <p:nvSpPr>
            <p:cNvPr id="14" name="Text 12"/>
            <p:cNvSpPr/>
            <p:nvPr/>
          </p:nvSpPr>
          <p:spPr>
            <a:xfrm>
              <a:off x="4297680" y="1828800"/>
              <a:ext cx="3429000" cy="2148840"/>
            </a:xfrm>
            <a:prstGeom prst="rect">
              <a:avLst/>
            </a:prstGeom>
            <a:solidFill>
              <a:srgbClr val="EAF7EF"/>
            </a:solidFill>
            <a:ln w="12700">
              <a:solidFill>
                <a:srgbClr val="16A34A"/>
              </a:solidFill>
            </a:ln>
          </p:spPr>
          <p:txBody>
            <a:bodyPr wrap="square" lIns="0" tIns="0" rIns="0" bIns="0" rtlCol="0" anchor="ctr"/>
            <a:lstStyle/>
            <a:p>
              <a:pPr marL="0" indent="0">
                <a:buNone/>
              </a:pPr>
              <a:endParaRPr lang="en-US" dirty="0"/>
            </a:p>
          </p:txBody>
        </p:sp>
        <p:sp>
          <p:nvSpPr>
            <p:cNvPr id="15" name="Shape 13"/>
            <p:cNvSpPr/>
            <p:nvPr/>
          </p:nvSpPr>
          <p:spPr>
            <a:xfrm>
              <a:off x="4297680" y="1828800"/>
              <a:ext cx="73152" cy="2149200"/>
            </a:xfrm>
            <a:prstGeom prst="rect">
              <a:avLst/>
            </a:prstGeom>
            <a:solidFill>
              <a:srgbClr val="16A34A"/>
            </a:solidFill>
            <a:ln w="12700">
              <a:solidFill>
                <a:srgbClr val="16A34A">
                  <a:alpha val="0"/>
                </a:srgbClr>
              </a:solidFill>
              <a:prstDash val="solid"/>
            </a:ln>
          </p:spPr>
          <p:txBody>
            <a:bodyPr/>
            <a:lstStyle/>
            <a:p>
              <a:endParaRPr lang="en-IN"/>
            </a:p>
          </p:txBody>
        </p:sp>
        <p:sp>
          <p:nvSpPr>
            <p:cNvPr id="16" name="Text 14"/>
            <p:cNvSpPr/>
            <p:nvPr/>
          </p:nvSpPr>
          <p:spPr>
            <a:xfrm>
              <a:off x="4498848" y="1993392"/>
              <a:ext cx="310896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2. AI and fairness controls</a:t>
              </a:r>
              <a:endParaRPr lang="en-US" sz="1600" dirty="0"/>
            </a:p>
          </p:txBody>
        </p:sp>
        <p:sp>
          <p:nvSpPr>
            <p:cNvPr id="17" name="Text 15"/>
            <p:cNvSpPr/>
            <p:nvPr/>
          </p:nvSpPr>
          <p:spPr>
            <a:xfrm>
              <a:off x="4498848" y="2423160"/>
              <a:ext cx="3081528" cy="1463040"/>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200" dirty="0">
                  <a:solidFill>
                    <a:srgbClr val="111827"/>
                  </a:solidFill>
                </a:rPr>
                <a:t>Explainable rationale for recommendations and shortlists.</a:t>
              </a:r>
              <a:endParaRPr lang="en-US" sz="1200" dirty="0"/>
            </a:p>
            <a:p>
              <a:pPr marL="171450" indent="-171450">
                <a:buFont typeface="Arial" panose="020B0604020202020204" pitchFamily="34" charset="0"/>
                <a:buChar char="•"/>
              </a:pPr>
              <a:r>
                <a:rPr lang="en-US" sz="1200" dirty="0">
                  <a:solidFill>
                    <a:srgbClr val="111827"/>
                  </a:solidFill>
                </a:rPr>
                <a:t>Bias / adverse-impact checks before screening use cases.</a:t>
              </a:r>
              <a:endParaRPr lang="en-US" sz="1200" dirty="0"/>
            </a:p>
            <a:p>
              <a:pPr marL="171450" indent="-171450">
                <a:buFont typeface="Arial" panose="020B0604020202020204" pitchFamily="34" charset="0"/>
                <a:buChar char="•"/>
              </a:pPr>
              <a:r>
                <a:rPr lang="en-US" sz="1200" dirty="0">
                  <a:solidFill>
                    <a:srgbClr val="111827"/>
                  </a:solidFill>
                </a:rPr>
                <a:t>Model and prompt changes require human governance approval.</a:t>
              </a:r>
              <a:endParaRPr lang="en-US" sz="1200" dirty="0"/>
            </a:p>
          </p:txBody>
        </p:sp>
      </p:grpSp>
      <p:grpSp>
        <p:nvGrpSpPr>
          <p:cNvPr id="26" name="Group 25">
            <a:extLst>
              <a:ext uri="{FF2B5EF4-FFF2-40B4-BE49-F238E27FC236}">
                <a16:creationId xmlns:a16="http://schemas.microsoft.com/office/drawing/2014/main" id="{50A17362-F5C3-0C91-6F50-D74E8573D37D}"/>
              </a:ext>
            </a:extLst>
          </p:cNvPr>
          <p:cNvGrpSpPr/>
          <p:nvPr/>
        </p:nvGrpSpPr>
        <p:grpSpPr>
          <a:xfrm>
            <a:off x="7909560" y="1913103"/>
            <a:ext cx="3429000" cy="2149200"/>
            <a:chOff x="7909560" y="1828440"/>
            <a:chExt cx="3429000" cy="2149200"/>
          </a:xfrm>
        </p:grpSpPr>
        <p:sp>
          <p:nvSpPr>
            <p:cNvPr id="18" name="Text 16"/>
            <p:cNvSpPr/>
            <p:nvPr/>
          </p:nvSpPr>
          <p:spPr>
            <a:xfrm>
              <a:off x="7909560" y="1828800"/>
              <a:ext cx="3429000" cy="2148840"/>
            </a:xfrm>
            <a:prstGeom prst="rect">
              <a:avLst/>
            </a:prstGeom>
            <a:solidFill>
              <a:srgbClr val="FFFFFF"/>
            </a:solidFill>
            <a:ln w="12700">
              <a:solidFill>
                <a:srgbClr val="CBD5E1"/>
              </a:solidFill>
            </a:ln>
          </p:spPr>
          <p:txBody>
            <a:bodyPr wrap="square" lIns="0" tIns="0" rIns="0" bIns="0" rtlCol="0" anchor="ctr"/>
            <a:lstStyle/>
            <a:p>
              <a:pPr marL="0" indent="0">
                <a:buNone/>
              </a:pPr>
              <a:endParaRPr lang="en-US" dirty="0"/>
            </a:p>
          </p:txBody>
        </p:sp>
        <p:sp>
          <p:nvSpPr>
            <p:cNvPr id="19" name="Shape 17"/>
            <p:cNvSpPr/>
            <p:nvPr/>
          </p:nvSpPr>
          <p:spPr>
            <a:xfrm>
              <a:off x="7914472" y="1828440"/>
              <a:ext cx="73152" cy="2149200"/>
            </a:xfrm>
            <a:prstGeom prst="rect">
              <a:avLst/>
            </a:prstGeom>
            <a:solidFill>
              <a:srgbClr val="062A5C"/>
            </a:solidFill>
            <a:ln w="12700">
              <a:solidFill>
                <a:srgbClr val="062A5C">
                  <a:alpha val="0"/>
                </a:srgbClr>
              </a:solidFill>
              <a:prstDash val="solid"/>
            </a:ln>
          </p:spPr>
          <p:txBody>
            <a:bodyPr/>
            <a:lstStyle/>
            <a:p>
              <a:endParaRPr lang="en-IN"/>
            </a:p>
          </p:txBody>
        </p:sp>
        <p:sp>
          <p:nvSpPr>
            <p:cNvPr id="20" name="Text 18"/>
            <p:cNvSpPr/>
            <p:nvPr/>
          </p:nvSpPr>
          <p:spPr>
            <a:xfrm>
              <a:off x="8110728" y="1993392"/>
              <a:ext cx="3108960" cy="329184"/>
            </a:xfrm>
            <a:prstGeom prst="rect">
              <a:avLst/>
            </a:prstGeom>
            <a:noFill/>
            <a:ln/>
          </p:spPr>
          <p:txBody>
            <a:bodyPr wrap="square" lIns="0" tIns="0" rIns="0" bIns="0" rtlCol="0" anchor="ctr">
              <a:normAutofit/>
            </a:bodyPr>
            <a:lstStyle/>
            <a:p>
              <a:pPr marL="0" indent="0">
                <a:buNone/>
              </a:pPr>
              <a:r>
                <a:rPr lang="en-US" sz="1600" b="1" dirty="0">
                  <a:solidFill>
                    <a:srgbClr val="062A5C"/>
                  </a:solidFill>
                </a:rPr>
                <a:t>3. Operational controls</a:t>
              </a:r>
              <a:endParaRPr lang="en-US" sz="1600" dirty="0"/>
            </a:p>
          </p:txBody>
        </p:sp>
        <p:sp>
          <p:nvSpPr>
            <p:cNvPr id="21" name="Text 19"/>
            <p:cNvSpPr/>
            <p:nvPr/>
          </p:nvSpPr>
          <p:spPr>
            <a:xfrm>
              <a:off x="8110728" y="2423160"/>
              <a:ext cx="3081528" cy="1463040"/>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200" dirty="0">
                  <a:solidFill>
                    <a:srgbClr val="111827"/>
                  </a:solidFill>
                </a:rPr>
                <a:t>AI-generated changes enter an exception queue until approved.</a:t>
              </a:r>
              <a:endParaRPr lang="en-US" sz="1200" dirty="0"/>
            </a:p>
            <a:p>
              <a:pPr marL="171450" indent="-171450">
                <a:buFont typeface="Arial" panose="020B0604020202020204" pitchFamily="34" charset="0"/>
                <a:buChar char="•"/>
              </a:pPr>
              <a:r>
                <a:rPr lang="en-US" sz="1200" dirty="0">
                  <a:solidFill>
                    <a:srgbClr val="111827"/>
                  </a:solidFill>
                </a:rPr>
                <a:t>Audit history for every recommendation, edit and override.</a:t>
              </a:r>
              <a:endParaRPr lang="en-US" sz="1200" dirty="0"/>
            </a:p>
            <a:p>
              <a:pPr marL="171450" indent="-171450">
                <a:buFont typeface="Arial" panose="020B0604020202020204" pitchFamily="34" charset="0"/>
                <a:buChar char="•"/>
              </a:pPr>
              <a:r>
                <a:rPr lang="en-US" sz="1200" dirty="0">
                  <a:solidFill>
                    <a:srgbClr val="111827"/>
                  </a:solidFill>
                </a:rPr>
                <a:t>Discrepancy cases closed only with evidence and owner sign-off.</a:t>
              </a:r>
              <a:endParaRPr lang="en-US" sz="1200" dirty="0"/>
            </a:p>
          </p:txBody>
        </p:sp>
      </p:grpSp>
      <p:sp>
        <p:nvSpPr>
          <p:cNvPr id="22" name="Text 20"/>
          <p:cNvSpPr/>
          <p:nvPr/>
        </p:nvSpPr>
        <p:spPr>
          <a:xfrm>
            <a:off x="769620" y="4912358"/>
            <a:ext cx="10652760" cy="512064"/>
          </a:xfrm>
          <a:prstGeom prst="roundRect">
            <a:avLst/>
          </a:prstGeom>
          <a:solidFill>
            <a:srgbClr val="FEE2E2"/>
          </a:solidFill>
          <a:ln w="10160">
            <a:solidFill>
              <a:srgbClr val="DC2626"/>
            </a:solidFill>
          </a:ln>
        </p:spPr>
        <p:txBody>
          <a:bodyPr wrap="square" lIns="254" tIns="254" rIns="254" bIns="254" rtlCol="0" anchor="ctr">
            <a:normAutofit fontScale="92500" lnSpcReduction="20000"/>
          </a:bodyPr>
          <a:lstStyle/>
          <a:p>
            <a:pPr marL="0" indent="0" algn="ctr">
              <a:buNone/>
            </a:pPr>
            <a:r>
              <a:rPr lang="en-US" b="1" dirty="0">
                <a:solidFill>
                  <a:srgbClr val="DC2626"/>
                </a:solidFill>
              </a:rPr>
              <a:t>Practical sequencing is to use AI first for matching, reminders, reconciliation and dashboards; defer full resume screening until controls are proven.</a:t>
            </a:r>
            <a:endParaRPr lang="en-US" dirty="0"/>
          </a:p>
        </p:txBody>
      </p:sp>
      <p:sp>
        <p:nvSpPr>
          <p:cNvPr id="23" name="Text 6">
            <a:extLst>
              <a:ext uri="{FF2B5EF4-FFF2-40B4-BE49-F238E27FC236}">
                <a16:creationId xmlns:a16="http://schemas.microsoft.com/office/drawing/2014/main" id="{503CE1AD-360D-8C2D-06F9-DFD3DF6CF457}"/>
              </a:ext>
            </a:extLst>
          </p:cNvPr>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09</a:t>
            </a:r>
            <a:endParaRPr lang="en-US" sz="1000" dirty="0"/>
          </a:p>
        </p:txBody>
      </p:sp>
      <p:pic>
        <p:nvPicPr>
          <p:cNvPr id="27" name="Picture 8" descr="Tata logo png, Tata icon transparent png 20975508 PNG">
            <a:extLst>
              <a:ext uri="{FF2B5EF4-FFF2-40B4-BE49-F238E27FC236}">
                <a16:creationId xmlns:a16="http://schemas.microsoft.com/office/drawing/2014/main" id="{F4389BB6-AE85-2A8E-5322-4C5CE5A19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5" name="Text 3"/>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800" b="1" dirty="0">
                <a:solidFill>
                  <a:srgbClr val="062A5C"/>
                </a:solidFill>
                <a:latin typeface="Aptos Display" pitchFamily="34" charset="0"/>
                <a:ea typeface="Aptos Display" pitchFamily="34" charset="-122"/>
                <a:cs typeface="Aptos Display" pitchFamily="34" charset="-120"/>
              </a:rPr>
              <a:t>Assumptions and open questions</a:t>
            </a:r>
            <a:endParaRPr lang="en-US" sz="2800" dirty="0"/>
          </a:p>
        </p:txBody>
      </p:sp>
      <p:sp>
        <p:nvSpPr>
          <p:cNvPr id="6" name="Shape 4"/>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8" name="Text 6"/>
          <p:cNvSpPr/>
          <p:nvPr/>
        </p:nvSpPr>
        <p:spPr>
          <a:xfrm>
            <a:off x="5829300" y="6417163"/>
            <a:ext cx="411480" cy="228600"/>
          </a:xfrm>
          <a:prstGeom prst="rect">
            <a:avLst/>
          </a:prstGeom>
          <a:noFill/>
          <a:ln/>
        </p:spPr>
        <p:txBody>
          <a:bodyPr wrap="square" lIns="0" tIns="0" rIns="0" bIns="0" rtlCol="0" anchor="ctr"/>
          <a:lstStyle/>
          <a:p>
            <a:pPr marL="0" indent="0" algn="ctr">
              <a:buNone/>
            </a:pPr>
            <a:r>
              <a:rPr lang="en-US" sz="1000" dirty="0">
                <a:solidFill>
                  <a:srgbClr val="6B7280"/>
                </a:solidFill>
              </a:rPr>
              <a:t>10</a:t>
            </a:r>
            <a:endParaRPr lang="en-US" sz="1000" dirty="0"/>
          </a:p>
        </p:txBody>
      </p:sp>
      <p:sp>
        <p:nvSpPr>
          <p:cNvPr id="9" name="Text 7"/>
          <p:cNvSpPr/>
          <p:nvPr/>
        </p:nvSpPr>
        <p:spPr>
          <a:xfrm>
            <a:off x="685800" y="1325880"/>
            <a:ext cx="5349240" cy="3364987"/>
          </a:xfrm>
          <a:prstGeom prst="roundRect">
            <a:avLst/>
          </a:prstGeom>
          <a:solidFill>
            <a:srgbClr val="F1F8FF"/>
          </a:solidFill>
          <a:ln w="12700">
            <a:solidFill>
              <a:srgbClr val="1C6FB7"/>
            </a:solidFill>
          </a:ln>
        </p:spPr>
        <p:txBody>
          <a:bodyPr wrap="square" lIns="0" tIns="0" rIns="0" bIns="0" rtlCol="0" anchor="ctr"/>
          <a:lstStyle/>
          <a:p>
            <a:pPr marL="0" indent="0">
              <a:buNone/>
            </a:pPr>
            <a:endParaRPr lang="en-US" dirty="0"/>
          </a:p>
        </p:txBody>
      </p:sp>
      <p:sp>
        <p:nvSpPr>
          <p:cNvPr id="11" name="Text 9"/>
          <p:cNvSpPr/>
          <p:nvPr/>
        </p:nvSpPr>
        <p:spPr>
          <a:xfrm>
            <a:off x="886968" y="1490472"/>
            <a:ext cx="5029200" cy="329184"/>
          </a:xfrm>
          <a:prstGeom prst="rect">
            <a:avLst/>
          </a:prstGeom>
          <a:noFill/>
          <a:ln/>
        </p:spPr>
        <p:txBody>
          <a:bodyPr wrap="square" lIns="0" tIns="0" rIns="0" bIns="0" rtlCol="0" anchor="ctr">
            <a:normAutofit/>
          </a:bodyPr>
          <a:lstStyle/>
          <a:p>
            <a:pPr marL="0" indent="0" algn="ctr">
              <a:buNone/>
            </a:pPr>
            <a:r>
              <a:rPr lang="en-US" sz="1500" b="1" dirty="0">
                <a:solidFill>
                  <a:srgbClr val="062A5C"/>
                </a:solidFill>
              </a:rPr>
              <a:t>Assumptions used in this deck</a:t>
            </a:r>
            <a:endParaRPr lang="en-US" sz="1500" dirty="0"/>
          </a:p>
        </p:txBody>
      </p:sp>
      <p:sp>
        <p:nvSpPr>
          <p:cNvPr id="12" name="Text 10"/>
          <p:cNvSpPr/>
          <p:nvPr/>
        </p:nvSpPr>
        <p:spPr>
          <a:xfrm>
            <a:off x="886968" y="1920240"/>
            <a:ext cx="5001768" cy="2770627"/>
          </a:xfrm>
          <a:prstGeom prst="rect">
            <a:avLst/>
          </a:prstGeom>
          <a:noFill/>
          <a:ln/>
        </p:spPr>
        <p:txBody>
          <a:bodyPr wrap="square" lIns="0" tIns="0" rIns="0" bIns="0" rtlCol="0" anchor="t">
            <a:normAutofit/>
          </a:bodyPr>
          <a:lstStyle/>
          <a:p>
            <a:pPr marL="0" indent="0">
              <a:buNone/>
            </a:pPr>
            <a:r>
              <a:rPr lang="en-US" sz="1400" dirty="0">
                <a:solidFill>
                  <a:srgbClr val="111827"/>
                </a:solidFill>
              </a:rPr>
              <a:t>• Scope is limited to TAS core lifecycle and TAS Reports.</a:t>
            </a:r>
            <a:endParaRPr lang="en-US" sz="1400" dirty="0"/>
          </a:p>
          <a:p>
            <a:pPr marL="0" indent="0">
              <a:buNone/>
            </a:pPr>
            <a:r>
              <a:rPr lang="en-US" sz="1400" dirty="0">
                <a:solidFill>
                  <a:srgbClr val="111827"/>
                </a:solidFill>
              </a:rPr>
              <a:t>• AI is used for coordination, recommendation and reconciliation; humans retain all selection and placement decisions.</a:t>
            </a:r>
            <a:endParaRPr lang="en-US" sz="1400" dirty="0"/>
          </a:p>
          <a:p>
            <a:pPr marL="0" indent="0">
              <a:buNone/>
            </a:pPr>
            <a:r>
              <a:rPr lang="en-US" sz="1400" dirty="0">
                <a:solidFill>
                  <a:srgbClr val="111827"/>
                </a:solidFill>
              </a:rPr>
              <a:t>• Existing platforms remain in place initially; Phase 1 adds integration, workflow and data orchestration.</a:t>
            </a:r>
            <a:endParaRPr lang="en-US" sz="1400" dirty="0"/>
          </a:p>
          <a:p>
            <a:pPr marL="0" indent="0">
              <a:buNone/>
            </a:pPr>
            <a:r>
              <a:rPr lang="en-US" sz="1400" dirty="0">
                <a:solidFill>
                  <a:srgbClr val="111827"/>
                </a:solidFill>
              </a:rPr>
              <a:t>• APIs may not be available for every source, so controlled exports / uploads may be used during pilot.</a:t>
            </a:r>
            <a:endParaRPr lang="en-US" sz="1400" dirty="0"/>
          </a:p>
          <a:p>
            <a:pPr marL="0" indent="0">
              <a:buNone/>
            </a:pPr>
            <a:r>
              <a:rPr lang="en-US" sz="1400" dirty="0">
                <a:solidFill>
                  <a:srgbClr val="111827"/>
                </a:solidFill>
              </a:rPr>
              <a:t>• Security and fairness controls are prerequisites for any resume-screening automation.</a:t>
            </a:r>
            <a:endParaRPr lang="en-US" sz="1400" dirty="0"/>
          </a:p>
        </p:txBody>
      </p:sp>
      <p:sp>
        <p:nvSpPr>
          <p:cNvPr id="13" name="Text 11"/>
          <p:cNvSpPr/>
          <p:nvPr/>
        </p:nvSpPr>
        <p:spPr>
          <a:xfrm>
            <a:off x="6263640" y="1325880"/>
            <a:ext cx="5166360" cy="3364987"/>
          </a:xfrm>
          <a:prstGeom prst="roundRect">
            <a:avLst/>
          </a:prstGeom>
          <a:solidFill>
            <a:srgbClr val="FFF3E0"/>
          </a:solidFill>
          <a:ln w="12700">
            <a:solidFill>
              <a:srgbClr val="F59E0B"/>
            </a:solidFill>
          </a:ln>
        </p:spPr>
        <p:txBody>
          <a:bodyPr wrap="square" lIns="0" tIns="0" rIns="0" bIns="0" rtlCol="0" anchor="ctr"/>
          <a:lstStyle/>
          <a:p>
            <a:pPr marL="0" indent="0">
              <a:buNone/>
            </a:pPr>
            <a:endParaRPr lang="en-US" dirty="0"/>
          </a:p>
        </p:txBody>
      </p:sp>
      <p:sp>
        <p:nvSpPr>
          <p:cNvPr id="15" name="Text 13"/>
          <p:cNvSpPr/>
          <p:nvPr/>
        </p:nvSpPr>
        <p:spPr>
          <a:xfrm>
            <a:off x="6464808" y="1490472"/>
            <a:ext cx="4846320" cy="329184"/>
          </a:xfrm>
          <a:prstGeom prst="rect">
            <a:avLst/>
          </a:prstGeom>
          <a:noFill/>
          <a:ln/>
        </p:spPr>
        <p:txBody>
          <a:bodyPr wrap="square" lIns="0" tIns="0" rIns="0" bIns="0" rtlCol="0" anchor="ctr">
            <a:normAutofit/>
          </a:bodyPr>
          <a:lstStyle/>
          <a:p>
            <a:pPr marL="0" indent="0" algn="ctr">
              <a:buNone/>
            </a:pPr>
            <a:r>
              <a:rPr lang="en-US" sz="1500" b="1" dirty="0">
                <a:solidFill>
                  <a:srgbClr val="062A5C"/>
                </a:solidFill>
              </a:rPr>
              <a:t>Open questions for TAS + IT</a:t>
            </a:r>
            <a:endParaRPr lang="en-US" sz="1500" dirty="0"/>
          </a:p>
        </p:txBody>
      </p:sp>
      <p:sp>
        <p:nvSpPr>
          <p:cNvPr id="16" name="Text 14"/>
          <p:cNvSpPr/>
          <p:nvPr/>
        </p:nvSpPr>
        <p:spPr>
          <a:xfrm>
            <a:off x="6464808" y="1920240"/>
            <a:ext cx="4818888" cy="2770627"/>
          </a:xfrm>
          <a:prstGeom prst="rect">
            <a:avLst/>
          </a:prstGeom>
          <a:noFill/>
          <a:ln/>
        </p:spPr>
        <p:txBody>
          <a:bodyPr wrap="square" lIns="0" tIns="0" rIns="0" bIns="0" rtlCol="0" anchor="t">
            <a:normAutofit/>
          </a:bodyPr>
          <a:lstStyle/>
          <a:p>
            <a:pPr marL="0" indent="0">
              <a:buNone/>
            </a:pPr>
            <a:r>
              <a:rPr lang="en-US" sz="1400" dirty="0">
                <a:solidFill>
                  <a:srgbClr val="111827"/>
                </a:solidFill>
              </a:rPr>
              <a:t>• Should TGI be included in the TAS scope or treated separately?</a:t>
            </a:r>
            <a:endParaRPr lang="en-US" sz="1400" dirty="0"/>
          </a:p>
          <a:p>
            <a:pPr marL="0" indent="0">
              <a:buNone/>
            </a:pPr>
            <a:r>
              <a:rPr lang="en-US" sz="1400" dirty="0">
                <a:solidFill>
                  <a:srgbClr val="111827"/>
                </a:solidFill>
              </a:rPr>
              <a:t>• For final placement, what is the authoritative system: COP, Chroma or both?</a:t>
            </a:r>
            <a:endParaRPr lang="en-US" sz="1400" dirty="0"/>
          </a:p>
          <a:p>
            <a:pPr marL="0" indent="0">
              <a:buNone/>
            </a:pPr>
            <a:r>
              <a:rPr lang="en-US" sz="1400" dirty="0">
                <a:solidFill>
                  <a:srgbClr val="111827"/>
                </a:solidFill>
              </a:rPr>
              <a:t>• Can the TAS evaluation matrix be stored in a restricted AI workflow / rubric vault?</a:t>
            </a:r>
            <a:endParaRPr lang="en-US" sz="1400" dirty="0"/>
          </a:p>
          <a:p>
            <a:pPr marL="0" indent="0">
              <a:buNone/>
            </a:pPr>
            <a:r>
              <a:rPr lang="en-US" sz="1400" dirty="0">
                <a:solidFill>
                  <a:srgbClr val="111827"/>
                </a:solidFill>
              </a:rPr>
              <a:t>• Which systems expose APIs or scheduled exports today?</a:t>
            </a:r>
            <a:endParaRPr lang="en-US" sz="1400" dirty="0"/>
          </a:p>
          <a:p>
            <a:pPr marL="0" indent="0">
              <a:buNone/>
            </a:pPr>
            <a:r>
              <a:rPr lang="en-US" sz="1400" dirty="0">
                <a:solidFill>
                  <a:srgbClr val="111827"/>
                </a:solidFill>
              </a:rPr>
              <a:t>• Who should own the TAS employee master: TAS, HR Tech, Finance or shared ownership?</a:t>
            </a:r>
            <a:endParaRPr lang="en-US" sz="1400" dirty="0"/>
          </a:p>
          <a:p>
            <a:pPr marL="0" indent="0">
              <a:buNone/>
            </a:pPr>
            <a:r>
              <a:rPr lang="en-US" sz="1400" dirty="0">
                <a:solidFill>
                  <a:srgbClr val="111827"/>
                </a:solidFill>
              </a:rPr>
              <a:t>• Which pilot should proceed first: matching, reports reconciliation or panel coordination?</a:t>
            </a:r>
            <a:endParaRPr lang="en-US" sz="1400" dirty="0"/>
          </a:p>
        </p:txBody>
      </p:sp>
      <p:sp>
        <p:nvSpPr>
          <p:cNvPr id="17" name="Text 15"/>
          <p:cNvSpPr/>
          <p:nvPr/>
        </p:nvSpPr>
        <p:spPr>
          <a:xfrm>
            <a:off x="795528" y="5380519"/>
            <a:ext cx="10515600" cy="411480"/>
          </a:xfrm>
          <a:prstGeom prst="rect">
            <a:avLst/>
          </a:prstGeom>
          <a:noFill/>
          <a:ln/>
        </p:spPr>
        <p:txBody>
          <a:bodyPr wrap="square" lIns="0" tIns="0" rIns="0" bIns="0" rtlCol="0" anchor="t">
            <a:noAutofit/>
          </a:bodyPr>
          <a:lstStyle/>
          <a:p>
            <a:pPr marL="0" indent="0" algn="ctr">
              <a:buNone/>
            </a:pPr>
            <a:r>
              <a:rPr lang="en-US" sz="1600" b="1" dirty="0">
                <a:solidFill>
                  <a:srgbClr val="062A5C"/>
                </a:solidFill>
                <a:latin typeface="Aptos" pitchFamily="34" charset="0"/>
                <a:ea typeface="Aptos" pitchFamily="34" charset="-122"/>
                <a:cs typeface="Aptos" pitchFamily="34" charset="-120"/>
              </a:rPr>
              <a:t>Proposed next step: run a 60-90 minute design workshop with TAS, IT Applications, InfoSec and Finance to lock scope, data objects and pilot success metrics.</a:t>
            </a:r>
            <a:endParaRPr lang="en-US" sz="1600" dirty="0"/>
          </a:p>
        </p:txBody>
      </p:sp>
      <p:pic>
        <p:nvPicPr>
          <p:cNvPr id="18" name="Picture 8" descr="Tata logo png, Tata icon transparent png 20975508 PNG">
            <a:extLst>
              <a:ext uri="{FF2B5EF4-FFF2-40B4-BE49-F238E27FC236}">
                <a16:creationId xmlns:a16="http://schemas.microsoft.com/office/drawing/2014/main" id="{1A92EC5A-E5AD-C62B-4B52-06517DCFB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27739A98-F4AB-2571-1EA1-D76AB365FB1E}"/>
              </a:ext>
            </a:extLst>
          </p:cNvPr>
          <p:cNvSpPr/>
          <p:nvPr/>
        </p:nvSpPr>
        <p:spPr>
          <a:xfrm>
            <a:off x="0" y="0"/>
            <a:ext cx="109728" cy="6858000"/>
          </a:xfrm>
          <a:prstGeom prst="rect">
            <a:avLst/>
          </a:prstGeom>
          <a:solidFill>
            <a:srgbClr val="062A5C"/>
          </a:solidFill>
          <a:ln w="12700">
            <a:solidFill>
              <a:srgbClr val="062A5C"/>
            </a:solidFill>
            <a:prstDash val="solid"/>
          </a:ln>
        </p:spPr>
        <p:txBody>
          <a:bodyPr/>
          <a:lstStyle/>
          <a:p>
            <a:endParaRPr lang="en-IN"/>
          </a:p>
        </p:txBody>
      </p:sp>
      <p:sp>
        <p:nvSpPr>
          <p:cNvPr id="3" name="Shape 4">
            <a:extLst>
              <a:ext uri="{FF2B5EF4-FFF2-40B4-BE49-F238E27FC236}">
                <a16:creationId xmlns:a16="http://schemas.microsoft.com/office/drawing/2014/main" id="{70811ED7-EC18-A98B-AFC3-C24777FEEEF9}"/>
              </a:ext>
            </a:extLst>
          </p:cNvPr>
          <p:cNvSpPr/>
          <p:nvPr/>
        </p:nvSpPr>
        <p:spPr>
          <a:xfrm>
            <a:off x="502920" y="1024128"/>
            <a:ext cx="11064240" cy="0"/>
          </a:xfrm>
          <a:prstGeom prst="line">
            <a:avLst/>
          </a:prstGeom>
          <a:noFill/>
          <a:ln w="15875">
            <a:solidFill>
              <a:srgbClr val="1C6FB7"/>
            </a:solidFill>
            <a:prstDash val="solid"/>
          </a:ln>
        </p:spPr>
        <p:txBody>
          <a:bodyPr/>
          <a:lstStyle/>
          <a:p>
            <a:endParaRPr lang="en-IN"/>
          </a:p>
        </p:txBody>
      </p:sp>
      <p:sp>
        <p:nvSpPr>
          <p:cNvPr id="4" name="Text 3">
            <a:extLst>
              <a:ext uri="{FF2B5EF4-FFF2-40B4-BE49-F238E27FC236}">
                <a16:creationId xmlns:a16="http://schemas.microsoft.com/office/drawing/2014/main" id="{9FBFE347-D2F1-356F-0A6A-EFAB46706584}"/>
              </a:ext>
            </a:extLst>
          </p:cNvPr>
          <p:cNvSpPr/>
          <p:nvPr/>
        </p:nvSpPr>
        <p:spPr>
          <a:xfrm>
            <a:off x="502920" y="475488"/>
            <a:ext cx="10789920" cy="429768"/>
          </a:xfrm>
          <a:prstGeom prst="rect">
            <a:avLst/>
          </a:prstGeom>
          <a:noFill/>
          <a:ln/>
        </p:spPr>
        <p:txBody>
          <a:bodyPr wrap="square" lIns="0" tIns="0" rIns="0" bIns="0" rtlCol="0" anchor="ctr">
            <a:normAutofit/>
          </a:bodyPr>
          <a:lstStyle/>
          <a:p>
            <a:pPr marL="0" indent="0">
              <a:buNone/>
            </a:pPr>
            <a:r>
              <a:rPr lang="en-US" sz="2800" b="1" dirty="0">
                <a:solidFill>
                  <a:srgbClr val="062A5C"/>
                </a:solidFill>
                <a:latin typeface="Aptos Display" pitchFamily="34" charset="0"/>
                <a:ea typeface="Aptos Display" pitchFamily="34" charset="-122"/>
                <a:cs typeface="Aptos Display" pitchFamily="34" charset="-120"/>
              </a:rPr>
              <a:t>Appendix</a:t>
            </a:r>
            <a:endParaRPr lang="en-US" sz="2800" dirty="0"/>
          </a:p>
        </p:txBody>
      </p:sp>
      <p:pic>
        <p:nvPicPr>
          <p:cNvPr id="6" name="Picture 8" descr="Tata logo png, Tata icon transparent png 20975508 PNG">
            <a:extLst>
              <a:ext uri="{FF2B5EF4-FFF2-40B4-BE49-F238E27FC236}">
                <a16:creationId xmlns:a16="http://schemas.microsoft.com/office/drawing/2014/main" id="{7BDC1924-6A63-4D12-D32D-C81D3EE7E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5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extBox 4">
            <a:extLst>
              <a:ext uri="{FF2B5EF4-FFF2-40B4-BE49-F238E27FC236}">
                <a16:creationId xmlns:a16="http://schemas.microsoft.com/office/drawing/2014/main" id="{3655CD9C-682D-A25F-D3C7-B40AE91605C7}"/>
              </a:ext>
            </a:extLst>
          </p:cNvPr>
          <p:cNvGraphicFramePr/>
          <p:nvPr/>
        </p:nvGraphicFramePr>
        <p:xfrm>
          <a:off x="702731" y="1337733"/>
          <a:ext cx="7442201"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5705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1360</TotalTime>
  <Words>2704</Words>
  <Application>Microsoft Office PowerPoint</Application>
  <PresentationFormat>Widescreen</PresentationFormat>
  <Paragraphs>329</Paragraphs>
  <Slides>15</Slides>
  <Notes>14</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 Process Redesign: Current State to AI-Native Operating Model</dc:title>
  <dc:subject>TAS current state and AI-native process redesign for IT Applications Head and CIO</dc:subject>
  <dc:creator>OpenAI</dc:creator>
  <cp:lastModifiedBy>Nirmit Shah</cp:lastModifiedBy>
  <cp:revision>2</cp:revision>
  <dcterms:created xsi:type="dcterms:W3CDTF">2026-05-07T05:30:10Z</dcterms:created>
  <dcterms:modified xsi:type="dcterms:W3CDTF">2026-05-08T04:53:51Z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bba68-4eb1-45e8-9c75-b7dd7eb6bd90_Enabled">
    <vt:lpwstr>true</vt:lpwstr>
  </property>
  <property fmtid="{D5CDD505-2E9C-101B-9397-08002B2CF9AE}" pid="3" name="MSIP_Label_153bba68-4eb1-45e8-9c75-b7dd7eb6bd90_SetDate">
    <vt:lpwstr>2026-05-07T06:13:35Z</vt:lpwstr>
  </property>
  <property fmtid="{D5CDD505-2E9C-101B-9397-08002B2CF9AE}" pid="4" name="MSIP_Label_153bba68-4eb1-45e8-9c75-b7dd7eb6bd90_Method">
    <vt:lpwstr>Standard</vt:lpwstr>
  </property>
  <property fmtid="{D5CDD505-2E9C-101B-9397-08002B2CF9AE}" pid="5" name="MSIP_Label_153bba68-4eb1-45e8-9c75-b7dd7eb6bd90_Name">
    <vt:lpwstr>153bba68-4eb1-45e8-9c75-b7dd7eb6bd90</vt:lpwstr>
  </property>
  <property fmtid="{D5CDD505-2E9C-101B-9397-08002B2CF9AE}" pid="6" name="MSIP_Label_153bba68-4eb1-45e8-9c75-b7dd7eb6bd90_SiteId">
    <vt:lpwstr>e5ba7b2a-a780-41a9-92b2-c2ed52d3a12f</vt:lpwstr>
  </property>
  <property fmtid="{D5CDD505-2E9C-101B-9397-08002B2CF9AE}" pid="7" name="MSIP_Label_153bba68-4eb1-45e8-9c75-b7dd7eb6bd90_ActionId">
    <vt:lpwstr>343ba2a3-707c-4f2d-8bb3-6f7a80ef92fd</vt:lpwstr>
  </property>
  <property fmtid="{D5CDD505-2E9C-101B-9397-08002B2CF9AE}" pid="8" name="MSIP_Label_153bba68-4eb1-45e8-9c75-b7dd7eb6bd90_ContentBits">
    <vt:lpwstr>2</vt:lpwstr>
  </property>
  <property fmtid="{D5CDD505-2E9C-101B-9397-08002B2CF9AE}" pid="9" name="MSIP_Label_153bba68-4eb1-45e8-9c75-b7dd7eb6bd90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Tata Sons - Internal</vt:lpwstr>
  </property>
</Properties>
</file>