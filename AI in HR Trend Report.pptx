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90" r:id="rId2"/>
    <p:sldId id="257" r:id="rId3"/>
    <p:sldId id="292" r:id="rId4"/>
    <p:sldId id="259" r:id="rId5"/>
    <p:sldId id="276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74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A355"/>
    <a:srgbClr val="B83230"/>
    <a:srgbClr val="1B65D6"/>
    <a:srgbClr val="059669"/>
    <a:srgbClr val="7C3AED"/>
    <a:srgbClr val="0891B2"/>
    <a:srgbClr val="D97706"/>
    <a:srgbClr val="616161"/>
    <a:srgbClr val="3B4D6B"/>
    <a:srgbClr val="6B46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7D6EB2-11E8-40F0-9694-37CC53A4A807}" v="95" dt="2026-04-14T04:55:43.2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049" autoAdjust="0"/>
  </p:normalViewPr>
  <p:slideViewPr>
    <p:cSldViewPr snapToGrid="0" snapToObjects="1">
      <p:cViewPr>
        <p:scale>
          <a:sx n="75" d="100"/>
          <a:sy n="75" d="100"/>
        </p:scale>
        <p:origin x="132" y="2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rmit Shah" userId="19542b5f-727d-48fc-a6e5-31748f5f223f" providerId="ADAL" clId="{6E744BBD-6A1F-4C63-AAA4-E23759909C2A}"/>
    <pc:docChg chg="undo custSel addSld delSld modSld sldOrd">
      <pc:chgData name="Nirmit Shah" userId="19542b5f-727d-48fc-a6e5-31748f5f223f" providerId="ADAL" clId="{6E744BBD-6A1F-4C63-AAA4-E23759909C2A}" dt="2026-04-14T04:55:19.728" v="1495" actId="2"/>
      <pc:docMkLst>
        <pc:docMk/>
      </pc:docMkLst>
      <pc:sldChg chg="del mod modShow">
        <pc:chgData name="Nirmit Shah" userId="19542b5f-727d-48fc-a6e5-31748f5f223f" providerId="ADAL" clId="{6E744BBD-6A1F-4C63-AAA4-E23759909C2A}" dt="2026-04-13T04:33:48.865" v="1469" actId="47"/>
        <pc:sldMkLst>
          <pc:docMk/>
          <pc:sldMk cId="0" sldId="256"/>
        </pc:sldMkLst>
      </pc:sldChg>
      <pc:sldChg chg="modSp mod ord">
        <pc:chgData name="Nirmit Shah" userId="19542b5f-727d-48fc-a6e5-31748f5f223f" providerId="ADAL" clId="{6E744BBD-6A1F-4C63-AAA4-E23759909C2A}" dt="2026-04-13T04:30:41.955" v="1382" actId="1076"/>
        <pc:sldMkLst>
          <pc:docMk/>
          <pc:sldMk cId="0" sldId="257"/>
        </pc:sldMkLst>
        <pc:spChg chg="mod">
          <ac:chgData name="Nirmit Shah" userId="19542b5f-727d-48fc-a6e5-31748f5f223f" providerId="ADAL" clId="{6E744BBD-6A1F-4C63-AAA4-E23759909C2A}" dt="2026-04-13T04:30:25.221" v="1381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30:41.955" v="1382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30:41.955" v="1382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30:41.955" v="1382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30:41.955" v="1382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30:41.955" v="1382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30:41.955" v="1382" actId="107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07:02.199" v="1280" actId="207"/>
          <ac:spMkLst>
            <pc:docMk/>
            <pc:sldMk cId="0" sldId="257"/>
            <ac:spMk id="11" creationId="{00000000-0000-0000-0000-000000000000}"/>
          </ac:spMkLst>
        </pc:spChg>
      </pc:sldChg>
      <pc:sldChg chg="addSp delSp modSp del mod">
        <pc:chgData name="Nirmit Shah" userId="19542b5f-727d-48fc-a6e5-31748f5f223f" providerId="ADAL" clId="{6E744BBD-6A1F-4C63-AAA4-E23759909C2A}" dt="2026-04-13T04:30:54.420" v="1383" actId="2696"/>
        <pc:sldMkLst>
          <pc:docMk/>
          <pc:sldMk cId="0" sldId="258"/>
        </pc:sldMkLst>
        <pc:spChg chg="del">
          <ac:chgData name="Nirmit Shah" userId="19542b5f-727d-48fc-a6e5-31748f5f223f" providerId="ADAL" clId="{6E744BBD-6A1F-4C63-AAA4-E23759909C2A}" dt="2026-04-13T04:16:52.261" v="1295" actId="478"/>
          <ac:spMkLst>
            <pc:docMk/>
            <pc:sldMk cId="0" sldId="258"/>
            <ac:spMk id="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15:29.529" v="1283" actId="164"/>
          <ac:spMkLst>
            <pc:docMk/>
            <pc:sldMk cId="0" sldId="258"/>
            <ac:spMk id="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15:29.529" v="1283" actId="164"/>
          <ac:spMkLst>
            <pc:docMk/>
            <pc:sldMk cId="0" sldId="258"/>
            <ac:spMk id="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15:29.529" v="1283" actId="164"/>
          <ac:spMkLst>
            <pc:docMk/>
            <pc:sldMk cId="0" sldId="258"/>
            <ac:spMk id="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15:34.339" v="1284" actId="164"/>
          <ac:spMkLst>
            <pc:docMk/>
            <pc:sldMk cId="0" sldId="258"/>
            <ac:spMk id="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15:34.339" v="1284" actId="164"/>
          <ac:spMkLst>
            <pc:docMk/>
            <pc:sldMk cId="0" sldId="258"/>
            <ac:spMk id="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15:34.339" v="1284" actId="164"/>
          <ac:spMkLst>
            <pc:docMk/>
            <pc:sldMk cId="0" sldId="258"/>
            <ac:spMk id="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15:43.962" v="1285" actId="164"/>
          <ac:spMkLst>
            <pc:docMk/>
            <pc:sldMk cId="0" sldId="258"/>
            <ac:spMk id="1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15:43.962" v="1285" actId="164"/>
          <ac:spMkLst>
            <pc:docMk/>
            <pc:sldMk cId="0" sldId="258"/>
            <ac:spMk id="1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15:43.962" v="1285" actId="164"/>
          <ac:spMkLst>
            <pc:docMk/>
            <pc:sldMk cId="0" sldId="258"/>
            <ac:spMk id="1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15:48.888" v="1286" actId="164"/>
          <ac:spMkLst>
            <pc:docMk/>
            <pc:sldMk cId="0" sldId="258"/>
            <ac:spMk id="1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15:48.888" v="1286" actId="164"/>
          <ac:spMkLst>
            <pc:docMk/>
            <pc:sldMk cId="0" sldId="258"/>
            <ac:spMk id="1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15:48.888" v="1286" actId="164"/>
          <ac:spMkLst>
            <pc:docMk/>
            <pc:sldMk cId="0" sldId="258"/>
            <ac:spMk id="1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15:55.629" v="1287" actId="164"/>
          <ac:spMkLst>
            <pc:docMk/>
            <pc:sldMk cId="0" sldId="258"/>
            <ac:spMk id="1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17:47.176" v="1309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15:55.629" v="1287" actId="164"/>
          <ac:spMkLst>
            <pc:docMk/>
            <pc:sldMk cId="0" sldId="258"/>
            <ac:spMk id="1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16:00.694" v="1288" actId="164"/>
          <ac:spMkLst>
            <pc:docMk/>
            <pc:sldMk cId="0" sldId="258"/>
            <ac:spMk id="1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16:00.694" v="1288" actId="164"/>
          <ac:spMkLst>
            <pc:docMk/>
            <pc:sldMk cId="0" sldId="258"/>
            <ac:spMk id="2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16:00.694" v="1288" actId="164"/>
          <ac:spMkLst>
            <pc:docMk/>
            <pc:sldMk cId="0" sldId="258"/>
            <ac:spMk id="2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16:06.628" v="1289" actId="164"/>
          <ac:spMkLst>
            <pc:docMk/>
            <pc:sldMk cId="0" sldId="258"/>
            <ac:spMk id="2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16:06.628" v="1289" actId="164"/>
          <ac:spMkLst>
            <pc:docMk/>
            <pc:sldMk cId="0" sldId="258"/>
            <ac:spMk id="2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16:06.628" v="1289" actId="164"/>
          <ac:spMkLst>
            <pc:docMk/>
            <pc:sldMk cId="0" sldId="258"/>
            <ac:spMk id="2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16:12.095" v="1290" actId="164"/>
          <ac:spMkLst>
            <pc:docMk/>
            <pc:sldMk cId="0" sldId="258"/>
            <ac:spMk id="2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16:12.095" v="1290" actId="164"/>
          <ac:spMkLst>
            <pc:docMk/>
            <pc:sldMk cId="0" sldId="258"/>
            <ac:spMk id="2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16:12.095" v="1290" actId="164"/>
          <ac:spMkLst>
            <pc:docMk/>
            <pc:sldMk cId="0" sldId="258"/>
            <ac:spMk id="2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16:18.110" v="1291" actId="164"/>
          <ac:spMkLst>
            <pc:docMk/>
            <pc:sldMk cId="0" sldId="258"/>
            <ac:spMk id="2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16:18.110" v="1291" actId="164"/>
          <ac:spMkLst>
            <pc:docMk/>
            <pc:sldMk cId="0" sldId="258"/>
            <ac:spMk id="2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16:18.110" v="1291" actId="164"/>
          <ac:spMkLst>
            <pc:docMk/>
            <pc:sldMk cId="0" sldId="258"/>
            <ac:spMk id="3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16:32.494" v="1292" actId="164"/>
          <ac:spMkLst>
            <pc:docMk/>
            <pc:sldMk cId="0" sldId="258"/>
            <ac:spMk id="3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16:32.494" v="1292" actId="164"/>
          <ac:spMkLst>
            <pc:docMk/>
            <pc:sldMk cId="0" sldId="258"/>
            <ac:spMk id="3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16:32.494" v="1292" actId="164"/>
          <ac:spMkLst>
            <pc:docMk/>
            <pc:sldMk cId="0" sldId="258"/>
            <ac:spMk id="3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16:36.507" v="1293" actId="164"/>
          <ac:spMkLst>
            <pc:docMk/>
            <pc:sldMk cId="0" sldId="258"/>
            <ac:spMk id="3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16:36.507" v="1293" actId="164"/>
          <ac:spMkLst>
            <pc:docMk/>
            <pc:sldMk cId="0" sldId="258"/>
            <ac:spMk id="3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16:36.507" v="1293" actId="164"/>
          <ac:spMkLst>
            <pc:docMk/>
            <pc:sldMk cId="0" sldId="258"/>
            <ac:spMk id="3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16:40.580" v="1294" actId="164"/>
          <ac:spMkLst>
            <pc:docMk/>
            <pc:sldMk cId="0" sldId="258"/>
            <ac:spMk id="3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16:40.580" v="1294" actId="164"/>
          <ac:spMkLst>
            <pc:docMk/>
            <pc:sldMk cId="0" sldId="258"/>
            <ac:spMk id="3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16:40.580" v="1294" actId="164"/>
          <ac:spMkLst>
            <pc:docMk/>
            <pc:sldMk cId="0" sldId="258"/>
            <ac:spMk id="39" creationId="{00000000-0000-0000-0000-000000000000}"/>
          </ac:spMkLst>
        </pc:spChg>
        <pc:spChg chg="del mod">
          <ac:chgData name="Nirmit Shah" userId="19542b5f-727d-48fc-a6e5-31748f5f223f" providerId="ADAL" clId="{6E744BBD-6A1F-4C63-AAA4-E23759909C2A}" dt="2026-04-13T04:16:56.312" v="1297" actId="478"/>
          <ac:spMkLst>
            <pc:docMk/>
            <pc:sldMk cId="0" sldId="258"/>
            <ac:spMk id="40" creationId="{00000000-0000-0000-0000-000000000000}"/>
          </ac:spMkLst>
        </pc:spChg>
        <pc:grpChg chg="add mod">
          <ac:chgData name="Nirmit Shah" userId="19542b5f-727d-48fc-a6e5-31748f5f223f" providerId="ADAL" clId="{6E744BBD-6A1F-4C63-AAA4-E23759909C2A}" dt="2026-04-13T04:17:06.359" v="1299" actId="1076"/>
          <ac:grpSpMkLst>
            <pc:docMk/>
            <pc:sldMk cId="0" sldId="258"/>
            <ac:grpSpMk id="41" creationId="{1BB63494-23B2-6EED-E51D-0B715821A862}"/>
          </ac:grpSpMkLst>
        </pc:grpChg>
        <pc:grpChg chg="add mod">
          <ac:chgData name="Nirmit Shah" userId="19542b5f-727d-48fc-a6e5-31748f5f223f" providerId="ADAL" clId="{6E744BBD-6A1F-4C63-AAA4-E23759909C2A}" dt="2026-04-13T04:17:16.026" v="1301" actId="1076"/>
          <ac:grpSpMkLst>
            <pc:docMk/>
            <pc:sldMk cId="0" sldId="258"/>
            <ac:grpSpMk id="42" creationId="{B58A12D7-F6AE-37E2-8C60-71DB718AF44C}"/>
          </ac:grpSpMkLst>
        </pc:grpChg>
        <pc:grpChg chg="add mod">
          <ac:chgData name="Nirmit Shah" userId="19542b5f-727d-48fc-a6e5-31748f5f223f" providerId="ADAL" clId="{6E744BBD-6A1F-4C63-AAA4-E23759909C2A}" dt="2026-04-13T04:17:25.109" v="1303" actId="1076"/>
          <ac:grpSpMkLst>
            <pc:docMk/>
            <pc:sldMk cId="0" sldId="258"/>
            <ac:grpSpMk id="43" creationId="{B3447F10-0C63-DEC1-6E24-E530539ED61B}"/>
          </ac:grpSpMkLst>
        </pc:grpChg>
        <pc:grpChg chg="add mod">
          <ac:chgData name="Nirmit Shah" userId="19542b5f-727d-48fc-a6e5-31748f5f223f" providerId="ADAL" clId="{6E744BBD-6A1F-4C63-AAA4-E23759909C2A}" dt="2026-04-13T04:18:19.374" v="1317" actId="1076"/>
          <ac:grpSpMkLst>
            <pc:docMk/>
            <pc:sldMk cId="0" sldId="258"/>
            <ac:grpSpMk id="44" creationId="{A3B99E0D-6557-67F1-BB22-C8C63BE9B342}"/>
          </ac:grpSpMkLst>
        </pc:grpChg>
        <pc:grpChg chg="add mod">
          <ac:chgData name="Nirmit Shah" userId="19542b5f-727d-48fc-a6e5-31748f5f223f" providerId="ADAL" clId="{6E744BBD-6A1F-4C63-AAA4-E23759909C2A}" dt="2026-04-13T04:17:49.658" v="1310" actId="1076"/>
          <ac:grpSpMkLst>
            <pc:docMk/>
            <pc:sldMk cId="0" sldId="258"/>
            <ac:grpSpMk id="45" creationId="{D7FB53BE-67BE-E6D7-D878-D200DA719830}"/>
          </ac:grpSpMkLst>
        </pc:grpChg>
        <pc:grpChg chg="add mod">
          <ac:chgData name="Nirmit Shah" userId="19542b5f-727d-48fc-a6e5-31748f5f223f" providerId="ADAL" clId="{6E744BBD-6A1F-4C63-AAA4-E23759909C2A}" dt="2026-04-13T04:17:43.042" v="1307" actId="14100"/>
          <ac:grpSpMkLst>
            <pc:docMk/>
            <pc:sldMk cId="0" sldId="258"/>
            <ac:grpSpMk id="46" creationId="{1BA07849-4C78-493E-D97C-E92966B94103}"/>
          </ac:grpSpMkLst>
        </pc:grpChg>
        <pc:grpChg chg="add mod">
          <ac:chgData name="Nirmit Shah" userId="19542b5f-727d-48fc-a6e5-31748f5f223f" providerId="ADAL" clId="{6E744BBD-6A1F-4C63-AAA4-E23759909C2A}" dt="2026-04-13T04:18:16.142" v="1316" actId="1076"/>
          <ac:grpSpMkLst>
            <pc:docMk/>
            <pc:sldMk cId="0" sldId="258"/>
            <ac:grpSpMk id="47" creationId="{D5234E66-515A-C8A2-A178-9AC904E0DDCE}"/>
          </ac:grpSpMkLst>
        </pc:grpChg>
        <pc:grpChg chg="add mod">
          <ac:chgData name="Nirmit Shah" userId="19542b5f-727d-48fc-a6e5-31748f5f223f" providerId="ADAL" clId="{6E744BBD-6A1F-4C63-AAA4-E23759909C2A}" dt="2026-04-13T04:16:12.095" v="1290" actId="164"/>
          <ac:grpSpMkLst>
            <pc:docMk/>
            <pc:sldMk cId="0" sldId="258"/>
            <ac:grpSpMk id="48" creationId="{462C58C0-34E0-43AC-E2FD-24A1BD7A1754}"/>
          </ac:grpSpMkLst>
        </pc:grpChg>
        <pc:grpChg chg="add mod">
          <ac:chgData name="Nirmit Shah" userId="19542b5f-727d-48fc-a6e5-31748f5f223f" providerId="ADAL" clId="{6E744BBD-6A1F-4C63-AAA4-E23759909C2A}" dt="2026-04-13T04:16:18.110" v="1291" actId="164"/>
          <ac:grpSpMkLst>
            <pc:docMk/>
            <pc:sldMk cId="0" sldId="258"/>
            <ac:grpSpMk id="49" creationId="{2939B999-739C-308D-64DB-23E39E425BF9}"/>
          </ac:grpSpMkLst>
        </pc:grpChg>
        <pc:grpChg chg="add mod">
          <ac:chgData name="Nirmit Shah" userId="19542b5f-727d-48fc-a6e5-31748f5f223f" providerId="ADAL" clId="{6E744BBD-6A1F-4C63-AAA4-E23759909C2A}" dt="2026-04-13T04:18:33.624" v="1321" actId="1076"/>
          <ac:grpSpMkLst>
            <pc:docMk/>
            <pc:sldMk cId="0" sldId="258"/>
            <ac:grpSpMk id="50" creationId="{851085E4-D6C3-0F9F-BDB0-18A05BD46243}"/>
          </ac:grpSpMkLst>
        </pc:grpChg>
        <pc:grpChg chg="add mod">
          <ac:chgData name="Nirmit Shah" userId="19542b5f-727d-48fc-a6e5-31748f5f223f" providerId="ADAL" clId="{6E744BBD-6A1F-4C63-AAA4-E23759909C2A}" dt="2026-04-13T04:18:26.391" v="1319" actId="1076"/>
          <ac:grpSpMkLst>
            <pc:docMk/>
            <pc:sldMk cId="0" sldId="258"/>
            <ac:grpSpMk id="51" creationId="{6FD7E660-4542-2C75-5928-8620E7C62FF1}"/>
          </ac:grpSpMkLst>
        </pc:grpChg>
        <pc:grpChg chg="add mod">
          <ac:chgData name="Nirmit Shah" userId="19542b5f-727d-48fc-a6e5-31748f5f223f" providerId="ADAL" clId="{6E744BBD-6A1F-4C63-AAA4-E23759909C2A}" dt="2026-04-13T04:17:59.925" v="1313" actId="1076"/>
          <ac:grpSpMkLst>
            <pc:docMk/>
            <pc:sldMk cId="0" sldId="258"/>
            <ac:grpSpMk id="52" creationId="{B2567CF3-CFB3-3F68-B608-35A9708AAD75}"/>
          </ac:grpSpMkLst>
        </pc:grpChg>
      </pc:sldChg>
      <pc:sldChg chg="del">
        <pc:chgData name="Nirmit Shah" userId="19542b5f-727d-48fc-a6e5-31748f5f223f" providerId="ADAL" clId="{6E744BBD-6A1F-4C63-AAA4-E23759909C2A}" dt="2026-04-13T04:31:06.756" v="1388" actId="47"/>
        <pc:sldMkLst>
          <pc:docMk/>
          <pc:sldMk cId="0" sldId="260"/>
        </pc:sldMkLst>
      </pc:sldChg>
      <pc:sldChg chg="del">
        <pc:chgData name="Nirmit Shah" userId="19542b5f-727d-48fc-a6e5-31748f5f223f" providerId="ADAL" clId="{6E744BBD-6A1F-4C63-AAA4-E23759909C2A}" dt="2026-04-13T04:31:08.720" v="1389" actId="47"/>
        <pc:sldMkLst>
          <pc:docMk/>
          <pc:sldMk cId="0" sldId="261"/>
        </pc:sldMkLst>
      </pc:sldChg>
      <pc:sldChg chg="del">
        <pc:chgData name="Nirmit Shah" userId="19542b5f-727d-48fc-a6e5-31748f5f223f" providerId="ADAL" clId="{6E744BBD-6A1F-4C63-AAA4-E23759909C2A}" dt="2026-04-13T04:31:10.087" v="1390" actId="47"/>
        <pc:sldMkLst>
          <pc:docMk/>
          <pc:sldMk cId="0" sldId="262"/>
        </pc:sldMkLst>
      </pc:sldChg>
      <pc:sldChg chg="del">
        <pc:chgData name="Nirmit Shah" userId="19542b5f-727d-48fc-a6e5-31748f5f223f" providerId="ADAL" clId="{6E744BBD-6A1F-4C63-AAA4-E23759909C2A}" dt="2026-04-13T04:31:11.286" v="1391" actId="47"/>
        <pc:sldMkLst>
          <pc:docMk/>
          <pc:sldMk cId="0" sldId="263"/>
        </pc:sldMkLst>
      </pc:sldChg>
      <pc:sldChg chg="del">
        <pc:chgData name="Nirmit Shah" userId="19542b5f-727d-48fc-a6e5-31748f5f223f" providerId="ADAL" clId="{6E744BBD-6A1F-4C63-AAA4-E23759909C2A}" dt="2026-04-13T04:31:12.486" v="1392" actId="47"/>
        <pc:sldMkLst>
          <pc:docMk/>
          <pc:sldMk cId="0" sldId="264"/>
        </pc:sldMkLst>
      </pc:sldChg>
      <pc:sldChg chg="modSp del mod modShow">
        <pc:chgData name="Nirmit Shah" userId="19542b5f-727d-48fc-a6e5-31748f5f223f" providerId="ADAL" clId="{6E744BBD-6A1F-4C63-AAA4-E23759909C2A}" dt="2026-04-13T04:31:13.392" v="1393" actId="47"/>
        <pc:sldMkLst>
          <pc:docMk/>
          <pc:sldMk cId="0" sldId="265"/>
        </pc:sldMkLst>
      </pc:sldChg>
      <pc:sldChg chg="modSp del mod modShow">
        <pc:chgData name="Nirmit Shah" userId="19542b5f-727d-48fc-a6e5-31748f5f223f" providerId="ADAL" clId="{6E744BBD-6A1F-4C63-AAA4-E23759909C2A}" dt="2026-04-13T04:31:14.703" v="1394" actId="47"/>
        <pc:sldMkLst>
          <pc:docMk/>
          <pc:sldMk cId="0" sldId="266"/>
        </pc:sldMkLst>
      </pc:sldChg>
      <pc:sldChg chg="modSp del mod modShow">
        <pc:chgData name="Nirmit Shah" userId="19542b5f-727d-48fc-a6e5-31748f5f223f" providerId="ADAL" clId="{6E744BBD-6A1F-4C63-AAA4-E23759909C2A}" dt="2026-04-13T04:31:15.880" v="1395" actId="47"/>
        <pc:sldMkLst>
          <pc:docMk/>
          <pc:sldMk cId="0" sldId="267"/>
        </pc:sldMkLst>
      </pc:sldChg>
      <pc:sldChg chg="modSp del mod modShow">
        <pc:chgData name="Nirmit Shah" userId="19542b5f-727d-48fc-a6e5-31748f5f223f" providerId="ADAL" clId="{6E744BBD-6A1F-4C63-AAA4-E23759909C2A}" dt="2026-04-13T04:31:16.819" v="1396" actId="47"/>
        <pc:sldMkLst>
          <pc:docMk/>
          <pc:sldMk cId="0" sldId="268"/>
        </pc:sldMkLst>
      </pc:sldChg>
      <pc:sldChg chg="modSp del mod modShow">
        <pc:chgData name="Nirmit Shah" userId="19542b5f-727d-48fc-a6e5-31748f5f223f" providerId="ADAL" clId="{6E744BBD-6A1F-4C63-AAA4-E23759909C2A}" dt="2026-04-13T04:31:17.752" v="1397" actId="47"/>
        <pc:sldMkLst>
          <pc:docMk/>
          <pc:sldMk cId="0" sldId="269"/>
        </pc:sldMkLst>
      </pc:sldChg>
      <pc:sldChg chg="modSp del mod modShow">
        <pc:chgData name="Nirmit Shah" userId="19542b5f-727d-48fc-a6e5-31748f5f223f" providerId="ADAL" clId="{6E744BBD-6A1F-4C63-AAA4-E23759909C2A}" dt="2026-04-13T04:31:18.569" v="1398" actId="47"/>
        <pc:sldMkLst>
          <pc:docMk/>
          <pc:sldMk cId="0" sldId="270"/>
        </pc:sldMkLst>
      </pc:sldChg>
      <pc:sldChg chg="del mod modShow">
        <pc:chgData name="Nirmit Shah" userId="19542b5f-727d-48fc-a6e5-31748f5f223f" providerId="ADAL" clId="{6E744BBD-6A1F-4C63-AAA4-E23759909C2A}" dt="2026-04-13T04:34:35.030" v="1470" actId="2696"/>
        <pc:sldMkLst>
          <pc:docMk/>
          <pc:sldMk cId="0" sldId="271"/>
        </pc:sldMkLst>
      </pc:sldChg>
      <pc:sldChg chg="del mod modShow">
        <pc:chgData name="Nirmit Shah" userId="19542b5f-727d-48fc-a6e5-31748f5f223f" providerId="ADAL" clId="{6E744BBD-6A1F-4C63-AAA4-E23759909C2A}" dt="2026-04-13T04:34:39.698" v="1471" actId="2696"/>
        <pc:sldMkLst>
          <pc:docMk/>
          <pc:sldMk cId="0" sldId="272"/>
        </pc:sldMkLst>
      </pc:sldChg>
      <pc:sldChg chg="del mod modShow">
        <pc:chgData name="Nirmit Shah" userId="19542b5f-727d-48fc-a6e5-31748f5f223f" providerId="ADAL" clId="{6E744BBD-6A1F-4C63-AAA4-E23759909C2A}" dt="2026-04-13T04:34:43.530" v="1472" actId="2696"/>
        <pc:sldMkLst>
          <pc:docMk/>
          <pc:sldMk cId="0" sldId="273"/>
        </pc:sldMkLst>
      </pc:sldChg>
      <pc:sldChg chg="addSp modSp mod ord">
        <pc:chgData name="Nirmit Shah" userId="19542b5f-727d-48fc-a6e5-31748f5f223f" providerId="ADAL" clId="{6E744BBD-6A1F-4C63-AAA4-E23759909C2A}" dt="2026-04-13T04:37:54.458" v="1480" actId="1076"/>
        <pc:sldMkLst>
          <pc:docMk/>
          <pc:sldMk cId="0" sldId="274"/>
        </pc:sldMkLst>
        <pc:spChg chg="mod">
          <ac:chgData name="Nirmit Shah" userId="19542b5f-727d-48fc-a6e5-31748f5f223f" providerId="ADAL" clId="{6E744BBD-6A1F-4C63-AAA4-E23759909C2A}" dt="2026-04-13T04:37:18.243" v="1476" actId="1076"/>
          <ac:spMkLst>
            <pc:docMk/>
            <pc:sldMk cId="0" sldId="274"/>
            <ac:spMk id="1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37:12.894" v="1474" actId="164"/>
          <ac:spMkLst>
            <pc:docMk/>
            <pc:sldMk cId="0" sldId="274"/>
            <ac:spMk id="1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37:12.894" v="1474" actId="164"/>
          <ac:spMkLst>
            <pc:docMk/>
            <pc:sldMk cId="0" sldId="274"/>
            <ac:spMk id="1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37:12.894" v="1474" actId="164"/>
          <ac:spMkLst>
            <pc:docMk/>
            <pc:sldMk cId="0" sldId="274"/>
            <ac:spMk id="1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37:12.894" v="1474" actId="164"/>
          <ac:spMkLst>
            <pc:docMk/>
            <pc:sldMk cId="0" sldId="274"/>
            <ac:spMk id="1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37:12.894" v="1474" actId="164"/>
          <ac:spMkLst>
            <pc:docMk/>
            <pc:sldMk cId="0" sldId="274"/>
            <ac:spMk id="1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33:08.822" v="1467" actId="20577"/>
          <ac:spMkLst>
            <pc:docMk/>
            <pc:sldMk cId="0" sldId="274"/>
            <ac:spMk id="2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37:29.343" v="1477" actId="164"/>
          <ac:spMkLst>
            <pc:docMk/>
            <pc:sldMk cId="0" sldId="274"/>
            <ac:spMk id="3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37:29.343" v="1477" actId="164"/>
          <ac:spMkLst>
            <pc:docMk/>
            <pc:sldMk cId="0" sldId="274"/>
            <ac:spMk id="3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37:29.343" v="1477" actId="164"/>
          <ac:spMkLst>
            <pc:docMk/>
            <pc:sldMk cId="0" sldId="274"/>
            <ac:spMk id="3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37:29.343" v="1477" actId="164"/>
          <ac:spMkLst>
            <pc:docMk/>
            <pc:sldMk cId="0" sldId="274"/>
            <ac:spMk id="3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4-13T04:37:29.343" v="1477" actId="164"/>
          <ac:spMkLst>
            <pc:docMk/>
            <pc:sldMk cId="0" sldId="274"/>
            <ac:spMk id="34" creationId="{00000000-0000-0000-0000-000000000000}"/>
          </ac:spMkLst>
        </pc:spChg>
        <pc:grpChg chg="add mod">
          <ac:chgData name="Nirmit Shah" userId="19542b5f-727d-48fc-a6e5-31748f5f223f" providerId="ADAL" clId="{6E744BBD-6A1F-4C63-AAA4-E23759909C2A}" dt="2026-04-13T04:37:41.676" v="1479" actId="1076"/>
          <ac:grpSpMkLst>
            <pc:docMk/>
            <pc:sldMk cId="0" sldId="274"/>
            <ac:grpSpMk id="35" creationId="{9D053293-2315-7BBA-7E31-9C78C69C9A8F}"/>
          </ac:grpSpMkLst>
        </pc:grpChg>
        <pc:grpChg chg="add mod">
          <ac:chgData name="Nirmit Shah" userId="19542b5f-727d-48fc-a6e5-31748f5f223f" providerId="ADAL" clId="{6E744BBD-6A1F-4C63-AAA4-E23759909C2A}" dt="2026-04-13T04:37:54.458" v="1480" actId="1076"/>
          <ac:grpSpMkLst>
            <pc:docMk/>
            <pc:sldMk cId="0" sldId="274"/>
            <ac:grpSpMk id="36" creationId="{BFAF65EC-0963-4504-EE4B-CF1F3F8FC25F}"/>
          </ac:grpSpMkLst>
        </pc:grpChg>
      </pc:sldChg>
      <pc:sldChg chg="del mod modShow">
        <pc:chgData name="Nirmit Shah" userId="19542b5f-727d-48fc-a6e5-31748f5f223f" providerId="ADAL" clId="{6E744BBD-6A1F-4C63-AAA4-E23759909C2A}" dt="2026-04-13T04:34:47.231" v="1473" actId="2696"/>
        <pc:sldMkLst>
          <pc:docMk/>
          <pc:sldMk cId="0" sldId="275"/>
        </pc:sldMkLst>
      </pc:sldChg>
      <pc:sldChg chg="modSp mod">
        <pc:chgData name="Nirmit Shah" userId="19542b5f-727d-48fc-a6e5-31748f5f223f" providerId="ADAL" clId="{6E744BBD-6A1F-4C63-AAA4-E23759909C2A}" dt="2026-04-14T04:55:19.728" v="1495" actId="2"/>
        <pc:sldMkLst>
          <pc:docMk/>
          <pc:sldMk cId="551477370" sldId="276"/>
        </pc:sldMkLst>
        <pc:spChg chg="mod">
          <ac:chgData name="Nirmit Shah" userId="19542b5f-727d-48fc-a6e5-31748f5f223f" providerId="ADAL" clId="{6E744BBD-6A1F-4C63-AAA4-E23759909C2A}" dt="2026-04-14T04:55:19.728" v="1495" actId="2"/>
          <ac:spMkLst>
            <pc:docMk/>
            <pc:sldMk cId="551477370" sldId="276"/>
            <ac:spMk id="13" creationId="{6A1DDBAE-7FE0-A2F1-0DC5-A0C56DE24216}"/>
          </ac:spMkLst>
        </pc:spChg>
      </pc:sldChg>
      <pc:sldChg chg="del">
        <pc:chgData name="Nirmit Shah" userId="19542b5f-727d-48fc-a6e5-31748f5f223f" providerId="ADAL" clId="{6E744BBD-6A1F-4C63-AAA4-E23759909C2A}" dt="2026-04-13T04:31:02.470" v="1385" actId="47"/>
        <pc:sldMkLst>
          <pc:docMk/>
          <pc:sldMk cId="435801075" sldId="277"/>
        </pc:sldMkLst>
      </pc:sldChg>
      <pc:sldChg chg="del">
        <pc:chgData name="Nirmit Shah" userId="19542b5f-727d-48fc-a6e5-31748f5f223f" providerId="ADAL" clId="{6E744BBD-6A1F-4C63-AAA4-E23759909C2A}" dt="2026-04-13T04:31:03.769" v="1386" actId="47"/>
        <pc:sldMkLst>
          <pc:docMk/>
          <pc:sldMk cId="2082018119" sldId="278"/>
        </pc:sldMkLst>
      </pc:sldChg>
      <pc:sldChg chg="del">
        <pc:chgData name="Nirmit Shah" userId="19542b5f-727d-48fc-a6e5-31748f5f223f" providerId="ADAL" clId="{6E744BBD-6A1F-4C63-AAA4-E23759909C2A}" dt="2026-04-13T04:31:05.270" v="1387" actId="47"/>
        <pc:sldMkLst>
          <pc:docMk/>
          <pc:sldMk cId="2178264384" sldId="279"/>
        </pc:sldMkLst>
      </pc:sldChg>
      <pc:sldChg chg="modSp mod">
        <pc:chgData name="Nirmit Shah" userId="19542b5f-727d-48fc-a6e5-31748f5f223f" providerId="ADAL" clId="{6E744BBD-6A1F-4C63-AAA4-E23759909C2A}" dt="2026-04-13T03:36:14.083" v="796" actId="20577"/>
        <pc:sldMkLst>
          <pc:docMk/>
          <pc:sldMk cId="2688627926" sldId="282"/>
        </pc:sldMkLst>
        <pc:spChg chg="mod">
          <ac:chgData name="Nirmit Shah" userId="19542b5f-727d-48fc-a6e5-31748f5f223f" providerId="ADAL" clId="{6E744BBD-6A1F-4C63-AAA4-E23759909C2A}" dt="2026-04-13T03:36:14.083" v="796" actId="20577"/>
          <ac:spMkLst>
            <pc:docMk/>
            <pc:sldMk cId="2688627926" sldId="282"/>
            <ac:spMk id="12" creationId="{3FC8FB7F-25A7-DE2A-F058-73008B2C2296}"/>
          </ac:spMkLst>
        </pc:spChg>
      </pc:sldChg>
      <pc:sldChg chg="modSp mod">
        <pc:chgData name="Nirmit Shah" userId="19542b5f-727d-48fc-a6e5-31748f5f223f" providerId="ADAL" clId="{6E744BBD-6A1F-4C63-AAA4-E23759909C2A}" dt="2026-04-13T03:37:26.471" v="811" actId="20577"/>
        <pc:sldMkLst>
          <pc:docMk/>
          <pc:sldMk cId="111492853" sldId="283"/>
        </pc:sldMkLst>
        <pc:spChg chg="mod">
          <ac:chgData name="Nirmit Shah" userId="19542b5f-727d-48fc-a6e5-31748f5f223f" providerId="ADAL" clId="{6E744BBD-6A1F-4C63-AAA4-E23759909C2A}" dt="2026-04-10T11:17:35.483" v="156" actId="207"/>
          <ac:spMkLst>
            <pc:docMk/>
            <pc:sldMk cId="111492853" sldId="283"/>
            <ac:spMk id="11" creationId="{9AC01396-8DD5-40EA-EE8D-AD478C7305DA}"/>
          </ac:spMkLst>
        </pc:spChg>
        <pc:spChg chg="mod">
          <ac:chgData name="Nirmit Shah" userId="19542b5f-727d-48fc-a6e5-31748f5f223f" providerId="ADAL" clId="{6E744BBD-6A1F-4C63-AAA4-E23759909C2A}" dt="2026-04-13T03:37:26.471" v="811" actId="20577"/>
          <ac:spMkLst>
            <pc:docMk/>
            <pc:sldMk cId="111492853" sldId="283"/>
            <ac:spMk id="12" creationId="{D5590A7B-10ED-E488-F73B-FDF6DD07DD17}"/>
          </ac:spMkLst>
        </pc:spChg>
      </pc:sldChg>
      <pc:sldChg chg="modSp mod">
        <pc:chgData name="Nirmit Shah" userId="19542b5f-727d-48fc-a6e5-31748f5f223f" providerId="ADAL" clId="{6E744BBD-6A1F-4C63-AAA4-E23759909C2A}" dt="2026-04-13T03:38:20.553" v="817" actId="20577"/>
        <pc:sldMkLst>
          <pc:docMk/>
          <pc:sldMk cId="3723755497" sldId="284"/>
        </pc:sldMkLst>
        <pc:spChg chg="mod">
          <ac:chgData name="Nirmit Shah" userId="19542b5f-727d-48fc-a6e5-31748f5f223f" providerId="ADAL" clId="{6E744BBD-6A1F-4C63-AAA4-E23759909C2A}" dt="2026-04-10T11:16:54.049" v="143" actId="207"/>
          <ac:spMkLst>
            <pc:docMk/>
            <pc:sldMk cId="3723755497" sldId="284"/>
            <ac:spMk id="2" creationId="{E778C938-F308-1B0A-7F04-034893500B74}"/>
          </ac:spMkLst>
        </pc:spChg>
        <pc:spChg chg="mod">
          <ac:chgData name="Nirmit Shah" userId="19542b5f-727d-48fc-a6e5-31748f5f223f" providerId="ADAL" clId="{6E744BBD-6A1F-4C63-AAA4-E23759909C2A}" dt="2026-04-10T11:16:50.696" v="142" actId="207"/>
          <ac:spMkLst>
            <pc:docMk/>
            <pc:sldMk cId="3723755497" sldId="284"/>
            <ac:spMk id="3" creationId="{3AEF039B-21D9-3E98-FBD9-DEE20438864F}"/>
          </ac:spMkLst>
        </pc:spChg>
        <pc:spChg chg="mod">
          <ac:chgData name="Nirmit Shah" userId="19542b5f-727d-48fc-a6e5-31748f5f223f" providerId="ADAL" clId="{6E744BBD-6A1F-4C63-AAA4-E23759909C2A}" dt="2026-04-10T11:17:39.072" v="157" actId="207"/>
          <ac:spMkLst>
            <pc:docMk/>
            <pc:sldMk cId="3723755497" sldId="284"/>
            <ac:spMk id="11" creationId="{F1A35B64-179E-F5B9-3C2F-50418C4E6025}"/>
          </ac:spMkLst>
        </pc:spChg>
        <pc:spChg chg="mod">
          <ac:chgData name="Nirmit Shah" userId="19542b5f-727d-48fc-a6e5-31748f5f223f" providerId="ADAL" clId="{6E744BBD-6A1F-4C63-AAA4-E23759909C2A}" dt="2026-04-13T03:38:20.553" v="817" actId="20577"/>
          <ac:spMkLst>
            <pc:docMk/>
            <pc:sldMk cId="3723755497" sldId="284"/>
            <ac:spMk id="12" creationId="{7CF35BDB-FEC9-203F-9BCC-DCAEE59A4FF5}"/>
          </ac:spMkLst>
        </pc:spChg>
        <pc:spChg chg="mod">
          <ac:chgData name="Nirmit Shah" userId="19542b5f-727d-48fc-a6e5-31748f5f223f" providerId="ADAL" clId="{6E744BBD-6A1F-4C63-AAA4-E23759909C2A}" dt="2026-04-10T11:16:34.412" v="140" actId="20577"/>
          <ac:spMkLst>
            <pc:docMk/>
            <pc:sldMk cId="3723755497" sldId="284"/>
            <ac:spMk id="13" creationId="{5852C098-E273-FCBD-8D30-57212AC296C4}"/>
          </ac:spMkLst>
        </pc:spChg>
        <pc:spChg chg="mod">
          <ac:chgData name="Nirmit Shah" userId="19542b5f-727d-48fc-a6e5-31748f5f223f" providerId="ADAL" clId="{6E744BBD-6A1F-4C63-AAA4-E23759909C2A}" dt="2026-04-10T11:17:15.044" v="154"/>
          <ac:spMkLst>
            <pc:docMk/>
            <pc:sldMk cId="3723755497" sldId="284"/>
            <ac:spMk id="18" creationId="{A6FB5E32-6D4A-971E-613B-BCFB1B3D3900}"/>
          </ac:spMkLst>
        </pc:spChg>
        <pc:spChg chg="mod">
          <ac:chgData name="Nirmit Shah" userId="19542b5f-727d-48fc-a6e5-31748f5f223f" providerId="ADAL" clId="{6E744BBD-6A1F-4C63-AAA4-E23759909C2A}" dt="2026-04-10T11:16:59.986" v="145" actId="207"/>
          <ac:spMkLst>
            <pc:docMk/>
            <pc:sldMk cId="3723755497" sldId="284"/>
            <ac:spMk id="25" creationId="{8A0DDE12-B5FE-38B2-59A7-D29391CD38A8}"/>
          </ac:spMkLst>
        </pc:spChg>
        <pc:spChg chg="mod">
          <ac:chgData name="Nirmit Shah" userId="19542b5f-727d-48fc-a6e5-31748f5f223f" providerId="ADAL" clId="{6E744BBD-6A1F-4C63-AAA4-E23759909C2A}" dt="2026-04-10T11:15:29.582" v="59" actId="20577"/>
          <ac:spMkLst>
            <pc:docMk/>
            <pc:sldMk cId="3723755497" sldId="284"/>
            <ac:spMk id="26" creationId="{E7FEB6BB-CA90-0080-02E3-B694469EDD08}"/>
          </ac:spMkLst>
        </pc:spChg>
        <pc:spChg chg="mod">
          <ac:chgData name="Nirmit Shah" userId="19542b5f-727d-48fc-a6e5-31748f5f223f" providerId="ADAL" clId="{6E744BBD-6A1F-4C63-AAA4-E23759909C2A}" dt="2026-04-10T11:17:03.730" v="146" actId="207"/>
          <ac:spMkLst>
            <pc:docMk/>
            <pc:sldMk cId="3723755497" sldId="284"/>
            <ac:spMk id="29" creationId="{B1CC537D-D33C-355F-D3DE-E7749ED3B971}"/>
          </ac:spMkLst>
        </pc:spChg>
        <pc:spChg chg="mod">
          <ac:chgData name="Nirmit Shah" userId="19542b5f-727d-48fc-a6e5-31748f5f223f" providerId="ADAL" clId="{6E744BBD-6A1F-4C63-AAA4-E23759909C2A}" dt="2026-04-10T11:16:26.828" v="139" actId="20577"/>
          <ac:spMkLst>
            <pc:docMk/>
            <pc:sldMk cId="3723755497" sldId="284"/>
            <ac:spMk id="30" creationId="{561F199D-1CD3-A721-26DD-60D1D3D4EEB5}"/>
          </ac:spMkLst>
        </pc:spChg>
      </pc:sldChg>
      <pc:sldChg chg="modSp mod">
        <pc:chgData name="Nirmit Shah" userId="19542b5f-727d-48fc-a6e5-31748f5f223f" providerId="ADAL" clId="{6E744BBD-6A1F-4C63-AAA4-E23759909C2A}" dt="2026-04-13T03:40:11.023" v="845" actId="20577"/>
        <pc:sldMkLst>
          <pc:docMk/>
          <pc:sldMk cId="4086945618" sldId="285"/>
        </pc:sldMkLst>
        <pc:spChg chg="mod">
          <ac:chgData name="Nirmit Shah" userId="19542b5f-727d-48fc-a6e5-31748f5f223f" providerId="ADAL" clId="{6E744BBD-6A1F-4C63-AAA4-E23759909C2A}" dt="2026-04-10T11:20:41.026" v="249" actId="207"/>
          <ac:spMkLst>
            <pc:docMk/>
            <pc:sldMk cId="4086945618" sldId="285"/>
            <ac:spMk id="2" creationId="{B2EEC075-D3D1-660D-F3FB-1768A673B646}"/>
          </ac:spMkLst>
        </pc:spChg>
        <pc:spChg chg="mod">
          <ac:chgData name="Nirmit Shah" userId="19542b5f-727d-48fc-a6e5-31748f5f223f" providerId="ADAL" clId="{6E744BBD-6A1F-4C63-AAA4-E23759909C2A}" dt="2026-04-10T11:20:38.530" v="248" actId="207"/>
          <ac:spMkLst>
            <pc:docMk/>
            <pc:sldMk cId="4086945618" sldId="285"/>
            <ac:spMk id="3" creationId="{0A5776CC-F6F5-E3CD-91F3-8BD6311CA06E}"/>
          </ac:spMkLst>
        </pc:spChg>
        <pc:spChg chg="mod">
          <ac:chgData name="Nirmit Shah" userId="19542b5f-727d-48fc-a6e5-31748f5f223f" providerId="ADAL" clId="{6E744BBD-6A1F-4C63-AAA4-E23759909C2A}" dt="2026-04-10T11:21:16.198" v="254" actId="20577"/>
          <ac:spMkLst>
            <pc:docMk/>
            <pc:sldMk cId="4086945618" sldId="285"/>
            <ac:spMk id="4" creationId="{E1452205-BB79-F559-D4DA-070DD1C0EC07}"/>
          </ac:spMkLst>
        </pc:spChg>
        <pc:spChg chg="mod">
          <ac:chgData name="Nirmit Shah" userId="19542b5f-727d-48fc-a6e5-31748f5f223f" providerId="ADAL" clId="{6E744BBD-6A1F-4C63-AAA4-E23759909C2A}" dt="2026-04-10T11:18:07.855" v="158"/>
          <ac:spMkLst>
            <pc:docMk/>
            <pc:sldMk cId="4086945618" sldId="285"/>
            <ac:spMk id="5" creationId="{25222A8D-CE4E-DE85-1E07-73A6721FACA9}"/>
          </ac:spMkLst>
        </pc:spChg>
        <pc:spChg chg="mod">
          <ac:chgData name="Nirmit Shah" userId="19542b5f-727d-48fc-a6e5-31748f5f223f" providerId="ADAL" clId="{6E744BBD-6A1F-4C63-AAA4-E23759909C2A}" dt="2026-04-10T11:18:14.320" v="159"/>
          <ac:spMkLst>
            <pc:docMk/>
            <pc:sldMk cId="4086945618" sldId="285"/>
            <ac:spMk id="7" creationId="{0390D203-2586-6054-8DC6-BC1CEC9B4B0F}"/>
          </ac:spMkLst>
        </pc:spChg>
        <pc:spChg chg="mod">
          <ac:chgData name="Nirmit Shah" userId="19542b5f-727d-48fc-a6e5-31748f5f223f" providerId="ADAL" clId="{6E744BBD-6A1F-4C63-AAA4-E23759909C2A}" dt="2026-04-13T03:39:41.534" v="842" actId="33524"/>
          <ac:spMkLst>
            <pc:docMk/>
            <pc:sldMk cId="4086945618" sldId="285"/>
            <ac:spMk id="9" creationId="{60114D53-CF16-9B83-CB06-C4D13BEDBF7B}"/>
          </ac:spMkLst>
        </pc:spChg>
        <pc:spChg chg="mod">
          <ac:chgData name="Nirmit Shah" userId="19542b5f-727d-48fc-a6e5-31748f5f223f" providerId="ADAL" clId="{6E744BBD-6A1F-4C63-AAA4-E23759909C2A}" dt="2026-04-10T11:20:53.103" v="251" actId="207"/>
          <ac:spMkLst>
            <pc:docMk/>
            <pc:sldMk cId="4086945618" sldId="285"/>
            <ac:spMk id="11" creationId="{4B8844BE-051C-F8F7-D12D-21467DCB3074}"/>
          </ac:spMkLst>
        </pc:spChg>
        <pc:spChg chg="mod">
          <ac:chgData name="Nirmit Shah" userId="19542b5f-727d-48fc-a6e5-31748f5f223f" providerId="ADAL" clId="{6E744BBD-6A1F-4C63-AAA4-E23759909C2A}" dt="2026-04-10T11:18:30.928" v="161"/>
          <ac:spMkLst>
            <pc:docMk/>
            <pc:sldMk cId="4086945618" sldId="285"/>
            <ac:spMk id="12" creationId="{2F756CEA-2CE0-CE34-9F2D-B248EB9D023E}"/>
          </ac:spMkLst>
        </pc:spChg>
        <pc:spChg chg="mod">
          <ac:chgData name="Nirmit Shah" userId="19542b5f-727d-48fc-a6e5-31748f5f223f" providerId="ADAL" clId="{6E744BBD-6A1F-4C63-AAA4-E23759909C2A}" dt="2026-04-10T11:18:57.034" v="174" actId="122"/>
          <ac:spMkLst>
            <pc:docMk/>
            <pc:sldMk cId="4086945618" sldId="285"/>
            <ac:spMk id="13" creationId="{D9FA6084-B742-2A96-E403-A64954C61030}"/>
          </ac:spMkLst>
        </pc:spChg>
        <pc:spChg chg="mod">
          <ac:chgData name="Nirmit Shah" userId="19542b5f-727d-48fc-a6e5-31748f5f223f" providerId="ADAL" clId="{6E744BBD-6A1F-4C63-AAA4-E23759909C2A}" dt="2026-04-10T11:20:25.335" v="246"/>
          <ac:spMkLst>
            <pc:docMk/>
            <pc:sldMk cId="4086945618" sldId="285"/>
            <ac:spMk id="16" creationId="{A991999D-0EBE-5F30-788D-A22003C03023}"/>
          </ac:spMkLst>
        </pc:spChg>
        <pc:spChg chg="mod">
          <ac:chgData name="Nirmit Shah" userId="19542b5f-727d-48fc-a6e5-31748f5f223f" providerId="ADAL" clId="{6E744BBD-6A1F-4C63-AAA4-E23759909C2A}" dt="2026-04-10T11:20:17.410" v="245"/>
          <ac:spMkLst>
            <pc:docMk/>
            <pc:sldMk cId="4086945618" sldId="285"/>
            <ac:spMk id="17" creationId="{EFD454B7-6995-82A5-D076-2EBEF11E815F}"/>
          </ac:spMkLst>
        </pc:spChg>
        <pc:spChg chg="mod">
          <ac:chgData name="Nirmit Shah" userId="19542b5f-727d-48fc-a6e5-31748f5f223f" providerId="ADAL" clId="{6E744BBD-6A1F-4C63-AAA4-E23759909C2A}" dt="2026-04-13T03:40:11.023" v="845" actId="20577"/>
          <ac:spMkLst>
            <pc:docMk/>
            <pc:sldMk cId="4086945618" sldId="285"/>
            <ac:spMk id="18" creationId="{A730652E-E9B0-4751-5DC0-02273B553E98}"/>
          </ac:spMkLst>
        </pc:spChg>
        <pc:spChg chg="mod">
          <ac:chgData name="Nirmit Shah" userId="19542b5f-727d-48fc-a6e5-31748f5f223f" providerId="ADAL" clId="{6E744BBD-6A1F-4C63-AAA4-E23759909C2A}" dt="2026-04-10T11:19:17.068" v="176"/>
          <ac:spMkLst>
            <pc:docMk/>
            <pc:sldMk cId="4086945618" sldId="285"/>
            <ac:spMk id="25" creationId="{F3A42986-7192-E689-C8C6-7B881B422033}"/>
          </ac:spMkLst>
        </pc:spChg>
        <pc:spChg chg="mod">
          <ac:chgData name="Nirmit Shah" userId="19542b5f-727d-48fc-a6e5-31748f5f223f" providerId="ADAL" clId="{6E744BBD-6A1F-4C63-AAA4-E23759909C2A}" dt="2026-04-10T11:19:23.523" v="194" actId="20577"/>
          <ac:spMkLst>
            <pc:docMk/>
            <pc:sldMk cId="4086945618" sldId="285"/>
            <ac:spMk id="26" creationId="{574E087F-4683-1992-51DA-2A00FBA7860C}"/>
          </ac:spMkLst>
        </pc:spChg>
        <pc:spChg chg="mod">
          <ac:chgData name="Nirmit Shah" userId="19542b5f-727d-48fc-a6e5-31748f5f223f" providerId="ADAL" clId="{6E744BBD-6A1F-4C63-AAA4-E23759909C2A}" dt="2026-04-10T11:19:31.863" v="195"/>
          <ac:spMkLst>
            <pc:docMk/>
            <pc:sldMk cId="4086945618" sldId="285"/>
            <ac:spMk id="29" creationId="{17A3AF31-0966-D161-E610-D5549CA1E259}"/>
          </ac:spMkLst>
        </pc:spChg>
        <pc:spChg chg="mod">
          <ac:chgData name="Nirmit Shah" userId="19542b5f-727d-48fc-a6e5-31748f5f223f" providerId="ADAL" clId="{6E744BBD-6A1F-4C63-AAA4-E23759909C2A}" dt="2026-04-10T11:19:54.828" v="244" actId="20577"/>
          <ac:spMkLst>
            <pc:docMk/>
            <pc:sldMk cId="4086945618" sldId="285"/>
            <ac:spMk id="30" creationId="{4B3EF9A2-3907-48C8-28B1-75A119373B39}"/>
          </ac:spMkLst>
        </pc:spChg>
      </pc:sldChg>
      <pc:sldChg chg="modSp mod">
        <pc:chgData name="Nirmit Shah" userId="19542b5f-727d-48fc-a6e5-31748f5f223f" providerId="ADAL" clId="{6E744BBD-6A1F-4C63-AAA4-E23759909C2A}" dt="2026-04-13T03:41:07.477" v="876" actId="20577"/>
        <pc:sldMkLst>
          <pc:docMk/>
          <pc:sldMk cId="1085300245" sldId="286"/>
        </pc:sldMkLst>
        <pc:spChg chg="mod">
          <ac:chgData name="Nirmit Shah" userId="19542b5f-727d-48fc-a6e5-31748f5f223f" providerId="ADAL" clId="{6E744BBD-6A1F-4C63-AAA4-E23759909C2A}" dt="2026-04-10T11:31:05.838" v="443" actId="207"/>
          <ac:spMkLst>
            <pc:docMk/>
            <pc:sldMk cId="1085300245" sldId="286"/>
            <ac:spMk id="2" creationId="{70C6CA8C-F81F-F424-1751-8947FF7593F2}"/>
          </ac:spMkLst>
        </pc:spChg>
        <pc:spChg chg="mod">
          <ac:chgData name="Nirmit Shah" userId="19542b5f-727d-48fc-a6e5-31748f5f223f" providerId="ADAL" clId="{6E744BBD-6A1F-4C63-AAA4-E23759909C2A}" dt="2026-04-10T11:31:03.346" v="442" actId="207"/>
          <ac:spMkLst>
            <pc:docMk/>
            <pc:sldMk cId="1085300245" sldId="286"/>
            <ac:spMk id="3" creationId="{413E5895-1269-FEEB-3C92-1D19CAF47364}"/>
          </ac:spMkLst>
        </pc:spChg>
        <pc:spChg chg="mod">
          <ac:chgData name="Nirmit Shah" userId="19542b5f-727d-48fc-a6e5-31748f5f223f" providerId="ADAL" clId="{6E744BBD-6A1F-4C63-AAA4-E23759909C2A}" dt="2026-04-10T11:21:27.557" v="256" actId="20577"/>
          <ac:spMkLst>
            <pc:docMk/>
            <pc:sldMk cId="1085300245" sldId="286"/>
            <ac:spMk id="4" creationId="{97C81C6C-6186-8396-335F-6FD40AE2D059}"/>
          </ac:spMkLst>
        </pc:spChg>
        <pc:spChg chg="mod">
          <ac:chgData name="Nirmit Shah" userId="19542b5f-727d-48fc-a6e5-31748f5f223f" providerId="ADAL" clId="{6E744BBD-6A1F-4C63-AAA4-E23759909C2A}" dt="2026-04-10T11:21:12.617" v="252"/>
          <ac:spMkLst>
            <pc:docMk/>
            <pc:sldMk cId="1085300245" sldId="286"/>
            <ac:spMk id="5" creationId="{6314126C-86D5-48D3-0070-15161EC0F3CD}"/>
          </ac:spMkLst>
        </pc:spChg>
        <pc:spChg chg="mod">
          <ac:chgData name="Nirmit Shah" userId="19542b5f-727d-48fc-a6e5-31748f5f223f" providerId="ADAL" clId="{6E744BBD-6A1F-4C63-AAA4-E23759909C2A}" dt="2026-04-10T11:21:37.690" v="257"/>
          <ac:spMkLst>
            <pc:docMk/>
            <pc:sldMk cId="1085300245" sldId="286"/>
            <ac:spMk id="7" creationId="{8F07A7F7-1519-99F9-6446-EC60C716A266}"/>
          </ac:spMkLst>
        </pc:spChg>
        <pc:spChg chg="mod">
          <ac:chgData name="Nirmit Shah" userId="19542b5f-727d-48fc-a6e5-31748f5f223f" providerId="ADAL" clId="{6E744BBD-6A1F-4C63-AAA4-E23759909C2A}" dt="2026-04-10T11:21:45.472" v="258"/>
          <ac:spMkLst>
            <pc:docMk/>
            <pc:sldMk cId="1085300245" sldId="286"/>
            <ac:spMk id="9" creationId="{ACD6FF7A-2D81-5F39-7E51-C356A8CCD192}"/>
          </ac:spMkLst>
        </pc:spChg>
        <pc:spChg chg="mod">
          <ac:chgData name="Nirmit Shah" userId="19542b5f-727d-48fc-a6e5-31748f5f223f" providerId="ADAL" clId="{6E744BBD-6A1F-4C63-AAA4-E23759909C2A}" dt="2026-04-10T11:22:33.055" v="275" actId="207"/>
          <ac:spMkLst>
            <pc:docMk/>
            <pc:sldMk cId="1085300245" sldId="286"/>
            <ac:spMk id="11" creationId="{F937F655-B173-E6EB-0027-90F697FFB136}"/>
          </ac:spMkLst>
        </pc:spChg>
        <pc:spChg chg="mod">
          <ac:chgData name="Nirmit Shah" userId="19542b5f-727d-48fc-a6e5-31748f5f223f" providerId="ADAL" clId="{6E744BBD-6A1F-4C63-AAA4-E23759909C2A}" dt="2026-04-13T03:41:07.477" v="876" actId="20577"/>
          <ac:spMkLst>
            <pc:docMk/>
            <pc:sldMk cId="1085300245" sldId="286"/>
            <ac:spMk id="12" creationId="{669F80C9-4964-7F45-DA7F-9BBEB9BAD0C2}"/>
          </ac:spMkLst>
        </pc:spChg>
        <pc:spChg chg="mod">
          <ac:chgData name="Nirmit Shah" userId="19542b5f-727d-48fc-a6e5-31748f5f223f" providerId="ADAL" clId="{6E744BBD-6A1F-4C63-AAA4-E23759909C2A}" dt="2026-04-10T11:22:24.867" v="274" actId="122"/>
          <ac:spMkLst>
            <pc:docMk/>
            <pc:sldMk cId="1085300245" sldId="286"/>
            <ac:spMk id="13" creationId="{B622EFE5-F836-02B8-AC63-5657C8BD5114}"/>
          </ac:spMkLst>
        </pc:spChg>
        <pc:spChg chg="mod">
          <ac:chgData name="Nirmit Shah" userId="19542b5f-727d-48fc-a6e5-31748f5f223f" providerId="ADAL" clId="{6E744BBD-6A1F-4C63-AAA4-E23759909C2A}" dt="2026-04-10T11:29:24.681" v="339" actId="20577"/>
          <ac:spMkLst>
            <pc:docMk/>
            <pc:sldMk cId="1085300245" sldId="286"/>
            <ac:spMk id="16" creationId="{7BE3302C-57D5-6DCF-3A71-855642F14BBB}"/>
          </ac:spMkLst>
        </pc:spChg>
        <pc:spChg chg="mod">
          <ac:chgData name="Nirmit Shah" userId="19542b5f-727d-48fc-a6e5-31748f5f223f" providerId="ADAL" clId="{6E744BBD-6A1F-4C63-AAA4-E23759909C2A}" dt="2026-04-10T11:22:54.655" v="277"/>
          <ac:spMkLst>
            <pc:docMk/>
            <pc:sldMk cId="1085300245" sldId="286"/>
            <ac:spMk id="17" creationId="{D86382E4-FB2A-6847-39F4-E80E1A390C1A}"/>
          </ac:spMkLst>
        </pc:spChg>
        <pc:spChg chg="mod">
          <ac:chgData name="Nirmit Shah" userId="19542b5f-727d-48fc-a6e5-31748f5f223f" providerId="ADAL" clId="{6E744BBD-6A1F-4C63-AAA4-E23759909C2A}" dt="2026-04-10T11:52:14.184" v="782" actId="20577"/>
          <ac:spMkLst>
            <pc:docMk/>
            <pc:sldMk cId="1085300245" sldId="286"/>
            <ac:spMk id="18" creationId="{DAC918E5-C0CD-21FF-6727-D6347DDFB7AC}"/>
          </ac:spMkLst>
        </pc:spChg>
        <pc:spChg chg="mod">
          <ac:chgData name="Nirmit Shah" userId="19542b5f-727d-48fc-a6e5-31748f5f223f" providerId="ADAL" clId="{6E744BBD-6A1F-4C63-AAA4-E23759909C2A}" dt="2026-04-10T11:31:10.334" v="444" actId="207"/>
          <ac:spMkLst>
            <pc:docMk/>
            <pc:sldMk cId="1085300245" sldId="286"/>
            <ac:spMk id="25" creationId="{B1A8EAB0-6D1C-CAA4-781F-2F35A889034E}"/>
          </ac:spMkLst>
        </pc:spChg>
        <pc:spChg chg="mod">
          <ac:chgData name="Nirmit Shah" userId="19542b5f-727d-48fc-a6e5-31748f5f223f" providerId="ADAL" clId="{6E744BBD-6A1F-4C63-AAA4-E23759909C2A}" dt="2026-04-10T11:30:00.512" v="400" actId="20577"/>
          <ac:spMkLst>
            <pc:docMk/>
            <pc:sldMk cId="1085300245" sldId="286"/>
            <ac:spMk id="26" creationId="{07ABBC79-0A78-070A-A50C-31B25D4D09CD}"/>
          </ac:spMkLst>
        </pc:spChg>
        <pc:spChg chg="mod">
          <ac:chgData name="Nirmit Shah" userId="19542b5f-727d-48fc-a6e5-31748f5f223f" providerId="ADAL" clId="{6E744BBD-6A1F-4C63-AAA4-E23759909C2A}" dt="2026-04-10T11:31:13.254" v="445" actId="207"/>
          <ac:spMkLst>
            <pc:docMk/>
            <pc:sldMk cId="1085300245" sldId="286"/>
            <ac:spMk id="29" creationId="{000F56D5-1771-DFD0-32B0-3FD7B7BD330B}"/>
          </ac:spMkLst>
        </pc:spChg>
        <pc:spChg chg="mod">
          <ac:chgData name="Nirmit Shah" userId="19542b5f-727d-48fc-a6e5-31748f5f223f" providerId="ADAL" clId="{6E744BBD-6A1F-4C63-AAA4-E23759909C2A}" dt="2026-04-10T11:30:43.012" v="440" actId="20577"/>
          <ac:spMkLst>
            <pc:docMk/>
            <pc:sldMk cId="1085300245" sldId="286"/>
            <ac:spMk id="30" creationId="{6282AF0E-4F7A-2EF2-A1FB-E22A4EA65C1E}"/>
          </ac:spMkLst>
        </pc:spChg>
      </pc:sldChg>
      <pc:sldChg chg="modSp mod">
        <pc:chgData name="Nirmit Shah" userId="19542b5f-727d-48fc-a6e5-31748f5f223f" providerId="ADAL" clId="{6E744BBD-6A1F-4C63-AAA4-E23759909C2A}" dt="2026-04-13T03:42:37.400" v="905" actId="20577"/>
        <pc:sldMkLst>
          <pc:docMk/>
          <pc:sldMk cId="2075012812" sldId="287"/>
        </pc:sldMkLst>
        <pc:spChg chg="mod">
          <ac:chgData name="Nirmit Shah" userId="19542b5f-727d-48fc-a6e5-31748f5f223f" providerId="ADAL" clId="{6E744BBD-6A1F-4C63-AAA4-E23759909C2A}" dt="2026-04-10T11:36:48.354" v="548" actId="207"/>
          <ac:spMkLst>
            <pc:docMk/>
            <pc:sldMk cId="2075012812" sldId="287"/>
            <ac:spMk id="2" creationId="{C6070CD9-0893-D5D1-F282-5356B15D36A4}"/>
          </ac:spMkLst>
        </pc:spChg>
        <pc:spChg chg="mod">
          <ac:chgData name="Nirmit Shah" userId="19542b5f-727d-48fc-a6e5-31748f5f223f" providerId="ADAL" clId="{6E744BBD-6A1F-4C63-AAA4-E23759909C2A}" dt="2026-04-10T11:36:45.168" v="547" actId="207"/>
          <ac:spMkLst>
            <pc:docMk/>
            <pc:sldMk cId="2075012812" sldId="287"/>
            <ac:spMk id="3" creationId="{D8A735B8-A359-8DDA-A7A2-D1FDB36D9528}"/>
          </ac:spMkLst>
        </pc:spChg>
        <pc:spChg chg="mod">
          <ac:chgData name="Nirmit Shah" userId="19542b5f-727d-48fc-a6e5-31748f5f223f" providerId="ADAL" clId="{6E744BBD-6A1F-4C63-AAA4-E23759909C2A}" dt="2026-04-10T11:32:36.604" v="452" actId="20577"/>
          <ac:spMkLst>
            <pc:docMk/>
            <pc:sldMk cId="2075012812" sldId="287"/>
            <ac:spMk id="4" creationId="{32F3A0BC-4D49-90CE-C1DB-F3A9DA92C79F}"/>
          </ac:spMkLst>
        </pc:spChg>
        <pc:spChg chg="mod">
          <ac:chgData name="Nirmit Shah" userId="19542b5f-727d-48fc-a6e5-31748f5f223f" providerId="ADAL" clId="{6E744BBD-6A1F-4C63-AAA4-E23759909C2A}" dt="2026-04-10T11:32:33.695" v="448" actId="14100"/>
          <ac:spMkLst>
            <pc:docMk/>
            <pc:sldMk cId="2075012812" sldId="287"/>
            <ac:spMk id="5" creationId="{B08573A9-6020-A43C-57FB-5BCD9E661CC5}"/>
          </ac:spMkLst>
        </pc:spChg>
        <pc:spChg chg="mod">
          <ac:chgData name="Nirmit Shah" userId="19542b5f-727d-48fc-a6e5-31748f5f223f" providerId="ADAL" clId="{6E744BBD-6A1F-4C63-AAA4-E23759909C2A}" dt="2026-04-10T11:32:46.214" v="453"/>
          <ac:spMkLst>
            <pc:docMk/>
            <pc:sldMk cId="2075012812" sldId="287"/>
            <ac:spMk id="7" creationId="{3E4A1940-3993-55EF-73DF-6EBCA61EDF62}"/>
          </ac:spMkLst>
        </pc:spChg>
        <pc:spChg chg="mod">
          <ac:chgData name="Nirmit Shah" userId="19542b5f-727d-48fc-a6e5-31748f5f223f" providerId="ADAL" clId="{6E744BBD-6A1F-4C63-AAA4-E23759909C2A}" dt="2026-04-10T11:32:53.676" v="454"/>
          <ac:spMkLst>
            <pc:docMk/>
            <pc:sldMk cId="2075012812" sldId="287"/>
            <ac:spMk id="9" creationId="{46DE053C-5C25-DEF8-CD43-A893B954B568}"/>
          </ac:spMkLst>
        </pc:spChg>
        <pc:spChg chg="mod">
          <ac:chgData name="Nirmit Shah" userId="19542b5f-727d-48fc-a6e5-31748f5f223f" providerId="ADAL" clId="{6E744BBD-6A1F-4C63-AAA4-E23759909C2A}" dt="2026-04-13T03:42:37.400" v="905" actId="20577"/>
          <ac:spMkLst>
            <pc:docMk/>
            <pc:sldMk cId="2075012812" sldId="287"/>
            <ac:spMk id="12" creationId="{C887F0C0-ECB8-6583-3651-71DD7A8BC34A}"/>
          </ac:spMkLst>
        </pc:spChg>
        <pc:spChg chg="mod">
          <ac:chgData name="Nirmit Shah" userId="19542b5f-727d-48fc-a6e5-31748f5f223f" providerId="ADAL" clId="{6E744BBD-6A1F-4C63-AAA4-E23759909C2A}" dt="2026-04-10T11:36:22.691" v="545" actId="122"/>
          <ac:spMkLst>
            <pc:docMk/>
            <pc:sldMk cId="2075012812" sldId="287"/>
            <ac:spMk id="13" creationId="{718D7CEC-39BC-3D36-6363-8AE5AD6B282C}"/>
          </ac:spMkLst>
        </pc:spChg>
        <pc:spChg chg="mod">
          <ac:chgData name="Nirmit Shah" userId="19542b5f-727d-48fc-a6e5-31748f5f223f" providerId="ADAL" clId="{6E744BBD-6A1F-4C63-AAA4-E23759909C2A}" dt="2026-04-10T11:35:09.014" v="465"/>
          <ac:spMkLst>
            <pc:docMk/>
            <pc:sldMk cId="2075012812" sldId="287"/>
            <ac:spMk id="16" creationId="{6B6EBE9D-7C6D-1DA1-2463-E7D5594967E7}"/>
          </ac:spMkLst>
        </pc:spChg>
        <pc:spChg chg="mod">
          <ac:chgData name="Nirmit Shah" userId="19542b5f-727d-48fc-a6e5-31748f5f223f" providerId="ADAL" clId="{6E744BBD-6A1F-4C63-AAA4-E23759909C2A}" dt="2026-04-10T11:38:36.887" v="570"/>
          <ac:spMkLst>
            <pc:docMk/>
            <pc:sldMk cId="2075012812" sldId="287"/>
            <ac:spMk id="17" creationId="{0F2DD69B-B063-C681-6CE3-1912320AE950}"/>
          </ac:spMkLst>
        </pc:spChg>
        <pc:spChg chg="mod">
          <ac:chgData name="Nirmit Shah" userId="19542b5f-727d-48fc-a6e5-31748f5f223f" providerId="ADAL" clId="{6E744BBD-6A1F-4C63-AAA4-E23759909C2A}" dt="2026-04-10T11:34:39.991" v="463" actId="20577"/>
          <ac:spMkLst>
            <pc:docMk/>
            <pc:sldMk cId="2075012812" sldId="287"/>
            <ac:spMk id="18" creationId="{3E6A1F7C-0A48-75ED-25D2-4235E611FEB3}"/>
          </ac:spMkLst>
        </pc:spChg>
        <pc:spChg chg="mod">
          <ac:chgData name="Nirmit Shah" userId="19542b5f-727d-48fc-a6e5-31748f5f223f" providerId="ADAL" clId="{6E744BBD-6A1F-4C63-AAA4-E23759909C2A}" dt="2026-04-10T11:36:56.841" v="551" actId="207"/>
          <ac:spMkLst>
            <pc:docMk/>
            <pc:sldMk cId="2075012812" sldId="287"/>
            <ac:spMk id="25" creationId="{D6D730E6-7810-9AFE-1CCD-4E6D61B2D878}"/>
          </ac:spMkLst>
        </pc:spChg>
        <pc:spChg chg="mod">
          <ac:chgData name="Nirmit Shah" userId="19542b5f-727d-48fc-a6e5-31748f5f223f" providerId="ADAL" clId="{6E744BBD-6A1F-4C63-AAA4-E23759909C2A}" dt="2026-04-10T11:35:52.181" v="528" actId="20577"/>
          <ac:spMkLst>
            <pc:docMk/>
            <pc:sldMk cId="2075012812" sldId="287"/>
            <ac:spMk id="26" creationId="{79CCAEFA-B479-1769-E66A-8CF6B87E7346}"/>
          </ac:spMkLst>
        </pc:spChg>
        <pc:spChg chg="mod">
          <ac:chgData name="Nirmit Shah" userId="19542b5f-727d-48fc-a6e5-31748f5f223f" providerId="ADAL" clId="{6E744BBD-6A1F-4C63-AAA4-E23759909C2A}" dt="2026-04-10T11:37:01.251" v="553" actId="207"/>
          <ac:spMkLst>
            <pc:docMk/>
            <pc:sldMk cId="2075012812" sldId="287"/>
            <ac:spMk id="29" creationId="{F2FF5513-5F38-5CC2-5ADC-3B4CF8ACB348}"/>
          </ac:spMkLst>
        </pc:spChg>
        <pc:spChg chg="mod">
          <ac:chgData name="Nirmit Shah" userId="19542b5f-727d-48fc-a6e5-31748f5f223f" providerId="ADAL" clId="{6E744BBD-6A1F-4C63-AAA4-E23759909C2A}" dt="2026-04-10T11:35:30.740" v="499" actId="20577"/>
          <ac:spMkLst>
            <pc:docMk/>
            <pc:sldMk cId="2075012812" sldId="287"/>
            <ac:spMk id="30" creationId="{DF7D86DC-32F2-60D5-A109-CABE1472F1B3}"/>
          </ac:spMkLst>
        </pc:spChg>
      </pc:sldChg>
      <pc:sldChg chg="modSp mod">
        <pc:chgData name="Nirmit Shah" userId="19542b5f-727d-48fc-a6e5-31748f5f223f" providerId="ADAL" clId="{6E744BBD-6A1F-4C63-AAA4-E23759909C2A}" dt="2026-04-10T11:42:26.542" v="653" actId="207"/>
        <pc:sldMkLst>
          <pc:docMk/>
          <pc:sldMk cId="4052888515" sldId="288"/>
        </pc:sldMkLst>
        <pc:spChg chg="mod">
          <ac:chgData name="Nirmit Shah" userId="19542b5f-727d-48fc-a6e5-31748f5f223f" providerId="ADAL" clId="{6E744BBD-6A1F-4C63-AAA4-E23759909C2A}" dt="2026-04-10T11:42:17.128" v="651" actId="207"/>
          <ac:spMkLst>
            <pc:docMk/>
            <pc:sldMk cId="4052888515" sldId="288"/>
            <ac:spMk id="2" creationId="{F208579D-BFC4-1151-6D05-63361E5F8AA6}"/>
          </ac:spMkLst>
        </pc:spChg>
        <pc:spChg chg="mod">
          <ac:chgData name="Nirmit Shah" userId="19542b5f-727d-48fc-a6e5-31748f5f223f" providerId="ADAL" clId="{6E744BBD-6A1F-4C63-AAA4-E23759909C2A}" dt="2026-04-10T11:42:14.273" v="650" actId="207"/>
          <ac:spMkLst>
            <pc:docMk/>
            <pc:sldMk cId="4052888515" sldId="288"/>
            <ac:spMk id="3" creationId="{530E3965-C98A-1E60-8BF1-CF33D17744EE}"/>
          </ac:spMkLst>
        </pc:spChg>
        <pc:spChg chg="mod">
          <ac:chgData name="Nirmit Shah" userId="19542b5f-727d-48fc-a6e5-31748f5f223f" providerId="ADAL" clId="{6E744BBD-6A1F-4C63-AAA4-E23759909C2A}" dt="2026-04-10T11:37:52.247" v="560" actId="20577"/>
          <ac:spMkLst>
            <pc:docMk/>
            <pc:sldMk cId="4052888515" sldId="288"/>
            <ac:spMk id="4" creationId="{70790FB4-2E1B-69AC-78FE-572B25956DC4}"/>
          </ac:spMkLst>
        </pc:spChg>
        <pc:spChg chg="mod">
          <ac:chgData name="Nirmit Shah" userId="19542b5f-727d-48fc-a6e5-31748f5f223f" providerId="ADAL" clId="{6E744BBD-6A1F-4C63-AAA4-E23759909C2A}" dt="2026-04-10T11:37:49.277" v="556" actId="14100"/>
          <ac:spMkLst>
            <pc:docMk/>
            <pc:sldMk cId="4052888515" sldId="288"/>
            <ac:spMk id="5" creationId="{963A5DBF-5923-911A-4587-9DE6CC58C54C}"/>
          </ac:spMkLst>
        </pc:spChg>
        <pc:spChg chg="mod">
          <ac:chgData name="Nirmit Shah" userId="19542b5f-727d-48fc-a6e5-31748f5f223f" providerId="ADAL" clId="{6E744BBD-6A1F-4C63-AAA4-E23759909C2A}" dt="2026-04-10T11:38:03.839" v="561"/>
          <ac:spMkLst>
            <pc:docMk/>
            <pc:sldMk cId="4052888515" sldId="288"/>
            <ac:spMk id="7" creationId="{7490240E-9B04-D3F0-7821-26595FCC5C88}"/>
          </ac:spMkLst>
        </pc:spChg>
        <pc:spChg chg="mod">
          <ac:chgData name="Nirmit Shah" userId="19542b5f-727d-48fc-a6e5-31748f5f223f" providerId="ADAL" clId="{6E744BBD-6A1F-4C63-AAA4-E23759909C2A}" dt="2026-04-10T11:38:13.752" v="566"/>
          <ac:spMkLst>
            <pc:docMk/>
            <pc:sldMk cId="4052888515" sldId="288"/>
            <ac:spMk id="9" creationId="{9192B7F2-569A-BB46-DB17-0D5F7D222A40}"/>
          </ac:spMkLst>
        </pc:spChg>
        <pc:spChg chg="mod">
          <ac:chgData name="Nirmit Shah" userId="19542b5f-727d-48fc-a6e5-31748f5f223f" providerId="ADAL" clId="{6E744BBD-6A1F-4C63-AAA4-E23759909C2A}" dt="2026-04-10T11:38:20.071" v="567"/>
          <ac:spMkLst>
            <pc:docMk/>
            <pc:sldMk cId="4052888515" sldId="288"/>
            <ac:spMk id="12" creationId="{72A5E55E-9730-0725-3EDD-B5D29AABF847}"/>
          </ac:spMkLst>
        </pc:spChg>
        <pc:spChg chg="mod">
          <ac:chgData name="Nirmit Shah" userId="19542b5f-727d-48fc-a6e5-31748f5f223f" providerId="ADAL" clId="{6E744BBD-6A1F-4C63-AAA4-E23759909C2A}" dt="2026-04-10T11:41:15.324" v="648" actId="122"/>
          <ac:spMkLst>
            <pc:docMk/>
            <pc:sldMk cId="4052888515" sldId="288"/>
            <ac:spMk id="13" creationId="{145BC86A-75F2-E0E0-D8C8-F43E50CC798A}"/>
          </ac:spMkLst>
        </pc:spChg>
        <pc:spChg chg="mod">
          <ac:chgData name="Nirmit Shah" userId="19542b5f-727d-48fc-a6e5-31748f5f223f" providerId="ADAL" clId="{6E744BBD-6A1F-4C63-AAA4-E23759909C2A}" dt="2026-04-10T11:38:55.974" v="572"/>
          <ac:spMkLst>
            <pc:docMk/>
            <pc:sldMk cId="4052888515" sldId="288"/>
            <ac:spMk id="16" creationId="{33486376-3496-EB3F-DEBE-9F911E98C49D}"/>
          </ac:spMkLst>
        </pc:spChg>
        <pc:spChg chg="mod">
          <ac:chgData name="Nirmit Shah" userId="19542b5f-727d-48fc-a6e5-31748f5f223f" providerId="ADAL" clId="{6E744BBD-6A1F-4C63-AAA4-E23759909C2A}" dt="2026-04-10T11:39:06.984" v="574"/>
          <ac:spMkLst>
            <pc:docMk/>
            <pc:sldMk cId="4052888515" sldId="288"/>
            <ac:spMk id="17" creationId="{61519F66-BF37-379D-D3BD-17BE9DA1067A}"/>
          </ac:spMkLst>
        </pc:spChg>
        <pc:spChg chg="mod">
          <ac:chgData name="Nirmit Shah" userId="19542b5f-727d-48fc-a6e5-31748f5f223f" providerId="ADAL" clId="{6E744BBD-6A1F-4C63-AAA4-E23759909C2A}" dt="2026-04-10T11:40:32.425" v="628" actId="20577"/>
          <ac:spMkLst>
            <pc:docMk/>
            <pc:sldMk cId="4052888515" sldId="288"/>
            <ac:spMk id="18" creationId="{2078CD47-58DB-C4C6-EE33-6FFD7C77D858}"/>
          </ac:spMkLst>
        </pc:spChg>
        <pc:spChg chg="mod">
          <ac:chgData name="Nirmit Shah" userId="19542b5f-727d-48fc-a6e5-31748f5f223f" providerId="ADAL" clId="{6E744BBD-6A1F-4C63-AAA4-E23759909C2A}" dt="2026-04-10T11:42:23.512" v="652" actId="207"/>
          <ac:spMkLst>
            <pc:docMk/>
            <pc:sldMk cId="4052888515" sldId="288"/>
            <ac:spMk id="25" creationId="{718A2188-F79E-DC29-A811-4E4BB3CAA35C}"/>
          </ac:spMkLst>
        </pc:spChg>
        <pc:spChg chg="mod">
          <ac:chgData name="Nirmit Shah" userId="19542b5f-727d-48fc-a6e5-31748f5f223f" providerId="ADAL" clId="{6E744BBD-6A1F-4C63-AAA4-E23759909C2A}" dt="2026-04-10T11:39:27.672" v="604" actId="20577"/>
          <ac:spMkLst>
            <pc:docMk/>
            <pc:sldMk cId="4052888515" sldId="288"/>
            <ac:spMk id="26" creationId="{4141ADFA-D716-15B6-AE6F-67ADB46F3923}"/>
          </ac:spMkLst>
        </pc:spChg>
        <pc:spChg chg="mod">
          <ac:chgData name="Nirmit Shah" userId="19542b5f-727d-48fc-a6e5-31748f5f223f" providerId="ADAL" clId="{6E744BBD-6A1F-4C63-AAA4-E23759909C2A}" dt="2026-04-10T11:42:26.542" v="653" actId="207"/>
          <ac:spMkLst>
            <pc:docMk/>
            <pc:sldMk cId="4052888515" sldId="288"/>
            <ac:spMk id="29" creationId="{32304FF6-46E6-E576-AFBF-4757DAD2F36D}"/>
          </ac:spMkLst>
        </pc:spChg>
        <pc:spChg chg="mod">
          <ac:chgData name="Nirmit Shah" userId="19542b5f-727d-48fc-a6e5-31748f5f223f" providerId="ADAL" clId="{6E744BBD-6A1F-4C63-AAA4-E23759909C2A}" dt="2026-04-10T11:39:55.886" v="621" actId="20577"/>
          <ac:spMkLst>
            <pc:docMk/>
            <pc:sldMk cId="4052888515" sldId="288"/>
            <ac:spMk id="30" creationId="{7906E5AD-8A95-2E3A-5641-330B779D97D3}"/>
          </ac:spMkLst>
        </pc:spChg>
      </pc:sldChg>
      <pc:sldChg chg="modSp mod">
        <pc:chgData name="Nirmit Shah" userId="19542b5f-727d-48fc-a6e5-31748f5f223f" providerId="ADAL" clId="{6E744BBD-6A1F-4C63-AAA4-E23759909C2A}" dt="2026-04-10T11:46:20.806" v="774" actId="20577"/>
        <pc:sldMkLst>
          <pc:docMk/>
          <pc:sldMk cId="2791448900" sldId="289"/>
        </pc:sldMkLst>
        <pc:spChg chg="mod">
          <ac:chgData name="Nirmit Shah" userId="19542b5f-727d-48fc-a6e5-31748f5f223f" providerId="ADAL" clId="{6E744BBD-6A1F-4C63-AAA4-E23759909C2A}" dt="2026-04-10T11:46:02.324" v="766" actId="207"/>
          <ac:spMkLst>
            <pc:docMk/>
            <pc:sldMk cId="2791448900" sldId="289"/>
            <ac:spMk id="2" creationId="{8CE38BF5-3211-FD21-8373-1C3566A9BE24}"/>
          </ac:spMkLst>
        </pc:spChg>
        <pc:spChg chg="mod">
          <ac:chgData name="Nirmit Shah" userId="19542b5f-727d-48fc-a6e5-31748f5f223f" providerId="ADAL" clId="{6E744BBD-6A1F-4C63-AAA4-E23759909C2A}" dt="2026-04-10T11:46:00.050" v="765" actId="207"/>
          <ac:spMkLst>
            <pc:docMk/>
            <pc:sldMk cId="2791448900" sldId="289"/>
            <ac:spMk id="3" creationId="{76297BA7-F671-0738-2868-D9ED7D4F0B77}"/>
          </ac:spMkLst>
        </pc:spChg>
        <pc:spChg chg="mod">
          <ac:chgData name="Nirmit Shah" userId="19542b5f-727d-48fc-a6e5-31748f5f223f" providerId="ADAL" clId="{6E744BBD-6A1F-4C63-AAA4-E23759909C2A}" dt="2026-04-10T11:43:18.127" v="659" actId="20577"/>
          <ac:spMkLst>
            <pc:docMk/>
            <pc:sldMk cId="2791448900" sldId="289"/>
            <ac:spMk id="4" creationId="{5B875335-7434-B5CB-C2E6-77CD6EAA05AB}"/>
          </ac:spMkLst>
        </pc:spChg>
        <pc:spChg chg="mod">
          <ac:chgData name="Nirmit Shah" userId="19542b5f-727d-48fc-a6e5-31748f5f223f" providerId="ADAL" clId="{6E744BBD-6A1F-4C63-AAA4-E23759909C2A}" dt="2026-04-10T11:43:14.265" v="655"/>
          <ac:spMkLst>
            <pc:docMk/>
            <pc:sldMk cId="2791448900" sldId="289"/>
            <ac:spMk id="5" creationId="{40D445E8-D6D1-C545-99CB-3C9EBAB962C4}"/>
          </ac:spMkLst>
        </pc:spChg>
        <pc:spChg chg="mod">
          <ac:chgData name="Nirmit Shah" userId="19542b5f-727d-48fc-a6e5-31748f5f223f" providerId="ADAL" clId="{6E744BBD-6A1F-4C63-AAA4-E23759909C2A}" dt="2026-04-10T11:43:24.685" v="660"/>
          <ac:spMkLst>
            <pc:docMk/>
            <pc:sldMk cId="2791448900" sldId="289"/>
            <ac:spMk id="7" creationId="{9EB4E50B-85BE-1304-9D18-0C10F5F120DF}"/>
          </ac:spMkLst>
        </pc:spChg>
        <pc:spChg chg="mod">
          <ac:chgData name="Nirmit Shah" userId="19542b5f-727d-48fc-a6e5-31748f5f223f" providerId="ADAL" clId="{6E744BBD-6A1F-4C63-AAA4-E23759909C2A}" dt="2026-04-10T11:43:31.952" v="661"/>
          <ac:spMkLst>
            <pc:docMk/>
            <pc:sldMk cId="2791448900" sldId="289"/>
            <ac:spMk id="9" creationId="{47FDA6C9-9746-0F1A-AC44-ADB336A290A6}"/>
          </ac:spMkLst>
        </pc:spChg>
        <pc:spChg chg="mod">
          <ac:chgData name="Nirmit Shah" userId="19542b5f-727d-48fc-a6e5-31748f5f223f" providerId="ADAL" clId="{6E744BBD-6A1F-4C63-AAA4-E23759909C2A}" dt="2026-04-10T11:43:37.289" v="662"/>
          <ac:spMkLst>
            <pc:docMk/>
            <pc:sldMk cId="2791448900" sldId="289"/>
            <ac:spMk id="12" creationId="{88CD9725-ABB2-3C3A-A211-E8794CAE7CF4}"/>
          </ac:spMkLst>
        </pc:spChg>
        <pc:spChg chg="mod">
          <ac:chgData name="Nirmit Shah" userId="19542b5f-727d-48fc-a6e5-31748f5f223f" providerId="ADAL" clId="{6E744BBD-6A1F-4C63-AAA4-E23759909C2A}" dt="2026-04-10T11:45:28.981" v="756" actId="255"/>
          <ac:spMkLst>
            <pc:docMk/>
            <pc:sldMk cId="2791448900" sldId="289"/>
            <ac:spMk id="13" creationId="{15244092-CDC3-F867-1896-78419922CD7B}"/>
          </ac:spMkLst>
        </pc:spChg>
        <pc:spChg chg="mod">
          <ac:chgData name="Nirmit Shah" userId="19542b5f-727d-48fc-a6e5-31748f5f223f" providerId="ADAL" clId="{6E744BBD-6A1F-4C63-AAA4-E23759909C2A}" dt="2026-04-10T11:44:03.820" v="667" actId="20577"/>
          <ac:spMkLst>
            <pc:docMk/>
            <pc:sldMk cId="2791448900" sldId="289"/>
            <ac:spMk id="16" creationId="{FF1FA925-ED1C-C58C-ACBB-E0B91DDF491A}"/>
          </ac:spMkLst>
        </pc:spChg>
        <pc:spChg chg="mod">
          <ac:chgData name="Nirmit Shah" userId="19542b5f-727d-48fc-a6e5-31748f5f223f" providerId="ADAL" clId="{6E744BBD-6A1F-4C63-AAA4-E23759909C2A}" dt="2026-04-10T11:43:56.054" v="664"/>
          <ac:spMkLst>
            <pc:docMk/>
            <pc:sldMk cId="2791448900" sldId="289"/>
            <ac:spMk id="17" creationId="{A7A9269B-7608-E112-E867-7A7F727EF0E6}"/>
          </ac:spMkLst>
        </pc:spChg>
        <pc:spChg chg="mod">
          <ac:chgData name="Nirmit Shah" userId="19542b5f-727d-48fc-a6e5-31748f5f223f" providerId="ADAL" clId="{6E744BBD-6A1F-4C63-AAA4-E23759909C2A}" dt="2026-04-10T11:46:20.806" v="774" actId="20577"/>
          <ac:spMkLst>
            <pc:docMk/>
            <pc:sldMk cId="2791448900" sldId="289"/>
            <ac:spMk id="18" creationId="{BAB1F7D1-3DE9-430C-EEF9-2463B93F517B}"/>
          </ac:spMkLst>
        </pc:spChg>
        <pc:spChg chg="mod">
          <ac:chgData name="Nirmit Shah" userId="19542b5f-727d-48fc-a6e5-31748f5f223f" providerId="ADAL" clId="{6E744BBD-6A1F-4C63-AAA4-E23759909C2A}" dt="2026-04-10T11:45:51.351" v="758" actId="207"/>
          <ac:spMkLst>
            <pc:docMk/>
            <pc:sldMk cId="2791448900" sldId="289"/>
            <ac:spMk id="25" creationId="{795A3429-FBCF-8FA9-4778-2B970FAACF80}"/>
          </ac:spMkLst>
        </pc:spChg>
        <pc:spChg chg="mod">
          <ac:chgData name="Nirmit Shah" userId="19542b5f-727d-48fc-a6e5-31748f5f223f" providerId="ADAL" clId="{6E744BBD-6A1F-4C63-AAA4-E23759909C2A}" dt="2026-04-10T11:44:35.171" v="706" actId="20577"/>
          <ac:spMkLst>
            <pc:docMk/>
            <pc:sldMk cId="2791448900" sldId="289"/>
            <ac:spMk id="26" creationId="{1A3F3140-E85A-BDED-14FE-3243DEBAE2DB}"/>
          </ac:spMkLst>
        </pc:spChg>
        <pc:spChg chg="mod">
          <ac:chgData name="Nirmit Shah" userId="19542b5f-727d-48fc-a6e5-31748f5f223f" providerId="ADAL" clId="{6E744BBD-6A1F-4C63-AAA4-E23759909C2A}" dt="2026-04-10T11:46:06.547" v="767" actId="207"/>
          <ac:spMkLst>
            <pc:docMk/>
            <pc:sldMk cId="2791448900" sldId="289"/>
            <ac:spMk id="29" creationId="{C4CD3C32-6829-AF59-52B9-74503BDDAF2D}"/>
          </ac:spMkLst>
        </pc:spChg>
        <pc:spChg chg="mod">
          <ac:chgData name="Nirmit Shah" userId="19542b5f-727d-48fc-a6e5-31748f5f223f" providerId="ADAL" clId="{6E744BBD-6A1F-4C63-AAA4-E23759909C2A}" dt="2026-04-10T11:44:50.441" v="738" actId="20577"/>
          <ac:spMkLst>
            <pc:docMk/>
            <pc:sldMk cId="2791448900" sldId="289"/>
            <ac:spMk id="30" creationId="{EC608F3E-61A5-5AFD-B013-F71C47457B59}"/>
          </ac:spMkLst>
        </pc:spChg>
      </pc:sldChg>
      <pc:sldChg chg="addSp delSp modSp add mod ord">
        <pc:chgData name="Nirmit Shah" userId="19542b5f-727d-48fc-a6e5-31748f5f223f" providerId="ADAL" clId="{6E744BBD-6A1F-4C63-AAA4-E23759909C2A}" dt="2026-04-13T04:49:52.189" v="1489" actId="114"/>
        <pc:sldMkLst>
          <pc:docMk/>
          <pc:sldMk cId="3279016632" sldId="290"/>
        </pc:sldMkLst>
        <pc:spChg chg="del mod">
          <ac:chgData name="Nirmit Shah" userId="19542b5f-727d-48fc-a6e5-31748f5f223f" providerId="ADAL" clId="{6E744BBD-6A1F-4C63-AAA4-E23759909C2A}" dt="2026-04-13T03:58:09.149" v="908" actId="478"/>
          <ac:spMkLst>
            <pc:docMk/>
            <pc:sldMk cId="3279016632" sldId="290"/>
            <ac:spMk id="3" creationId="{97B806FC-7AFB-5C2C-E306-14628E9EB50B}"/>
          </ac:spMkLst>
        </pc:spChg>
        <pc:spChg chg="del">
          <ac:chgData name="Nirmit Shah" userId="19542b5f-727d-48fc-a6e5-31748f5f223f" providerId="ADAL" clId="{6E744BBD-6A1F-4C63-AAA4-E23759909C2A}" dt="2026-04-13T03:58:09.149" v="908" actId="478"/>
          <ac:spMkLst>
            <pc:docMk/>
            <pc:sldMk cId="3279016632" sldId="290"/>
            <ac:spMk id="4" creationId="{CED24C86-454C-F0D4-9E5F-231DDAD95514}"/>
          </ac:spMkLst>
        </pc:spChg>
        <pc:spChg chg="del">
          <ac:chgData name="Nirmit Shah" userId="19542b5f-727d-48fc-a6e5-31748f5f223f" providerId="ADAL" clId="{6E744BBD-6A1F-4C63-AAA4-E23759909C2A}" dt="2026-04-13T03:58:09.149" v="908" actId="478"/>
          <ac:spMkLst>
            <pc:docMk/>
            <pc:sldMk cId="3279016632" sldId="290"/>
            <ac:spMk id="5" creationId="{B0A1C7AC-F072-77E8-BE5B-96563BC13D38}"/>
          </ac:spMkLst>
        </pc:spChg>
        <pc:spChg chg="del">
          <ac:chgData name="Nirmit Shah" userId="19542b5f-727d-48fc-a6e5-31748f5f223f" providerId="ADAL" clId="{6E744BBD-6A1F-4C63-AAA4-E23759909C2A}" dt="2026-04-13T03:58:09.149" v="908" actId="478"/>
          <ac:spMkLst>
            <pc:docMk/>
            <pc:sldMk cId="3279016632" sldId="290"/>
            <ac:spMk id="6" creationId="{1046C804-BDF0-D779-BFA2-CDEF60D8D34F}"/>
          </ac:spMkLst>
        </pc:spChg>
        <pc:spChg chg="del">
          <ac:chgData name="Nirmit Shah" userId="19542b5f-727d-48fc-a6e5-31748f5f223f" providerId="ADAL" clId="{6E744BBD-6A1F-4C63-AAA4-E23759909C2A}" dt="2026-04-13T03:58:09.149" v="908" actId="478"/>
          <ac:spMkLst>
            <pc:docMk/>
            <pc:sldMk cId="3279016632" sldId="290"/>
            <ac:spMk id="7" creationId="{8CB4C4C8-D410-24B9-C47F-78742AD212C4}"/>
          </ac:spMkLst>
        </pc:spChg>
        <pc:spChg chg="del">
          <ac:chgData name="Nirmit Shah" userId="19542b5f-727d-48fc-a6e5-31748f5f223f" providerId="ADAL" clId="{6E744BBD-6A1F-4C63-AAA4-E23759909C2A}" dt="2026-04-13T03:58:09.149" v="908" actId="478"/>
          <ac:spMkLst>
            <pc:docMk/>
            <pc:sldMk cId="3279016632" sldId="290"/>
            <ac:spMk id="8" creationId="{5D2457C5-F003-4FB8-DEC3-953FE672C0DB}"/>
          </ac:spMkLst>
        </pc:spChg>
        <pc:spChg chg="del">
          <ac:chgData name="Nirmit Shah" userId="19542b5f-727d-48fc-a6e5-31748f5f223f" providerId="ADAL" clId="{6E744BBD-6A1F-4C63-AAA4-E23759909C2A}" dt="2026-04-13T03:58:09.149" v="908" actId="478"/>
          <ac:spMkLst>
            <pc:docMk/>
            <pc:sldMk cId="3279016632" sldId="290"/>
            <ac:spMk id="9" creationId="{52F1B881-3BF9-7273-AD48-F90872D85D12}"/>
          </ac:spMkLst>
        </pc:spChg>
        <pc:spChg chg="del">
          <ac:chgData name="Nirmit Shah" userId="19542b5f-727d-48fc-a6e5-31748f5f223f" providerId="ADAL" clId="{6E744BBD-6A1F-4C63-AAA4-E23759909C2A}" dt="2026-04-13T03:58:09.149" v="908" actId="478"/>
          <ac:spMkLst>
            <pc:docMk/>
            <pc:sldMk cId="3279016632" sldId="290"/>
            <ac:spMk id="10" creationId="{C8D6A1BB-4A64-4631-F607-B8C2FB9EFC9C}"/>
          </ac:spMkLst>
        </pc:spChg>
        <pc:spChg chg="del">
          <ac:chgData name="Nirmit Shah" userId="19542b5f-727d-48fc-a6e5-31748f5f223f" providerId="ADAL" clId="{6E744BBD-6A1F-4C63-AAA4-E23759909C2A}" dt="2026-04-13T03:58:09.149" v="908" actId="478"/>
          <ac:spMkLst>
            <pc:docMk/>
            <pc:sldMk cId="3279016632" sldId="290"/>
            <ac:spMk id="11" creationId="{735D2E17-DE9A-F4EA-FC99-DB1D48929776}"/>
          </ac:spMkLst>
        </pc:spChg>
        <pc:spChg chg="add mod">
          <ac:chgData name="Nirmit Shah" userId="19542b5f-727d-48fc-a6e5-31748f5f223f" providerId="ADAL" clId="{6E744BBD-6A1F-4C63-AAA4-E23759909C2A}" dt="2026-04-13T04:49:22.806" v="1487" actId="1076"/>
          <ac:spMkLst>
            <pc:docMk/>
            <pc:sldMk cId="3279016632" sldId="290"/>
            <ac:spMk id="12" creationId="{47D51AA5-C088-338B-B894-F3B3F84673C3}"/>
          </ac:spMkLst>
        </pc:spChg>
        <pc:spChg chg="add mod">
          <ac:chgData name="Nirmit Shah" userId="19542b5f-727d-48fc-a6e5-31748f5f223f" providerId="ADAL" clId="{6E744BBD-6A1F-4C63-AAA4-E23759909C2A}" dt="2026-04-13T04:26:47.939" v="1355" actId="1076"/>
          <ac:spMkLst>
            <pc:docMk/>
            <pc:sldMk cId="3279016632" sldId="290"/>
            <ac:spMk id="13" creationId="{80157BEB-DCC1-B914-EEA3-6E31C951AF82}"/>
          </ac:spMkLst>
        </pc:spChg>
        <pc:spChg chg="add mod">
          <ac:chgData name="Nirmit Shah" userId="19542b5f-727d-48fc-a6e5-31748f5f223f" providerId="ADAL" clId="{6E744BBD-6A1F-4C63-AAA4-E23759909C2A}" dt="2026-04-13T04:49:52.189" v="1489" actId="114"/>
          <ac:spMkLst>
            <pc:docMk/>
            <pc:sldMk cId="3279016632" sldId="290"/>
            <ac:spMk id="14" creationId="{9AA5648D-3544-657F-82A4-2901B3154C53}"/>
          </ac:spMkLst>
        </pc:spChg>
      </pc:sldChg>
      <pc:sldChg chg="addSp delSp modSp add del mod modShow">
        <pc:chgData name="Nirmit Shah" userId="19542b5f-727d-48fc-a6e5-31748f5f223f" providerId="ADAL" clId="{6E744BBD-6A1F-4C63-AAA4-E23759909C2A}" dt="2026-04-13T04:30:56.337" v="1384" actId="47"/>
        <pc:sldMkLst>
          <pc:docMk/>
          <pc:sldMk cId="2081598958" sldId="291"/>
        </pc:sldMkLst>
        <pc:spChg chg="del">
          <ac:chgData name="Nirmit Shah" userId="19542b5f-727d-48fc-a6e5-31748f5f223f" providerId="ADAL" clId="{6E744BBD-6A1F-4C63-AAA4-E23759909C2A}" dt="2026-04-13T04:23:15.271" v="1323" actId="478"/>
          <ac:spMkLst>
            <pc:docMk/>
            <pc:sldMk cId="2081598958" sldId="291"/>
            <ac:spMk id="2" creationId="{C23C9D9A-90ED-361D-1DE3-F6A91702331A}"/>
          </ac:spMkLst>
        </pc:spChg>
        <pc:spChg chg="del">
          <ac:chgData name="Nirmit Shah" userId="19542b5f-727d-48fc-a6e5-31748f5f223f" providerId="ADAL" clId="{6E744BBD-6A1F-4C63-AAA4-E23759909C2A}" dt="2026-04-13T04:23:15.271" v="1323" actId="478"/>
          <ac:spMkLst>
            <pc:docMk/>
            <pc:sldMk cId="2081598958" sldId="291"/>
            <ac:spMk id="3" creationId="{72F60D88-F077-6EC2-E480-328E5F11C67D}"/>
          </ac:spMkLst>
        </pc:spChg>
        <pc:spChg chg="del">
          <ac:chgData name="Nirmit Shah" userId="19542b5f-727d-48fc-a6e5-31748f5f223f" providerId="ADAL" clId="{6E744BBD-6A1F-4C63-AAA4-E23759909C2A}" dt="2026-04-13T04:23:15.271" v="1323" actId="478"/>
          <ac:spMkLst>
            <pc:docMk/>
            <pc:sldMk cId="2081598958" sldId="291"/>
            <ac:spMk id="4" creationId="{BFA90D64-B1DA-C5E7-D713-4BA2CBCCA96D}"/>
          </ac:spMkLst>
        </pc:spChg>
        <pc:spChg chg="del">
          <ac:chgData name="Nirmit Shah" userId="19542b5f-727d-48fc-a6e5-31748f5f223f" providerId="ADAL" clId="{6E744BBD-6A1F-4C63-AAA4-E23759909C2A}" dt="2026-04-13T04:23:15.271" v="1323" actId="478"/>
          <ac:spMkLst>
            <pc:docMk/>
            <pc:sldMk cId="2081598958" sldId="291"/>
            <ac:spMk id="5" creationId="{09122882-8C72-5276-913E-ED71D72FAF33}"/>
          </ac:spMkLst>
        </pc:spChg>
        <pc:spChg chg="del">
          <ac:chgData name="Nirmit Shah" userId="19542b5f-727d-48fc-a6e5-31748f5f223f" providerId="ADAL" clId="{6E744BBD-6A1F-4C63-AAA4-E23759909C2A}" dt="2026-04-13T04:23:15.271" v="1323" actId="478"/>
          <ac:spMkLst>
            <pc:docMk/>
            <pc:sldMk cId="2081598958" sldId="291"/>
            <ac:spMk id="6" creationId="{DB8605BC-B0E0-EB5C-5B02-BFDF9122B930}"/>
          </ac:spMkLst>
        </pc:spChg>
        <pc:spChg chg="add mod">
          <ac:chgData name="Nirmit Shah" userId="19542b5f-727d-48fc-a6e5-31748f5f223f" providerId="ADAL" clId="{6E744BBD-6A1F-4C63-AAA4-E23759909C2A}" dt="2026-04-13T04:26:07.228" v="1350" actId="1076"/>
          <ac:spMkLst>
            <pc:docMk/>
            <pc:sldMk cId="2081598958" sldId="291"/>
            <ac:spMk id="7" creationId="{1DFDD935-FAEC-3714-756F-1FF338D5F0C4}"/>
          </ac:spMkLst>
        </pc:spChg>
        <pc:spChg chg="del">
          <ac:chgData name="Nirmit Shah" userId="19542b5f-727d-48fc-a6e5-31748f5f223f" providerId="ADAL" clId="{6E744BBD-6A1F-4C63-AAA4-E23759909C2A}" dt="2026-04-13T04:23:47.599" v="1325" actId="478"/>
          <ac:spMkLst>
            <pc:docMk/>
            <pc:sldMk cId="2081598958" sldId="291"/>
            <ac:spMk id="8" creationId="{78E7D5E5-A9E2-3202-5200-C248B674D036}"/>
          </ac:spMkLst>
        </pc:spChg>
        <pc:spChg chg="add mod">
          <ac:chgData name="Nirmit Shah" userId="19542b5f-727d-48fc-a6e5-31748f5f223f" providerId="ADAL" clId="{6E744BBD-6A1F-4C63-AAA4-E23759909C2A}" dt="2026-04-13T04:24:05.865" v="1327" actId="164"/>
          <ac:spMkLst>
            <pc:docMk/>
            <pc:sldMk cId="2081598958" sldId="291"/>
            <ac:spMk id="15" creationId="{2C4AFB20-7065-339A-7DF1-1A5E942C7EA7}"/>
          </ac:spMkLst>
        </pc:spChg>
        <pc:spChg chg="add mod">
          <ac:chgData name="Nirmit Shah" userId="19542b5f-727d-48fc-a6e5-31748f5f223f" providerId="ADAL" clId="{6E744BBD-6A1F-4C63-AAA4-E23759909C2A}" dt="2026-04-13T04:25:12.247" v="1338" actId="20577"/>
          <ac:spMkLst>
            <pc:docMk/>
            <pc:sldMk cId="2081598958" sldId="291"/>
            <ac:spMk id="20" creationId="{0C0D036A-D7D6-CD52-1A06-7EF4AC8CDF73}"/>
          </ac:spMkLst>
        </pc:spChg>
        <pc:spChg chg="add mod">
          <ac:chgData name="Nirmit Shah" userId="19542b5f-727d-48fc-a6e5-31748f5f223f" providerId="ADAL" clId="{6E744BBD-6A1F-4C63-AAA4-E23759909C2A}" dt="2026-04-13T04:24:05.865" v="1327" actId="164"/>
          <ac:spMkLst>
            <pc:docMk/>
            <pc:sldMk cId="2081598958" sldId="291"/>
            <ac:spMk id="37" creationId="{36E4C325-1397-0ADD-79A0-5E28E5F5B4A8}"/>
          </ac:spMkLst>
        </pc:spChg>
        <pc:spChg chg="add mod">
          <ac:chgData name="Nirmit Shah" userId="19542b5f-727d-48fc-a6e5-31748f5f223f" providerId="ADAL" clId="{6E744BBD-6A1F-4C63-AAA4-E23759909C2A}" dt="2026-04-13T04:24:05.865" v="1327" actId="164"/>
          <ac:spMkLst>
            <pc:docMk/>
            <pc:sldMk cId="2081598958" sldId="291"/>
            <ac:spMk id="40" creationId="{A05E2A17-E03F-81F1-EE73-7A5FE670A9F6}"/>
          </ac:spMkLst>
        </pc:spChg>
        <pc:spChg chg="add mod">
          <ac:chgData name="Nirmit Shah" userId="19542b5f-727d-48fc-a6e5-31748f5f223f" providerId="ADAL" clId="{6E744BBD-6A1F-4C63-AAA4-E23759909C2A}" dt="2026-04-13T04:24:05.865" v="1327" actId="164"/>
          <ac:spMkLst>
            <pc:docMk/>
            <pc:sldMk cId="2081598958" sldId="291"/>
            <ac:spMk id="44" creationId="{7E7CF576-4ADA-E41D-FCAA-955A131DB23E}"/>
          </ac:spMkLst>
        </pc:spChg>
        <pc:spChg chg="add mod">
          <ac:chgData name="Nirmit Shah" userId="19542b5f-727d-48fc-a6e5-31748f5f223f" providerId="ADAL" clId="{6E744BBD-6A1F-4C63-AAA4-E23759909C2A}" dt="2026-04-13T04:24:05.865" v="1327" actId="164"/>
          <ac:spMkLst>
            <pc:docMk/>
            <pc:sldMk cId="2081598958" sldId="291"/>
            <ac:spMk id="49" creationId="{A01D1BD4-4744-DC55-01AE-BE245F2819BA}"/>
          </ac:spMkLst>
        </pc:spChg>
        <pc:spChg chg="add mod">
          <ac:chgData name="Nirmit Shah" userId="19542b5f-727d-48fc-a6e5-31748f5f223f" providerId="ADAL" clId="{6E744BBD-6A1F-4C63-AAA4-E23759909C2A}" dt="2026-04-13T04:24:05.865" v="1327" actId="164"/>
          <ac:spMkLst>
            <pc:docMk/>
            <pc:sldMk cId="2081598958" sldId="291"/>
            <ac:spMk id="62" creationId="{53745F28-3116-A142-D035-D9637BE66458}"/>
          </ac:spMkLst>
        </pc:spChg>
        <pc:spChg chg="add mod">
          <ac:chgData name="Nirmit Shah" userId="19542b5f-727d-48fc-a6e5-31748f5f223f" providerId="ADAL" clId="{6E744BBD-6A1F-4C63-AAA4-E23759909C2A}" dt="2026-04-13T04:24:05.865" v="1327" actId="164"/>
          <ac:spMkLst>
            <pc:docMk/>
            <pc:sldMk cId="2081598958" sldId="291"/>
            <ac:spMk id="63" creationId="{EF5A5435-8405-3A99-95E7-E5DF6EA1083B}"/>
          </ac:spMkLst>
        </pc:spChg>
        <pc:spChg chg="mod">
          <ac:chgData name="Nirmit Shah" userId="19542b5f-727d-48fc-a6e5-31748f5f223f" providerId="ADAL" clId="{6E744BBD-6A1F-4C63-AAA4-E23759909C2A}" dt="2026-04-13T04:24:05.865" v="1327" actId="164"/>
          <ac:spMkLst>
            <pc:docMk/>
            <pc:sldMk cId="2081598958" sldId="291"/>
            <ac:spMk id="64" creationId="{22F98EE0-4C44-0C66-9844-981CBF48B5A9}"/>
          </ac:spMkLst>
        </pc:spChg>
        <pc:spChg chg="add mod">
          <ac:chgData name="Nirmit Shah" userId="19542b5f-727d-48fc-a6e5-31748f5f223f" providerId="ADAL" clId="{6E744BBD-6A1F-4C63-AAA4-E23759909C2A}" dt="2026-04-13T04:24:05.865" v="1327" actId="164"/>
          <ac:spMkLst>
            <pc:docMk/>
            <pc:sldMk cId="2081598958" sldId="291"/>
            <ac:spMk id="68" creationId="{85D40A3C-8B7A-DFA3-8EBF-BF53549707AD}"/>
          </ac:spMkLst>
        </pc:spChg>
        <pc:spChg chg="mod">
          <ac:chgData name="Nirmit Shah" userId="19542b5f-727d-48fc-a6e5-31748f5f223f" providerId="ADAL" clId="{6E744BBD-6A1F-4C63-AAA4-E23759909C2A}" dt="2026-04-13T04:24:30.248" v="1335" actId="403"/>
          <ac:spMkLst>
            <pc:docMk/>
            <pc:sldMk cId="2081598958" sldId="291"/>
            <ac:spMk id="69" creationId="{26DD2F93-02B4-5589-DA99-BB0F8D257EE7}"/>
          </ac:spMkLst>
        </pc:spChg>
        <pc:spChg chg="add mod">
          <ac:chgData name="Nirmit Shah" userId="19542b5f-727d-48fc-a6e5-31748f5f223f" providerId="ADAL" clId="{6E744BBD-6A1F-4C63-AAA4-E23759909C2A}" dt="2026-04-13T04:25:03.496" v="1336"/>
          <ac:spMkLst>
            <pc:docMk/>
            <pc:sldMk cId="2081598958" sldId="291"/>
            <ac:spMk id="77" creationId="{4D782A69-C4F0-3BFB-C2A4-CC1E2A55F949}"/>
          </ac:spMkLst>
        </pc:spChg>
        <pc:spChg chg="add mod">
          <ac:chgData name="Nirmit Shah" userId="19542b5f-727d-48fc-a6e5-31748f5f223f" providerId="ADAL" clId="{6E744BBD-6A1F-4C63-AAA4-E23759909C2A}" dt="2026-04-13T04:25:03.496" v="1336"/>
          <ac:spMkLst>
            <pc:docMk/>
            <pc:sldMk cId="2081598958" sldId="291"/>
            <ac:spMk id="89" creationId="{6215DE65-F29B-5649-4A79-949DE08BBCFE}"/>
          </ac:spMkLst>
        </pc:spChg>
        <pc:spChg chg="add mod">
          <ac:chgData name="Nirmit Shah" userId="19542b5f-727d-48fc-a6e5-31748f5f223f" providerId="ADAL" clId="{6E744BBD-6A1F-4C63-AAA4-E23759909C2A}" dt="2026-04-13T04:25:03.496" v="1336"/>
          <ac:spMkLst>
            <pc:docMk/>
            <pc:sldMk cId="2081598958" sldId="291"/>
            <ac:spMk id="92" creationId="{0F2C2869-0CEF-F81E-DCE9-CE1101D88C39}"/>
          </ac:spMkLst>
        </pc:spChg>
        <pc:spChg chg="add mod">
          <ac:chgData name="Nirmit Shah" userId="19542b5f-727d-48fc-a6e5-31748f5f223f" providerId="ADAL" clId="{6E744BBD-6A1F-4C63-AAA4-E23759909C2A}" dt="2026-04-13T04:25:03.496" v="1336"/>
          <ac:spMkLst>
            <pc:docMk/>
            <pc:sldMk cId="2081598958" sldId="291"/>
            <ac:spMk id="96" creationId="{8537A6D6-749D-E454-B8B4-BD5C94A2830F}"/>
          </ac:spMkLst>
        </pc:spChg>
        <pc:spChg chg="add mod">
          <ac:chgData name="Nirmit Shah" userId="19542b5f-727d-48fc-a6e5-31748f5f223f" providerId="ADAL" clId="{6E744BBD-6A1F-4C63-AAA4-E23759909C2A}" dt="2026-04-13T04:25:03.496" v="1336"/>
          <ac:spMkLst>
            <pc:docMk/>
            <pc:sldMk cId="2081598958" sldId="291"/>
            <ac:spMk id="99" creationId="{8B05AFAF-F7D1-6D9A-EAD1-D3564A4836C6}"/>
          </ac:spMkLst>
        </pc:spChg>
        <pc:spChg chg="add mod">
          <ac:chgData name="Nirmit Shah" userId="19542b5f-727d-48fc-a6e5-31748f5f223f" providerId="ADAL" clId="{6E744BBD-6A1F-4C63-AAA4-E23759909C2A}" dt="2026-04-13T04:25:03.496" v="1336"/>
          <ac:spMkLst>
            <pc:docMk/>
            <pc:sldMk cId="2081598958" sldId="291"/>
            <ac:spMk id="110" creationId="{6B32DDA9-C285-D0C7-B07E-4512E7530EEE}"/>
          </ac:spMkLst>
        </pc:spChg>
        <pc:spChg chg="add mod">
          <ac:chgData name="Nirmit Shah" userId="19542b5f-727d-48fc-a6e5-31748f5f223f" providerId="ADAL" clId="{6E744BBD-6A1F-4C63-AAA4-E23759909C2A}" dt="2026-04-13T04:25:03.496" v="1336"/>
          <ac:spMkLst>
            <pc:docMk/>
            <pc:sldMk cId="2081598958" sldId="291"/>
            <ac:spMk id="111" creationId="{DD3FB7EB-CDE3-1E47-303E-EB7468055025}"/>
          </ac:spMkLst>
        </pc:spChg>
        <pc:spChg chg="add mod">
          <ac:chgData name="Nirmit Shah" userId="19542b5f-727d-48fc-a6e5-31748f5f223f" providerId="ADAL" clId="{6E744BBD-6A1F-4C63-AAA4-E23759909C2A}" dt="2026-04-13T04:25:03.496" v="1336"/>
          <ac:spMkLst>
            <pc:docMk/>
            <pc:sldMk cId="2081598958" sldId="291"/>
            <ac:spMk id="131" creationId="{D11410D2-CD1A-5BEC-4742-B10594F90BAC}"/>
          </ac:spMkLst>
        </pc:spChg>
        <pc:spChg chg="add mod">
          <ac:chgData name="Nirmit Shah" userId="19542b5f-727d-48fc-a6e5-31748f5f223f" providerId="ADAL" clId="{6E744BBD-6A1F-4C63-AAA4-E23759909C2A}" dt="2026-04-13T04:25:03.496" v="1336"/>
          <ac:spMkLst>
            <pc:docMk/>
            <pc:sldMk cId="2081598958" sldId="291"/>
            <ac:spMk id="137" creationId="{8E7D4002-F80A-3F26-6B69-50F073522D59}"/>
          </ac:spMkLst>
        </pc:spChg>
        <pc:spChg chg="add mod">
          <ac:chgData name="Nirmit Shah" userId="19542b5f-727d-48fc-a6e5-31748f5f223f" providerId="ADAL" clId="{6E744BBD-6A1F-4C63-AAA4-E23759909C2A}" dt="2026-04-13T04:25:03.496" v="1336"/>
          <ac:spMkLst>
            <pc:docMk/>
            <pc:sldMk cId="2081598958" sldId="291"/>
            <ac:spMk id="140" creationId="{BCB771E9-45AC-053E-2F67-E5D43D2EF0B0}"/>
          </ac:spMkLst>
        </pc:spChg>
      </pc:sldChg>
      <pc:sldChg chg="addSp delSp modSp new mod">
        <pc:chgData name="Nirmit Shah" userId="19542b5f-727d-48fc-a6e5-31748f5f223f" providerId="ADAL" clId="{6E744BBD-6A1F-4C63-AAA4-E23759909C2A}" dt="2026-04-13T09:16:56.861" v="1493" actId="208"/>
        <pc:sldMkLst>
          <pc:docMk/>
          <pc:sldMk cId="44324541" sldId="292"/>
        </pc:sldMkLst>
        <pc:spChg chg="mod">
          <ac:chgData name="Nirmit Shah" userId="19542b5f-727d-48fc-a6e5-31748f5f223f" providerId="ADAL" clId="{6E744BBD-6A1F-4C63-AAA4-E23759909C2A}" dt="2026-04-13T04:27:15.343" v="1357"/>
          <ac:spMkLst>
            <pc:docMk/>
            <pc:sldMk cId="44324541" sldId="292"/>
            <ac:spMk id="8" creationId="{2259A3EE-7B41-C634-4372-3B2B1FDD5F2A}"/>
          </ac:spMkLst>
        </pc:spChg>
        <pc:spChg chg="mod">
          <ac:chgData name="Nirmit Shah" userId="19542b5f-727d-48fc-a6e5-31748f5f223f" providerId="ADAL" clId="{6E744BBD-6A1F-4C63-AAA4-E23759909C2A}" dt="2026-04-13T04:27:15.343" v="1357"/>
          <ac:spMkLst>
            <pc:docMk/>
            <pc:sldMk cId="44324541" sldId="292"/>
            <ac:spMk id="16" creationId="{AD416D94-FE22-09F7-79DD-F0B61672CBD8}"/>
          </ac:spMkLst>
        </pc:spChg>
        <pc:spChg chg="mod">
          <ac:chgData name="Nirmit Shah" userId="19542b5f-727d-48fc-a6e5-31748f5f223f" providerId="ADAL" clId="{6E744BBD-6A1F-4C63-AAA4-E23759909C2A}" dt="2026-04-13T04:27:15.343" v="1357"/>
          <ac:spMkLst>
            <pc:docMk/>
            <pc:sldMk cId="44324541" sldId="292"/>
            <ac:spMk id="40" creationId="{541A0E05-8C18-1197-A8A1-8245D01EF0A1}"/>
          </ac:spMkLst>
        </pc:spChg>
        <pc:spChg chg="mod">
          <ac:chgData name="Nirmit Shah" userId="19542b5f-727d-48fc-a6e5-31748f5f223f" providerId="ADAL" clId="{6E744BBD-6A1F-4C63-AAA4-E23759909C2A}" dt="2026-04-13T04:27:15.343" v="1357"/>
          <ac:spMkLst>
            <pc:docMk/>
            <pc:sldMk cId="44324541" sldId="292"/>
            <ac:spMk id="47" creationId="{BA698812-329F-B1D2-8DA5-728AB5EF10F1}"/>
          </ac:spMkLst>
        </pc:spChg>
        <pc:spChg chg="mod">
          <ac:chgData name="Nirmit Shah" userId="19542b5f-727d-48fc-a6e5-31748f5f223f" providerId="ADAL" clId="{6E744BBD-6A1F-4C63-AAA4-E23759909C2A}" dt="2026-04-13T04:27:15.343" v="1357"/>
          <ac:spMkLst>
            <pc:docMk/>
            <pc:sldMk cId="44324541" sldId="292"/>
            <ac:spMk id="48" creationId="{49216ED7-845F-7445-DEDB-1D111476EABE}"/>
          </ac:spMkLst>
        </pc:spChg>
        <pc:spChg chg="mod">
          <ac:chgData name="Nirmit Shah" userId="19542b5f-727d-48fc-a6e5-31748f5f223f" providerId="ADAL" clId="{6E744BBD-6A1F-4C63-AAA4-E23759909C2A}" dt="2026-04-13T04:27:15.343" v="1357"/>
          <ac:spMkLst>
            <pc:docMk/>
            <pc:sldMk cId="44324541" sldId="292"/>
            <ac:spMk id="51" creationId="{6A9D95AB-D062-FFF8-32C3-7ED2DFE96EDC}"/>
          </ac:spMkLst>
        </pc:spChg>
        <pc:spChg chg="mod">
          <ac:chgData name="Nirmit Shah" userId="19542b5f-727d-48fc-a6e5-31748f5f223f" providerId="ADAL" clId="{6E744BBD-6A1F-4C63-AAA4-E23759909C2A}" dt="2026-04-13T04:27:15.343" v="1357"/>
          <ac:spMkLst>
            <pc:docMk/>
            <pc:sldMk cId="44324541" sldId="292"/>
            <ac:spMk id="54" creationId="{DE4B1483-6375-4E9F-F9C2-F2CC082EF913}"/>
          </ac:spMkLst>
        </pc:spChg>
        <pc:spChg chg="mod">
          <ac:chgData name="Nirmit Shah" userId="19542b5f-727d-48fc-a6e5-31748f5f223f" providerId="ADAL" clId="{6E744BBD-6A1F-4C63-AAA4-E23759909C2A}" dt="2026-04-13T04:27:15.343" v="1357"/>
          <ac:spMkLst>
            <pc:docMk/>
            <pc:sldMk cId="44324541" sldId="292"/>
            <ac:spMk id="56" creationId="{968518DD-5CC8-308D-66A3-7F9DECCC803D}"/>
          </ac:spMkLst>
        </pc:spChg>
        <pc:spChg chg="mod">
          <ac:chgData name="Nirmit Shah" userId="19542b5f-727d-48fc-a6e5-31748f5f223f" providerId="ADAL" clId="{6E744BBD-6A1F-4C63-AAA4-E23759909C2A}" dt="2026-04-13T04:27:15.343" v="1357"/>
          <ac:spMkLst>
            <pc:docMk/>
            <pc:sldMk cId="44324541" sldId="292"/>
            <ac:spMk id="58" creationId="{1FC3550F-A46A-2821-3A98-AB4EB7A62233}"/>
          </ac:spMkLst>
        </pc:spChg>
        <pc:spChg chg="mod">
          <ac:chgData name="Nirmit Shah" userId="19542b5f-727d-48fc-a6e5-31748f5f223f" providerId="ADAL" clId="{6E744BBD-6A1F-4C63-AAA4-E23759909C2A}" dt="2026-04-13T04:27:15.343" v="1357"/>
          <ac:spMkLst>
            <pc:docMk/>
            <pc:sldMk cId="44324541" sldId="292"/>
            <ac:spMk id="64" creationId="{6C70C51F-7D77-4820-9191-0687F181FC2A}"/>
          </ac:spMkLst>
        </pc:spChg>
        <pc:spChg chg="mod">
          <ac:chgData name="Nirmit Shah" userId="19542b5f-727d-48fc-a6e5-31748f5f223f" providerId="ADAL" clId="{6E744BBD-6A1F-4C63-AAA4-E23759909C2A}" dt="2026-04-13T04:38:26.125" v="1483" actId="1076"/>
          <ac:spMkLst>
            <pc:docMk/>
            <pc:sldMk cId="44324541" sldId="292"/>
            <ac:spMk id="67" creationId="{696C9B4A-B218-E54A-E1AD-F70BA39F9E39}"/>
          </ac:spMkLst>
        </pc:spChg>
        <pc:spChg chg="mod">
          <ac:chgData name="Nirmit Shah" userId="19542b5f-727d-48fc-a6e5-31748f5f223f" providerId="ADAL" clId="{6E744BBD-6A1F-4C63-AAA4-E23759909C2A}" dt="2026-04-13T09:16:56.861" v="1493" actId="208"/>
          <ac:spMkLst>
            <pc:docMk/>
            <pc:sldMk cId="44324541" sldId="292"/>
            <ac:spMk id="69" creationId="{B979084C-9DF6-065C-BF45-8F81ABE13FE1}"/>
          </ac:spMkLst>
        </pc:spChg>
        <pc:spChg chg="mod">
          <ac:chgData name="Nirmit Shah" userId="19542b5f-727d-48fc-a6e5-31748f5f223f" providerId="ADAL" clId="{6E744BBD-6A1F-4C63-AAA4-E23759909C2A}" dt="2026-04-13T04:38:36.474" v="1484" actId="2711"/>
          <ac:spMkLst>
            <pc:docMk/>
            <pc:sldMk cId="44324541" sldId="292"/>
            <ac:spMk id="76" creationId="{48ABE755-D41B-80D4-989D-C524D0A0E9AC}"/>
          </ac:spMkLst>
        </pc:spChg>
        <pc:spChg chg="mod">
          <ac:chgData name="Nirmit Shah" userId="19542b5f-727d-48fc-a6e5-31748f5f223f" providerId="ADAL" clId="{6E744BBD-6A1F-4C63-AAA4-E23759909C2A}" dt="2026-04-13T04:38:36.474" v="1484" actId="2711"/>
          <ac:spMkLst>
            <pc:docMk/>
            <pc:sldMk cId="44324541" sldId="292"/>
            <ac:spMk id="79" creationId="{42527338-786A-4342-E33A-37DD0CB6387A}"/>
          </ac:spMkLst>
        </pc:spChg>
        <pc:spChg chg="mod">
          <ac:chgData name="Nirmit Shah" userId="19542b5f-727d-48fc-a6e5-31748f5f223f" providerId="ADAL" clId="{6E744BBD-6A1F-4C63-AAA4-E23759909C2A}" dt="2026-04-13T04:38:36.474" v="1484" actId="2711"/>
          <ac:spMkLst>
            <pc:docMk/>
            <pc:sldMk cId="44324541" sldId="292"/>
            <ac:spMk id="83" creationId="{605106BC-967A-E729-6328-B07AA0DA6DC4}"/>
          </ac:spMkLst>
        </pc:spChg>
        <pc:spChg chg="mod">
          <ac:chgData name="Nirmit Shah" userId="19542b5f-727d-48fc-a6e5-31748f5f223f" providerId="ADAL" clId="{6E744BBD-6A1F-4C63-AAA4-E23759909C2A}" dt="2026-04-13T04:38:36.474" v="1484" actId="2711"/>
          <ac:spMkLst>
            <pc:docMk/>
            <pc:sldMk cId="44324541" sldId="292"/>
            <ac:spMk id="84" creationId="{B9F4A735-60D5-1D62-DB59-20262C6578D4}"/>
          </ac:spMkLst>
        </pc:spChg>
        <pc:spChg chg="mod">
          <ac:chgData name="Nirmit Shah" userId="19542b5f-727d-48fc-a6e5-31748f5f223f" providerId="ADAL" clId="{6E744BBD-6A1F-4C63-AAA4-E23759909C2A}" dt="2026-04-13T04:38:36.474" v="1484" actId="2711"/>
          <ac:spMkLst>
            <pc:docMk/>
            <pc:sldMk cId="44324541" sldId="292"/>
            <ac:spMk id="88" creationId="{B5C10CBA-DF93-E9BB-16E5-4FC350678E4C}"/>
          </ac:spMkLst>
        </pc:spChg>
        <pc:spChg chg="mod">
          <ac:chgData name="Nirmit Shah" userId="19542b5f-727d-48fc-a6e5-31748f5f223f" providerId="ADAL" clId="{6E744BBD-6A1F-4C63-AAA4-E23759909C2A}" dt="2026-04-13T04:38:36.474" v="1484" actId="2711"/>
          <ac:spMkLst>
            <pc:docMk/>
            <pc:sldMk cId="44324541" sldId="292"/>
            <ac:spMk id="95" creationId="{163A06FC-A476-218A-8349-937C2C4638E1}"/>
          </ac:spMkLst>
        </pc:spChg>
        <pc:spChg chg="mod">
          <ac:chgData name="Nirmit Shah" userId="19542b5f-727d-48fc-a6e5-31748f5f223f" providerId="ADAL" clId="{6E744BBD-6A1F-4C63-AAA4-E23759909C2A}" dt="2026-04-13T04:38:36.474" v="1484" actId="2711"/>
          <ac:spMkLst>
            <pc:docMk/>
            <pc:sldMk cId="44324541" sldId="292"/>
            <ac:spMk id="100" creationId="{988E16FB-9807-7B52-762F-427E593A2504}"/>
          </ac:spMkLst>
        </pc:spChg>
        <pc:spChg chg="mod">
          <ac:chgData name="Nirmit Shah" userId="19542b5f-727d-48fc-a6e5-31748f5f223f" providerId="ADAL" clId="{6E744BBD-6A1F-4C63-AAA4-E23759909C2A}" dt="2026-04-13T04:38:36.474" v="1484" actId="2711"/>
          <ac:spMkLst>
            <pc:docMk/>
            <pc:sldMk cId="44324541" sldId="292"/>
            <ac:spMk id="106" creationId="{BD56FB11-311A-98E0-AC88-446AE5227CE4}"/>
          </ac:spMkLst>
        </pc:spChg>
        <pc:spChg chg="mod">
          <ac:chgData name="Nirmit Shah" userId="19542b5f-727d-48fc-a6e5-31748f5f223f" providerId="ADAL" clId="{6E744BBD-6A1F-4C63-AAA4-E23759909C2A}" dt="2026-04-13T04:38:36.474" v="1484" actId="2711"/>
          <ac:spMkLst>
            <pc:docMk/>
            <pc:sldMk cId="44324541" sldId="292"/>
            <ac:spMk id="117" creationId="{453EE96B-2B99-BC63-A39C-CF4E1CAAD338}"/>
          </ac:spMkLst>
        </pc:spChg>
        <pc:spChg chg="mod">
          <ac:chgData name="Nirmit Shah" userId="19542b5f-727d-48fc-a6e5-31748f5f223f" providerId="ADAL" clId="{6E744BBD-6A1F-4C63-AAA4-E23759909C2A}" dt="2026-04-13T04:28:17.724" v="1367" actId="208"/>
          <ac:spMkLst>
            <pc:docMk/>
            <pc:sldMk cId="44324541" sldId="292"/>
            <ac:spMk id="130" creationId="{A1F6FA50-6D0D-6849-B05A-4B82BA2BE350}"/>
          </ac:spMkLst>
        </pc:spChg>
        <pc:spChg chg="mod">
          <ac:chgData name="Nirmit Shah" userId="19542b5f-727d-48fc-a6e5-31748f5f223f" providerId="ADAL" clId="{6E744BBD-6A1F-4C63-AAA4-E23759909C2A}" dt="2026-04-13T04:28:05.582" v="1363" actId="208"/>
          <ac:spMkLst>
            <pc:docMk/>
            <pc:sldMk cId="44324541" sldId="292"/>
            <ac:spMk id="131" creationId="{8095B5B4-4CBC-CB8F-E476-BBE72B32DFC3}"/>
          </ac:spMkLst>
        </pc:spChg>
        <pc:spChg chg="mod">
          <ac:chgData name="Nirmit Shah" userId="19542b5f-727d-48fc-a6e5-31748f5f223f" providerId="ADAL" clId="{6E744BBD-6A1F-4C63-AAA4-E23759909C2A}" dt="2026-04-13T04:28:46.274" v="1369" actId="403"/>
          <ac:spMkLst>
            <pc:docMk/>
            <pc:sldMk cId="44324541" sldId="292"/>
            <ac:spMk id="132" creationId="{EB639678-088F-240A-3945-F323884E01CB}"/>
          </ac:spMkLst>
        </pc:spChg>
        <pc:spChg chg="mod">
          <ac:chgData name="Nirmit Shah" userId="19542b5f-727d-48fc-a6e5-31748f5f223f" providerId="ADAL" clId="{6E744BBD-6A1F-4C63-AAA4-E23759909C2A}" dt="2026-04-13T04:29:14.340" v="1374" actId="207"/>
          <ac:spMkLst>
            <pc:docMk/>
            <pc:sldMk cId="44324541" sldId="292"/>
            <ac:spMk id="133" creationId="{D09B0EFA-1A11-2132-F0A1-5ECB5BF55F54}"/>
          </ac:spMkLst>
        </pc:spChg>
        <pc:grpChg chg="del">
          <ac:chgData name="Nirmit Shah" userId="19542b5f-727d-48fc-a6e5-31748f5f223f" providerId="ADAL" clId="{6E744BBD-6A1F-4C63-AAA4-E23759909C2A}" dt="2026-04-13T04:27:32.382" v="1358" actId="478"/>
          <ac:grpSpMkLst>
            <pc:docMk/>
            <pc:sldMk cId="44324541" sldId="292"/>
            <ac:grpSpMk id="2" creationId="{F4182ED8-03F7-8B4B-4E5A-AA3C01CF7571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737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21BCC-3816-91BA-701A-ED8FDF48F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A7877A-DEE6-5661-0765-059F5005B3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A8C2A5-05DA-3CCC-3158-6FA588993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5E4C8-E497-EAF0-664E-27666367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445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7959D-54C2-9590-26C0-E2A42B99E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889B21-A719-3258-3BF3-B8E9E55B0F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D2740D-89C4-B4D4-B379-D07386526F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B39AA-2E02-B4D5-6928-250B6B85DB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0356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5A2F6-ED79-7B36-394A-B66750796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06F950-A0C3-0558-4511-8BBB1F76EE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210661-95AC-F2CB-56F8-9AA7B76E0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07E2AB-D8D7-7E98-EFFF-01F8AF13D6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709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1E658-9C91-1CD8-5F46-9955D0BB0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2A5262-280D-5285-A2D3-4C4D511700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F3E5E9-4971-6F6B-6CDA-79A03EA64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E60A6-F87D-D5C8-1B7D-6B8D90B80C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8167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0CC8E-6793-E564-8DD6-6A00472D1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82895B-26FD-632C-DE56-1D9FD80E2C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36E144-0DAE-035B-8EB4-0D88ECFA96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B98F13-3D85-70B0-6433-85D2973B54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2565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1C28C-74E2-D604-E564-CDA02A781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BA962A-B5CB-4EE4-599F-465A0BEE52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E920AC-5770-0A27-01CC-2D4E5F89A9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23038A-96A2-32AE-7DD1-DFAAE6550A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8377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F8C5D-F64A-2AFF-6DBF-453B06861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1955BA-10DD-A258-B097-2E76755263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69829E-7E25-ED6B-35BE-B40BCD9F60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054D4-5870-EEF3-3D92-369E629372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8456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E9AF4-F035-D173-7490-BE23A67D3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F3D5A5-5A78-F345-19FA-AED6ED52EF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D8DFB9-9076-463E-4439-8967AEBE96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D65E21-DA6E-518C-0312-193E84277D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0582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E1BD0-B507-26E3-BFAE-AC5741A54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C7F1D7-599B-7A08-6888-42B10A52CF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0DDE7E-DCF5-36D0-FA46-231C7CFA3D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0B21B-E796-5D67-0E43-E1AFD28644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7027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09F84-1CA0-211C-23BB-0F196EA51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9C3F26-4059-853E-DB97-A8925EDDA6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1A531F-08FF-55DF-52A9-6DF362973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98D24-2660-B403-0445-11A7D91E4A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8408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A8D7-BE0A-773D-7894-B8955FC5B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D44073-9B45-40E3-AF83-D630B9F947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482A8E-3616-90D6-E99A-AB25120AA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455114-8628-2A15-97F1-8479F98055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5442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C955D-29C8-A208-6E7D-052EB81E7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2AEFB1-90C3-C8A7-06EB-7832722A46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56517D-584A-8355-45DE-4217E134C3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3C38E-E6DD-2379-85F7-8EEB60052B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9052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CF4CB4-8B64-4BEE-97B0-F60F6DD6E65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154988" y="4831080"/>
            <a:ext cx="820737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8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Tata Sons - 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review.eightfold.ai/wp-content/uploads/vodafone-calls-eightfold-skills-based-talent-strategy.pdf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imyprofession.com/case-studies/uniliver-uses-ai-for-hiring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rvicenow.com/now-on-now/accelerating-hr-services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etterworks.com/arcesium-case-study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egreed.com/experience/success-stories/ericsson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ynd.io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community.microsoft.com/blog/viva_insights_blog/improve-meeting-culture-and-quality-with-viva-insights/3873656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loat.com/resources/customer-stories-2/how-schneider-electric-increased-employee-retention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ightfold.ai/wp-content/uploads/Coca-Cola-Europacific-Partners-Addresses-Skills-Gaps-with-Enterprise-Talent-Intelligence-case-study.pdf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Gap%20Inc.%20deployed%20Textio's%20AI-powered%20language%20analysis%20across%20all%20job%20postings%20and%20performance%20feedback,%20removing%20biased%20language%20at%20scale.%20Textio's%20platform%20analyzes%20millions%20of%20documents%20to%20surface%20patterns%20invisible%20to%20human%20reviewers.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think/insights/embracing-future-of-hr-ai-first-enterprise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nbc.com/2019/04/03/ibm-ai-can-predict-with-95-percent-accuracy-which-employees-will-quit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BC7674-316C-1C55-82B3-FC6193833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4E63908-4684-DFC7-A9EC-EC4A902D006C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63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D51AA5-C088-338B-B894-F3B3F84673C3}"/>
              </a:ext>
            </a:extLst>
          </p:cNvPr>
          <p:cNvSpPr txBox="1"/>
          <p:nvPr/>
        </p:nvSpPr>
        <p:spPr>
          <a:xfrm>
            <a:off x="2480825" y="1177635"/>
            <a:ext cx="4182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Georgia" panose="02040502050405020303" pitchFamily="18" charset="0"/>
              </a:rPr>
              <a:t>AI in HR Practices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157BEB-DCC1-B914-EEA3-6E31C951AF82}"/>
              </a:ext>
            </a:extLst>
          </p:cNvPr>
          <p:cNvSpPr txBox="1"/>
          <p:nvPr/>
        </p:nvSpPr>
        <p:spPr>
          <a:xfrm>
            <a:off x="3789573" y="1820199"/>
            <a:ext cx="1564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CFA355"/>
                </a:solidFill>
                <a:latin typeface="Georgia" panose="02040502050405020303" pitchFamily="18" charset="0"/>
              </a:rPr>
              <a:t>Trend Report</a:t>
            </a:r>
            <a:endParaRPr lang="en-IN" dirty="0">
              <a:solidFill>
                <a:srgbClr val="CFA355"/>
              </a:solidFill>
              <a:latin typeface="Georgia" panose="02040502050405020303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A5648D-3544-657F-82A4-2901B3154C53}"/>
              </a:ext>
            </a:extLst>
          </p:cNvPr>
          <p:cNvSpPr txBox="1"/>
          <p:nvPr/>
        </p:nvSpPr>
        <p:spPr>
          <a:xfrm>
            <a:off x="2288359" y="3768439"/>
            <a:ext cx="4567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Why AI-native HR? </a:t>
            </a:r>
            <a:r>
              <a:rPr lang="en-US" i="1" dirty="0">
                <a:solidFill>
                  <a:srgbClr val="00B050"/>
                </a:solidFill>
                <a:latin typeface="Georgia" panose="02040502050405020303" pitchFamily="18" charset="0"/>
              </a:rPr>
              <a:t>The Intelligence Delta</a:t>
            </a:r>
            <a:endParaRPr lang="en-IN" i="1" dirty="0">
              <a:solidFill>
                <a:srgbClr val="00B050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016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63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shift is not speed, it is vision.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563624"/>
            <a:ext cx="3657600" cy="2377440"/>
          </a:xfrm>
          <a:prstGeom prst="rect">
            <a:avLst/>
          </a:prstGeom>
          <a:solidFill>
            <a:srgbClr val="FDEEE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731520" y="156362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B8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PRE-AI HR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892808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3B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problems after they happen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Coarse-grained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3B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employees as cohorts, not individuals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3B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function in its own data silo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563624"/>
            <a:ext cx="3657600" cy="2377440"/>
          </a:xfrm>
          <a:prstGeom prst="rect">
            <a:avLst/>
          </a:prstGeom>
          <a:solidFill>
            <a:srgbClr val="E8F0F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4754880" y="156362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1B6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HR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1892808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3B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attrition, drift, gaps before they happen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3B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development, comp, engagement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3B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feedback across all functions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2519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Delta</a:t>
            </a:r>
            <a:b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It is not just about improving efficiency by including AI in processes. It is about gaining capabilities that were impossible before by reshaping the processes.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>
            <a:extLst>
              <a:ext uri="{FF2B5EF4-FFF2-40B4-BE49-F238E27FC236}">
                <a16:creationId xmlns:a16="http://schemas.microsoft.com/office/drawing/2014/main" id="{696C9B4A-B218-E54A-E1AD-F70BA39F9E39}"/>
              </a:ext>
            </a:extLst>
          </p:cNvPr>
          <p:cNvSpPr/>
          <p:nvPr/>
        </p:nvSpPr>
        <p:spPr>
          <a:xfrm>
            <a:off x="1808757" y="196650"/>
            <a:ext cx="5590309" cy="2583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THE 12-STAGE HR VALUE STREAM</a:t>
            </a:r>
            <a:endParaRPr lang="en-US" sz="1600" b="1" dirty="0">
              <a:latin typeface="Georgia" panose="02040502050405020303" pitchFamily="18" charset="0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492118F-91F6-1FDD-2920-964126D52B4A}"/>
              </a:ext>
            </a:extLst>
          </p:cNvPr>
          <p:cNvGrpSpPr/>
          <p:nvPr/>
        </p:nvGrpSpPr>
        <p:grpSpPr>
          <a:xfrm>
            <a:off x="580552" y="541969"/>
            <a:ext cx="7955280" cy="4069080"/>
            <a:chOff x="580552" y="541969"/>
            <a:chExt cx="7955280" cy="4069080"/>
          </a:xfrm>
        </p:grpSpPr>
        <p:sp>
          <p:nvSpPr>
            <p:cNvPr id="69" name="Shape 2">
              <a:extLst>
                <a:ext uri="{FF2B5EF4-FFF2-40B4-BE49-F238E27FC236}">
                  <a16:creationId xmlns:a16="http://schemas.microsoft.com/office/drawing/2014/main" id="{B979084C-9DF6-065C-BF45-8F81ABE13FE1}"/>
                </a:ext>
              </a:extLst>
            </p:cNvPr>
            <p:cNvSpPr/>
            <p:nvPr/>
          </p:nvSpPr>
          <p:spPr>
            <a:xfrm>
              <a:off x="1083472" y="839149"/>
              <a:ext cx="7040880" cy="3566160"/>
            </a:xfrm>
            <a:prstGeom prst="ellipse">
              <a:avLst/>
            </a:prstGeom>
            <a:ln>
              <a:solidFill>
                <a:srgbClr val="CFA355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 dirty="0">
                <a:latin typeface="Georgia" panose="02040502050405020303" pitchFamily="18" charset="0"/>
              </a:endParaRPr>
            </a:p>
          </p:txBody>
        </p:sp>
        <p:sp>
          <p:nvSpPr>
            <p:cNvPr id="70" name="Text 3">
              <a:extLst>
                <a:ext uri="{FF2B5EF4-FFF2-40B4-BE49-F238E27FC236}">
                  <a16:creationId xmlns:a16="http://schemas.microsoft.com/office/drawing/2014/main" id="{0DAC7A5B-1A8B-0FFB-C280-36BCEEA7E9BA}"/>
                </a:ext>
              </a:extLst>
            </p:cNvPr>
            <p:cNvSpPr/>
            <p:nvPr/>
          </p:nvSpPr>
          <p:spPr>
            <a:xfrm rot="900000">
              <a:off x="5347143" y="833405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C8963E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▸</a:t>
              </a:r>
              <a:endParaRPr lang="en-US" sz="1300" dirty="0">
                <a:latin typeface="Georgia" panose="02040502050405020303" pitchFamily="18" charset="0"/>
              </a:endParaRPr>
            </a:p>
          </p:txBody>
        </p:sp>
        <p:sp>
          <p:nvSpPr>
            <p:cNvPr id="71" name="Text 4">
              <a:extLst>
                <a:ext uri="{FF2B5EF4-FFF2-40B4-BE49-F238E27FC236}">
                  <a16:creationId xmlns:a16="http://schemas.microsoft.com/office/drawing/2014/main" id="{E04F6C49-DA30-FB42-4A97-394DF02DFC68}"/>
                </a:ext>
              </a:extLst>
            </p:cNvPr>
            <p:cNvSpPr/>
            <p:nvPr/>
          </p:nvSpPr>
          <p:spPr>
            <a:xfrm rot="2700000">
              <a:off x="6872024" y="1275967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C8963E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▸</a:t>
              </a:r>
              <a:endParaRPr lang="en-US" sz="1300" dirty="0">
                <a:latin typeface="Georgia" panose="02040502050405020303" pitchFamily="18" charset="0"/>
              </a:endParaRPr>
            </a:p>
          </p:txBody>
        </p:sp>
        <p:sp>
          <p:nvSpPr>
            <p:cNvPr id="72" name="Text 5">
              <a:extLst>
                <a:ext uri="{FF2B5EF4-FFF2-40B4-BE49-F238E27FC236}">
                  <a16:creationId xmlns:a16="http://schemas.microsoft.com/office/drawing/2014/main" id="{80BF5E9A-6FDC-45CD-BA1E-309160BBDD6C}"/>
                </a:ext>
              </a:extLst>
            </p:cNvPr>
            <p:cNvSpPr/>
            <p:nvPr/>
          </p:nvSpPr>
          <p:spPr>
            <a:xfrm rot="4500000">
              <a:off x="7752414" y="2042507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C8963E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▸</a:t>
              </a:r>
              <a:endParaRPr lang="en-US" sz="1300" dirty="0">
                <a:latin typeface="Georgia" panose="02040502050405020303" pitchFamily="18" charset="0"/>
              </a:endParaRPr>
            </a:p>
          </p:txBody>
        </p:sp>
        <p:sp>
          <p:nvSpPr>
            <p:cNvPr id="73" name="Text 6">
              <a:extLst>
                <a:ext uri="{FF2B5EF4-FFF2-40B4-BE49-F238E27FC236}">
                  <a16:creationId xmlns:a16="http://schemas.microsoft.com/office/drawing/2014/main" id="{54FA5037-0FE2-7B7F-9448-68A62996B67E}"/>
                </a:ext>
              </a:extLst>
            </p:cNvPr>
            <p:cNvSpPr/>
            <p:nvPr/>
          </p:nvSpPr>
          <p:spPr>
            <a:xfrm rot="6300000">
              <a:off x="7752414" y="2927631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C8963E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▸</a:t>
              </a:r>
              <a:endParaRPr lang="en-US" sz="1300" dirty="0">
                <a:latin typeface="Georgia" panose="02040502050405020303" pitchFamily="18" charset="0"/>
              </a:endParaRPr>
            </a:p>
          </p:txBody>
        </p:sp>
        <p:sp>
          <p:nvSpPr>
            <p:cNvPr id="74" name="Text 7">
              <a:extLst>
                <a:ext uri="{FF2B5EF4-FFF2-40B4-BE49-F238E27FC236}">
                  <a16:creationId xmlns:a16="http://schemas.microsoft.com/office/drawing/2014/main" id="{00C51337-3C22-0303-CB4A-AF71C8F5109C}"/>
                </a:ext>
              </a:extLst>
            </p:cNvPr>
            <p:cNvSpPr/>
            <p:nvPr/>
          </p:nvSpPr>
          <p:spPr>
            <a:xfrm rot="8100000">
              <a:off x="6872024" y="3694171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C8963E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▸</a:t>
              </a:r>
              <a:endParaRPr lang="en-US" sz="1300" dirty="0">
                <a:latin typeface="Georgia" panose="02040502050405020303" pitchFamily="18" charset="0"/>
              </a:endParaRPr>
            </a:p>
          </p:txBody>
        </p:sp>
        <p:sp>
          <p:nvSpPr>
            <p:cNvPr id="75" name="Text 8">
              <a:extLst>
                <a:ext uri="{FF2B5EF4-FFF2-40B4-BE49-F238E27FC236}">
                  <a16:creationId xmlns:a16="http://schemas.microsoft.com/office/drawing/2014/main" id="{05C3667E-6C07-7CDB-C176-A854484A2795}"/>
                </a:ext>
              </a:extLst>
            </p:cNvPr>
            <p:cNvSpPr/>
            <p:nvPr/>
          </p:nvSpPr>
          <p:spPr>
            <a:xfrm rot="9900000">
              <a:off x="5347143" y="4136733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C8963E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▸</a:t>
              </a:r>
              <a:endParaRPr lang="en-US" sz="1300" dirty="0">
                <a:latin typeface="Georgia" panose="02040502050405020303" pitchFamily="18" charset="0"/>
              </a:endParaRPr>
            </a:p>
          </p:txBody>
        </p:sp>
        <p:sp>
          <p:nvSpPr>
            <p:cNvPr id="76" name="Text 9">
              <a:extLst>
                <a:ext uri="{FF2B5EF4-FFF2-40B4-BE49-F238E27FC236}">
                  <a16:creationId xmlns:a16="http://schemas.microsoft.com/office/drawing/2014/main" id="{48ABE755-D41B-80D4-989D-C524D0A0E9AC}"/>
                </a:ext>
              </a:extLst>
            </p:cNvPr>
            <p:cNvSpPr/>
            <p:nvPr/>
          </p:nvSpPr>
          <p:spPr>
            <a:xfrm rot="11700000">
              <a:off x="3586361" y="4136733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C8963E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▸</a:t>
              </a:r>
              <a:endParaRPr lang="en-US" sz="1300" dirty="0">
                <a:latin typeface="Georgia" panose="02040502050405020303" pitchFamily="18" charset="0"/>
              </a:endParaRPr>
            </a:p>
          </p:txBody>
        </p:sp>
        <p:sp>
          <p:nvSpPr>
            <p:cNvPr id="77" name="Text 10">
              <a:extLst>
                <a:ext uri="{FF2B5EF4-FFF2-40B4-BE49-F238E27FC236}">
                  <a16:creationId xmlns:a16="http://schemas.microsoft.com/office/drawing/2014/main" id="{0B3F49AD-6999-27CC-A98F-90695F97E2B2}"/>
                </a:ext>
              </a:extLst>
            </p:cNvPr>
            <p:cNvSpPr/>
            <p:nvPr/>
          </p:nvSpPr>
          <p:spPr>
            <a:xfrm rot="13500000">
              <a:off x="2061480" y="3694171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C8963E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▸</a:t>
              </a:r>
              <a:endParaRPr lang="en-US" sz="1300" dirty="0">
                <a:latin typeface="Georgia" panose="02040502050405020303" pitchFamily="18" charset="0"/>
              </a:endParaRPr>
            </a:p>
          </p:txBody>
        </p:sp>
        <p:sp>
          <p:nvSpPr>
            <p:cNvPr id="78" name="Text 11">
              <a:extLst>
                <a:ext uri="{FF2B5EF4-FFF2-40B4-BE49-F238E27FC236}">
                  <a16:creationId xmlns:a16="http://schemas.microsoft.com/office/drawing/2014/main" id="{E82CA3BA-2A28-708C-24F5-E747F06B1F70}"/>
                </a:ext>
              </a:extLst>
            </p:cNvPr>
            <p:cNvSpPr/>
            <p:nvPr/>
          </p:nvSpPr>
          <p:spPr>
            <a:xfrm rot="15300000">
              <a:off x="1181090" y="2927631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C8963E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▸</a:t>
              </a:r>
              <a:endParaRPr lang="en-US" sz="1300" dirty="0">
                <a:latin typeface="Georgia" panose="02040502050405020303" pitchFamily="18" charset="0"/>
              </a:endParaRPr>
            </a:p>
          </p:txBody>
        </p:sp>
        <p:sp>
          <p:nvSpPr>
            <p:cNvPr id="79" name="Text 12">
              <a:extLst>
                <a:ext uri="{FF2B5EF4-FFF2-40B4-BE49-F238E27FC236}">
                  <a16:creationId xmlns:a16="http://schemas.microsoft.com/office/drawing/2014/main" id="{42527338-786A-4342-E33A-37DD0CB6387A}"/>
                </a:ext>
              </a:extLst>
            </p:cNvPr>
            <p:cNvSpPr/>
            <p:nvPr/>
          </p:nvSpPr>
          <p:spPr>
            <a:xfrm rot="17100000">
              <a:off x="1181090" y="2042507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C8963E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▸</a:t>
              </a:r>
              <a:endParaRPr lang="en-US" sz="1300" dirty="0">
                <a:latin typeface="Georgia" panose="02040502050405020303" pitchFamily="18" charset="0"/>
              </a:endParaRPr>
            </a:p>
          </p:txBody>
        </p:sp>
        <p:sp>
          <p:nvSpPr>
            <p:cNvPr id="80" name="Text 13">
              <a:extLst>
                <a:ext uri="{FF2B5EF4-FFF2-40B4-BE49-F238E27FC236}">
                  <a16:creationId xmlns:a16="http://schemas.microsoft.com/office/drawing/2014/main" id="{66F2FE4E-716A-02FE-F110-59FAAF2CCFE0}"/>
                </a:ext>
              </a:extLst>
            </p:cNvPr>
            <p:cNvSpPr/>
            <p:nvPr/>
          </p:nvSpPr>
          <p:spPr>
            <a:xfrm rot="18900000">
              <a:off x="2061480" y="1275967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C8963E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▸</a:t>
              </a:r>
              <a:endParaRPr lang="en-US" sz="1300" dirty="0">
                <a:latin typeface="Georgia" panose="02040502050405020303" pitchFamily="18" charset="0"/>
              </a:endParaRPr>
            </a:p>
          </p:txBody>
        </p:sp>
        <p:sp>
          <p:nvSpPr>
            <p:cNvPr id="81" name="Text 14">
              <a:extLst>
                <a:ext uri="{FF2B5EF4-FFF2-40B4-BE49-F238E27FC236}">
                  <a16:creationId xmlns:a16="http://schemas.microsoft.com/office/drawing/2014/main" id="{74D88029-71DA-E7D1-1A41-044914E54EBF}"/>
                </a:ext>
              </a:extLst>
            </p:cNvPr>
            <p:cNvSpPr/>
            <p:nvPr/>
          </p:nvSpPr>
          <p:spPr>
            <a:xfrm rot="9900000">
              <a:off x="5347143" y="4136733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C8963E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▸</a:t>
              </a:r>
              <a:endParaRPr lang="en-US" sz="1300" dirty="0">
                <a:latin typeface="Georgia" panose="02040502050405020303" pitchFamily="18" charset="0"/>
              </a:endParaRPr>
            </a:p>
          </p:txBody>
        </p:sp>
        <p:sp>
          <p:nvSpPr>
            <p:cNvPr id="82" name="Shape 15">
              <a:extLst>
                <a:ext uri="{FF2B5EF4-FFF2-40B4-BE49-F238E27FC236}">
                  <a16:creationId xmlns:a16="http://schemas.microsoft.com/office/drawing/2014/main" id="{DC085BB3-1997-BF66-23EA-47578CB3E910}"/>
                </a:ext>
              </a:extLst>
            </p:cNvPr>
            <p:cNvSpPr/>
            <p:nvPr/>
          </p:nvSpPr>
          <p:spPr>
            <a:xfrm>
              <a:off x="4055272" y="633409"/>
              <a:ext cx="1097280" cy="594360"/>
            </a:xfrm>
            <a:prstGeom prst="rect">
              <a:avLst/>
            </a:prstGeom>
            <a:solidFill>
              <a:srgbClr val="1B65D6"/>
            </a:solidFill>
            <a:ln/>
            <a:effectLst>
              <a:outerShdw blurRad="63500" dist="254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IN" dirty="0">
                <a:latin typeface="Georgia" panose="02040502050405020303" pitchFamily="18" charset="0"/>
              </a:endParaRPr>
            </a:p>
          </p:txBody>
        </p:sp>
        <p:sp>
          <p:nvSpPr>
            <p:cNvPr id="83" name="Shape 16">
              <a:extLst>
                <a:ext uri="{FF2B5EF4-FFF2-40B4-BE49-F238E27FC236}">
                  <a16:creationId xmlns:a16="http://schemas.microsoft.com/office/drawing/2014/main" id="{605106BC-967A-E729-6328-B07AA0DA6DC4}"/>
                </a:ext>
              </a:extLst>
            </p:cNvPr>
            <p:cNvSpPr/>
            <p:nvPr/>
          </p:nvSpPr>
          <p:spPr>
            <a:xfrm>
              <a:off x="3963832" y="541969"/>
              <a:ext cx="329184" cy="329184"/>
            </a:xfrm>
            <a:prstGeom prst="ellipse">
              <a:avLst/>
            </a:prstGeom>
            <a:solidFill>
              <a:srgbClr val="0B1120"/>
            </a:solidFill>
            <a:ln w="19050">
              <a:solidFill>
                <a:srgbClr val="1B65D6"/>
              </a:solidFill>
              <a:prstDash val="solid"/>
            </a:ln>
          </p:spPr>
          <p:txBody>
            <a:bodyPr/>
            <a:lstStyle/>
            <a:p>
              <a:endParaRPr lang="en-IN" dirty="0">
                <a:latin typeface="Georgia" panose="02040502050405020303" pitchFamily="18" charset="0"/>
              </a:endParaRPr>
            </a:p>
          </p:txBody>
        </p:sp>
        <p:sp>
          <p:nvSpPr>
            <p:cNvPr id="84" name="Text 17">
              <a:extLst>
                <a:ext uri="{FF2B5EF4-FFF2-40B4-BE49-F238E27FC236}">
                  <a16:creationId xmlns:a16="http://schemas.microsoft.com/office/drawing/2014/main" id="{B9F4A735-60D5-1D62-DB59-20262C6578D4}"/>
                </a:ext>
              </a:extLst>
            </p:cNvPr>
            <p:cNvSpPr/>
            <p:nvPr/>
          </p:nvSpPr>
          <p:spPr>
            <a:xfrm>
              <a:off x="3963832" y="541969"/>
              <a:ext cx="329184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01</a:t>
              </a:r>
              <a:endParaRPr lang="en-US" sz="800" dirty="0">
                <a:latin typeface="Georgia" panose="02040502050405020303" pitchFamily="18" charset="0"/>
              </a:endParaRPr>
            </a:p>
          </p:txBody>
        </p:sp>
        <p:sp>
          <p:nvSpPr>
            <p:cNvPr id="85" name="Text 18">
              <a:extLst>
                <a:ext uri="{FF2B5EF4-FFF2-40B4-BE49-F238E27FC236}">
                  <a16:creationId xmlns:a16="http://schemas.microsoft.com/office/drawing/2014/main" id="{289CC6AC-DC0E-CCEA-E4BF-D23CD4785635}"/>
                </a:ext>
              </a:extLst>
            </p:cNvPr>
            <p:cNvSpPr/>
            <p:nvPr/>
          </p:nvSpPr>
          <p:spPr>
            <a:xfrm>
              <a:off x="4082704" y="669985"/>
              <a:ext cx="1042416" cy="5394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90000"/>
                </a:lnSpc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Workforce</a:t>
              </a:r>
              <a:endParaRPr lang="en-US" sz="900" dirty="0">
                <a:latin typeface="Georgia" panose="02040502050405020303" pitchFamily="18" charset="0"/>
              </a:endParaRPr>
            </a:p>
            <a:p>
              <a:pPr marL="0" indent="0" algn="ctr">
                <a:lnSpc>
                  <a:spcPct val="90000"/>
                </a:lnSpc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Planning</a:t>
              </a:r>
              <a:endParaRPr lang="en-US" sz="900" dirty="0">
                <a:latin typeface="Georgia" panose="02040502050405020303" pitchFamily="18" charset="0"/>
              </a:endParaRPr>
            </a:p>
          </p:txBody>
        </p:sp>
        <p:sp>
          <p:nvSpPr>
            <p:cNvPr id="86" name="Shape 19">
              <a:extLst>
                <a:ext uri="{FF2B5EF4-FFF2-40B4-BE49-F238E27FC236}">
                  <a16:creationId xmlns:a16="http://schemas.microsoft.com/office/drawing/2014/main" id="{42AC7114-12EC-DB44-B3FE-EC6AFEA13F41}"/>
                </a:ext>
              </a:extLst>
            </p:cNvPr>
            <p:cNvSpPr/>
            <p:nvPr/>
          </p:nvSpPr>
          <p:spPr>
            <a:xfrm>
              <a:off x="5746912" y="860046"/>
              <a:ext cx="1097280" cy="594360"/>
            </a:xfrm>
            <a:prstGeom prst="rect">
              <a:avLst/>
            </a:prstGeom>
            <a:solidFill>
              <a:srgbClr val="0A7B5A"/>
            </a:solidFill>
            <a:ln/>
            <a:effectLst>
              <a:outerShdw blurRad="63500" dist="254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IN" dirty="0">
                <a:latin typeface="Georgia" panose="02040502050405020303" pitchFamily="18" charset="0"/>
              </a:endParaRPr>
            </a:p>
          </p:txBody>
        </p:sp>
        <p:sp>
          <p:nvSpPr>
            <p:cNvPr id="87" name="Shape 20">
              <a:extLst>
                <a:ext uri="{FF2B5EF4-FFF2-40B4-BE49-F238E27FC236}">
                  <a16:creationId xmlns:a16="http://schemas.microsoft.com/office/drawing/2014/main" id="{75CC987C-2833-49A5-0282-502749EC1024}"/>
                </a:ext>
              </a:extLst>
            </p:cNvPr>
            <p:cNvSpPr/>
            <p:nvPr/>
          </p:nvSpPr>
          <p:spPr>
            <a:xfrm>
              <a:off x="5655472" y="768606"/>
              <a:ext cx="329184" cy="329184"/>
            </a:xfrm>
            <a:prstGeom prst="ellipse">
              <a:avLst/>
            </a:prstGeom>
            <a:solidFill>
              <a:srgbClr val="0B1120"/>
            </a:solidFill>
            <a:ln w="19050">
              <a:solidFill>
                <a:srgbClr val="0A7B5A"/>
              </a:solidFill>
              <a:prstDash val="solid"/>
            </a:ln>
          </p:spPr>
          <p:txBody>
            <a:bodyPr/>
            <a:lstStyle/>
            <a:p>
              <a:endParaRPr lang="en-IN" dirty="0">
                <a:latin typeface="Georgia" panose="02040502050405020303" pitchFamily="18" charset="0"/>
              </a:endParaRPr>
            </a:p>
          </p:txBody>
        </p:sp>
        <p:sp>
          <p:nvSpPr>
            <p:cNvPr id="88" name="Text 21">
              <a:extLst>
                <a:ext uri="{FF2B5EF4-FFF2-40B4-BE49-F238E27FC236}">
                  <a16:creationId xmlns:a16="http://schemas.microsoft.com/office/drawing/2014/main" id="{B5C10CBA-DF93-E9BB-16E5-4FC350678E4C}"/>
                </a:ext>
              </a:extLst>
            </p:cNvPr>
            <p:cNvSpPr/>
            <p:nvPr/>
          </p:nvSpPr>
          <p:spPr>
            <a:xfrm>
              <a:off x="5655472" y="768606"/>
              <a:ext cx="329184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02</a:t>
              </a:r>
              <a:endParaRPr lang="en-US" sz="800" dirty="0">
                <a:latin typeface="Georgia" panose="02040502050405020303" pitchFamily="18" charset="0"/>
              </a:endParaRPr>
            </a:p>
          </p:txBody>
        </p:sp>
        <p:sp>
          <p:nvSpPr>
            <p:cNvPr id="89" name="Text 22">
              <a:extLst>
                <a:ext uri="{FF2B5EF4-FFF2-40B4-BE49-F238E27FC236}">
                  <a16:creationId xmlns:a16="http://schemas.microsoft.com/office/drawing/2014/main" id="{532C4532-E064-1537-D21D-0C521038E3A9}"/>
                </a:ext>
              </a:extLst>
            </p:cNvPr>
            <p:cNvSpPr/>
            <p:nvPr/>
          </p:nvSpPr>
          <p:spPr>
            <a:xfrm>
              <a:off x="5774344" y="896622"/>
              <a:ext cx="1042416" cy="5394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90000"/>
                </a:lnSpc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Talent</a:t>
              </a:r>
              <a:endParaRPr lang="en-US" sz="900" dirty="0">
                <a:latin typeface="Georgia" panose="02040502050405020303" pitchFamily="18" charset="0"/>
              </a:endParaRPr>
            </a:p>
            <a:p>
              <a:pPr marL="0" indent="0" algn="ctr">
                <a:lnSpc>
                  <a:spcPct val="90000"/>
                </a:lnSpc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Acquisition</a:t>
              </a:r>
              <a:endParaRPr lang="en-US" sz="900" dirty="0">
                <a:latin typeface="Georgia" panose="02040502050405020303" pitchFamily="18" charset="0"/>
              </a:endParaRPr>
            </a:p>
          </p:txBody>
        </p:sp>
        <p:sp>
          <p:nvSpPr>
            <p:cNvPr id="90" name="Shape 23">
              <a:extLst>
                <a:ext uri="{FF2B5EF4-FFF2-40B4-BE49-F238E27FC236}">
                  <a16:creationId xmlns:a16="http://schemas.microsoft.com/office/drawing/2014/main" id="{B905B423-018B-E364-3DC4-E0BC8058B5CC}"/>
                </a:ext>
              </a:extLst>
            </p:cNvPr>
            <p:cNvSpPr/>
            <p:nvPr/>
          </p:nvSpPr>
          <p:spPr>
            <a:xfrm>
              <a:off x="6985278" y="1479229"/>
              <a:ext cx="1097280" cy="594360"/>
            </a:xfrm>
            <a:prstGeom prst="rect">
              <a:avLst/>
            </a:prstGeom>
            <a:solidFill>
              <a:srgbClr val="6B46C1"/>
            </a:solidFill>
            <a:ln/>
            <a:effectLst>
              <a:outerShdw blurRad="63500" dist="254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IN" dirty="0">
                <a:latin typeface="Georgia" panose="02040502050405020303" pitchFamily="18" charset="0"/>
              </a:endParaRPr>
            </a:p>
          </p:txBody>
        </p:sp>
        <p:sp>
          <p:nvSpPr>
            <p:cNvPr id="91" name="Shape 24">
              <a:extLst>
                <a:ext uri="{FF2B5EF4-FFF2-40B4-BE49-F238E27FC236}">
                  <a16:creationId xmlns:a16="http://schemas.microsoft.com/office/drawing/2014/main" id="{C8E72D04-080C-AAFC-A280-8F4D4C4EECC6}"/>
                </a:ext>
              </a:extLst>
            </p:cNvPr>
            <p:cNvSpPr/>
            <p:nvPr/>
          </p:nvSpPr>
          <p:spPr>
            <a:xfrm>
              <a:off x="6893838" y="1387789"/>
              <a:ext cx="329184" cy="329184"/>
            </a:xfrm>
            <a:prstGeom prst="ellipse">
              <a:avLst/>
            </a:prstGeom>
            <a:solidFill>
              <a:srgbClr val="0B1120"/>
            </a:solidFill>
            <a:ln w="19050">
              <a:solidFill>
                <a:srgbClr val="6B46C1"/>
              </a:solidFill>
              <a:prstDash val="solid"/>
            </a:ln>
          </p:spPr>
          <p:txBody>
            <a:bodyPr/>
            <a:lstStyle/>
            <a:p>
              <a:endParaRPr lang="en-IN" dirty="0">
                <a:latin typeface="Georgia" panose="02040502050405020303" pitchFamily="18" charset="0"/>
              </a:endParaRPr>
            </a:p>
          </p:txBody>
        </p:sp>
        <p:sp>
          <p:nvSpPr>
            <p:cNvPr id="92" name="Text 25">
              <a:extLst>
                <a:ext uri="{FF2B5EF4-FFF2-40B4-BE49-F238E27FC236}">
                  <a16:creationId xmlns:a16="http://schemas.microsoft.com/office/drawing/2014/main" id="{A5BB6814-A4C6-0C9B-4075-A9A59FA2FFC7}"/>
                </a:ext>
              </a:extLst>
            </p:cNvPr>
            <p:cNvSpPr/>
            <p:nvPr/>
          </p:nvSpPr>
          <p:spPr>
            <a:xfrm>
              <a:off x="6893838" y="1387789"/>
              <a:ext cx="329184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03</a:t>
              </a:r>
              <a:endParaRPr lang="en-US" sz="800" dirty="0">
                <a:latin typeface="Georgia" panose="02040502050405020303" pitchFamily="18" charset="0"/>
              </a:endParaRPr>
            </a:p>
          </p:txBody>
        </p:sp>
        <p:sp>
          <p:nvSpPr>
            <p:cNvPr id="93" name="Text 26">
              <a:extLst>
                <a:ext uri="{FF2B5EF4-FFF2-40B4-BE49-F238E27FC236}">
                  <a16:creationId xmlns:a16="http://schemas.microsoft.com/office/drawing/2014/main" id="{CAEF1ADE-C4DC-9B50-DEEC-00D8BD752511}"/>
                </a:ext>
              </a:extLst>
            </p:cNvPr>
            <p:cNvSpPr/>
            <p:nvPr/>
          </p:nvSpPr>
          <p:spPr>
            <a:xfrm>
              <a:off x="7012710" y="1515805"/>
              <a:ext cx="1042416" cy="5394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90000"/>
                </a:lnSpc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Onboarding</a:t>
              </a:r>
              <a:endParaRPr lang="en-US" sz="900" dirty="0">
                <a:latin typeface="Georgia" panose="02040502050405020303" pitchFamily="18" charset="0"/>
              </a:endParaRPr>
            </a:p>
          </p:txBody>
        </p:sp>
        <p:sp>
          <p:nvSpPr>
            <p:cNvPr id="94" name="Shape 27">
              <a:extLst>
                <a:ext uri="{FF2B5EF4-FFF2-40B4-BE49-F238E27FC236}">
                  <a16:creationId xmlns:a16="http://schemas.microsoft.com/office/drawing/2014/main" id="{DCE8F1CE-BD79-431D-B511-C1F7CF1A2667}"/>
                </a:ext>
              </a:extLst>
            </p:cNvPr>
            <p:cNvSpPr/>
            <p:nvPr/>
          </p:nvSpPr>
          <p:spPr>
            <a:xfrm>
              <a:off x="7438552" y="2325049"/>
              <a:ext cx="1097280" cy="594360"/>
            </a:xfrm>
            <a:prstGeom prst="rect">
              <a:avLst/>
            </a:prstGeom>
            <a:solidFill>
              <a:srgbClr val="C8963E"/>
            </a:solidFill>
            <a:ln/>
            <a:effectLst>
              <a:outerShdw blurRad="63500" dist="254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IN" dirty="0">
                <a:latin typeface="Georgia" panose="02040502050405020303" pitchFamily="18" charset="0"/>
              </a:endParaRPr>
            </a:p>
          </p:txBody>
        </p:sp>
        <p:sp>
          <p:nvSpPr>
            <p:cNvPr id="95" name="Shape 28">
              <a:extLst>
                <a:ext uri="{FF2B5EF4-FFF2-40B4-BE49-F238E27FC236}">
                  <a16:creationId xmlns:a16="http://schemas.microsoft.com/office/drawing/2014/main" id="{163A06FC-A476-218A-8349-937C2C4638E1}"/>
                </a:ext>
              </a:extLst>
            </p:cNvPr>
            <p:cNvSpPr/>
            <p:nvPr/>
          </p:nvSpPr>
          <p:spPr>
            <a:xfrm>
              <a:off x="7347112" y="2233609"/>
              <a:ext cx="329184" cy="329184"/>
            </a:xfrm>
            <a:prstGeom prst="ellipse">
              <a:avLst/>
            </a:prstGeom>
            <a:solidFill>
              <a:srgbClr val="0B1120"/>
            </a:solidFill>
            <a:ln w="19050">
              <a:solidFill>
                <a:srgbClr val="C8963E"/>
              </a:solidFill>
              <a:prstDash val="solid"/>
            </a:ln>
          </p:spPr>
          <p:txBody>
            <a:bodyPr/>
            <a:lstStyle/>
            <a:p>
              <a:endParaRPr lang="en-IN" dirty="0">
                <a:latin typeface="Georgia" panose="02040502050405020303" pitchFamily="18" charset="0"/>
              </a:endParaRPr>
            </a:p>
          </p:txBody>
        </p:sp>
        <p:sp>
          <p:nvSpPr>
            <p:cNvPr id="96" name="Text 29">
              <a:extLst>
                <a:ext uri="{FF2B5EF4-FFF2-40B4-BE49-F238E27FC236}">
                  <a16:creationId xmlns:a16="http://schemas.microsoft.com/office/drawing/2014/main" id="{5C1CB488-8F88-D728-03F8-65E6BE0A9574}"/>
                </a:ext>
              </a:extLst>
            </p:cNvPr>
            <p:cNvSpPr/>
            <p:nvPr/>
          </p:nvSpPr>
          <p:spPr>
            <a:xfrm>
              <a:off x="7347112" y="2233609"/>
              <a:ext cx="329184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04</a:t>
              </a:r>
              <a:endParaRPr lang="en-US" sz="800" dirty="0">
                <a:latin typeface="Georgia" panose="02040502050405020303" pitchFamily="18" charset="0"/>
              </a:endParaRPr>
            </a:p>
          </p:txBody>
        </p:sp>
        <p:sp>
          <p:nvSpPr>
            <p:cNvPr id="97" name="Text 30">
              <a:extLst>
                <a:ext uri="{FF2B5EF4-FFF2-40B4-BE49-F238E27FC236}">
                  <a16:creationId xmlns:a16="http://schemas.microsoft.com/office/drawing/2014/main" id="{6085766B-2994-5C6E-401E-C59EE679A483}"/>
                </a:ext>
              </a:extLst>
            </p:cNvPr>
            <p:cNvSpPr/>
            <p:nvPr/>
          </p:nvSpPr>
          <p:spPr>
            <a:xfrm>
              <a:off x="7465984" y="2361625"/>
              <a:ext cx="1042416" cy="5394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90000"/>
                </a:lnSpc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Performance</a:t>
              </a:r>
              <a:endParaRPr lang="en-US" sz="900" dirty="0">
                <a:latin typeface="Georgia" panose="02040502050405020303" pitchFamily="18" charset="0"/>
              </a:endParaRPr>
            </a:p>
            <a:p>
              <a:pPr marL="0" indent="0" algn="ctr">
                <a:lnSpc>
                  <a:spcPct val="90000"/>
                </a:lnSpc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Mgmt</a:t>
              </a:r>
              <a:endParaRPr lang="en-US" sz="900" dirty="0">
                <a:latin typeface="Georgia" panose="02040502050405020303" pitchFamily="18" charset="0"/>
              </a:endParaRPr>
            </a:p>
          </p:txBody>
        </p:sp>
        <p:sp>
          <p:nvSpPr>
            <p:cNvPr id="98" name="Shape 31">
              <a:extLst>
                <a:ext uri="{FF2B5EF4-FFF2-40B4-BE49-F238E27FC236}">
                  <a16:creationId xmlns:a16="http://schemas.microsoft.com/office/drawing/2014/main" id="{FD507991-3029-194B-900D-A09C93191D27}"/>
                </a:ext>
              </a:extLst>
            </p:cNvPr>
            <p:cNvSpPr/>
            <p:nvPr/>
          </p:nvSpPr>
          <p:spPr>
            <a:xfrm>
              <a:off x="6985278" y="3170869"/>
              <a:ext cx="1097280" cy="594360"/>
            </a:xfrm>
            <a:prstGeom prst="rect">
              <a:avLst/>
            </a:prstGeom>
            <a:solidFill>
              <a:srgbClr val="B83230"/>
            </a:solidFill>
            <a:ln/>
            <a:effectLst>
              <a:outerShdw blurRad="63500" dist="254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IN" dirty="0">
                <a:latin typeface="Georgia" panose="02040502050405020303" pitchFamily="18" charset="0"/>
              </a:endParaRPr>
            </a:p>
          </p:txBody>
        </p:sp>
        <p:sp>
          <p:nvSpPr>
            <p:cNvPr id="99" name="Shape 32">
              <a:extLst>
                <a:ext uri="{FF2B5EF4-FFF2-40B4-BE49-F238E27FC236}">
                  <a16:creationId xmlns:a16="http://schemas.microsoft.com/office/drawing/2014/main" id="{07EE4DDA-6A5D-1AFE-A5C5-10BA1230604B}"/>
                </a:ext>
              </a:extLst>
            </p:cNvPr>
            <p:cNvSpPr/>
            <p:nvPr/>
          </p:nvSpPr>
          <p:spPr>
            <a:xfrm>
              <a:off x="6893838" y="3079429"/>
              <a:ext cx="329184" cy="329184"/>
            </a:xfrm>
            <a:prstGeom prst="ellipse">
              <a:avLst/>
            </a:prstGeom>
            <a:solidFill>
              <a:srgbClr val="0B1120"/>
            </a:solidFill>
            <a:ln w="19050">
              <a:solidFill>
                <a:srgbClr val="B83230"/>
              </a:solidFill>
              <a:prstDash val="solid"/>
            </a:ln>
          </p:spPr>
          <p:txBody>
            <a:bodyPr/>
            <a:lstStyle/>
            <a:p>
              <a:endParaRPr lang="en-IN" dirty="0">
                <a:latin typeface="Georgia" panose="02040502050405020303" pitchFamily="18" charset="0"/>
              </a:endParaRPr>
            </a:p>
          </p:txBody>
        </p:sp>
        <p:sp>
          <p:nvSpPr>
            <p:cNvPr id="100" name="Text 33">
              <a:extLst>
                <a:ext uri="{FF2B5EF4-FFF2-40B4-BE49-F238E27FC236}">
                  <a16:creationId xmlns:a16="http://schemas.microsoft.com/office/drawing/2014/main" id="{988E16FB-9807-7B52-762F-427E593A2504}"/>
                </a:ext>
              </a:extLst>
            </p:cNvPr>
            <p:cNvSpPr/>
            <p:nvPr/>
          </p:nvSpPr>
          <p:spPr>
            <a:xfrm>
              <a:off x="6893838" y="3079429"/>
              <a:ext cx="329184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05</a:t>
              </a:r>
              <a:endParaRPr lang="en-US" sz="800" dirty="0">
                <a:latin typeface="Georgia" panose="02040502050405020303" pitchFamily="18" charset="0"/>
              </a:endParaRPr>
            </a:p>
          </p:txBody>
        </p:sp>
        <p:sp>
          <p:nvSpPr>
            <p:cNvPr id="101" name="Text 34">
              <a:extLst>
                <a:ext uri="{FF2B5EF4-FFF2-40B4-BE49-F238E27FC236}">
                  <a16:creationId xmlns:a16="http://schemas.microsoft.com/office/drawing/2014/main" id="{2A4CD759-BA0F-9621-06C6-39A14E95733C}"/>
                </a:ext>
              </a:extLst>
            </p:cNvPr>
            <p:cNvSpPr/>
            <p:nvPr/>
          </p:nvSpPr>
          <p:spPr>
            <a:xfrm>
              <a:off x="7012710" y="3207445"/>
              <a:ext cx="1042416" cy="5394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90000"/>
                </a:lnSpc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Learning &amp;</a:t>
              </a:r>
              <a:endParaRPr lang="en-US" sz="900" dirty="0">
                <a:latin typeface="Georgia" panose="02040502050405020303" pitchFamily="18" charset="0"/>
              </a:endParaRPr>
            </a:p>
            <a:p>
              <a:pPr marL="0" indent="0" algn="ctr">
                <a:lnSpc>
                  <a:spcPct val="90000"/>
                </a:lnSpc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Development</a:t>
              </a:r>
              <a:endParaRPr lang="en-US" sz="900" dirty="0">
                <a:latin typeface="Georgia" panose="02040502050405020303" pitchFamily="18" charset="0"/>
              </a:endParaRPr>
            </a:p>
          </p:txBody>
        </p:sp>
        <p:sp>
          <p:nvSpPr>
            <p:cNvPr id="102" name="Shape 35">
              <a:extLst>
                <a:ext uri="{FF2B5EF4-FFF2-40B4-BE49-F238E27FC236}">
                  <a16:creationId xmlns:a16="http://schemas.microsoft.com/office/drawing/2014/main" id="{21BCC03B-7465-002A-E43D-EC425A15F2D3}"/>
                </a:ext>
              </a:extLst>
            </p:cNvPr>
            <p:cNvSpPr/>
            <p:nvPr/>
          </p:nvSpPr>
          <p:spPr>
            <a:xfrm>
              <a:off x="5746912" y="3790052"/>
              <a:ext cx="1097280" cy="594360"/>
            </a:xfrm>
            <a:prstGeom prst="rect">
              <a:avLst/>
            </a:prstGeom>
            <a:solidFill>
              <a:srgbClr val="3B4D6B"/>
            </a:solidFill>
            <a:ln/>
            <a:effectLst>
              <a:outerShdw blurRad="63500" dist="254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IN" dirty="0">
                <a:latin typeface="Georgia" panose="02040502050405020303" pitchFamily="18" charset="0"/>
              </a:endParaRPr>
            </a:p>
          </p:txBody>
        </p:sp>
        <p:sp>
          <p:nvSpPr>
            <p:cNvPr id="103" name="Shape 36">
              <a:extLst>
                <a:ext uri="{FF2B5EF4-FFF2-40B4-BE49-F238E27FC236}">
                  <a16:creationId xmlns:a16="http://schemas.microsoft.com/office/drawing/2014/main" id="{719A741F-255D-DA04-2711-74E79DD556A1}"/>
                </a:ext>
              </a:extLst>
            </p:cNvPr>
            <p:cNvSpPr/>
            <p:nvPr/>
          </p:nvSpPr>
          <p:spPr>
            <a:xfrm>
              <a:off x="5655472" y="3698612"/>
              <a:ext cx="329184" cy="329184"/>
            </a:xfrm>
            <a:prstGeom prst="ellipse">
              <a:avLst/>
            </a:prstGeom>
            <a:solidFill>
              <a:srgbClr val="0B1120"/>
            </a:solidFill>
            <a:ln w="19050">
              <a:solidFill>
                <a:srgbClr val="3B4D6B"/>
              </a:solidFill>
              <a:prstDash val="solid"/>
            </a:ln>
          </p:spPr>
          <p:txBody>
            <a:bodyPr/>
            <a:lstStyle/>
            <a:p>
              <a:endParaRPr lang="en-IN" dirty="0">
                <a:latin typeface="Georgia" panose="02040502050405020303" pitchFamily="18" charset="0"/>
              </a:endParaRPr>
            </a:p>
          </p:txBody>
        </p:sp>
        <p:sp>
          <p:nvSpPr>
            <p:cNvPr id="104" name="Text 37">
              <a:extLst>
                <a:ext uri="{FF2B5EF4-FFF2-40B4-BE49-F238E27FC236}">
                  <a16:creationId xmlns:a16="http://schemas.microsoft.com/office/drawing/2014/main" id="{5E268621-B034-45E1-3A40-D0C171F74286}"/>
                </a:ext>
              </a:extLst>
            </p:cNvPr>
            <p:cNvSpPr/>
            <p:nvPr/>
          </p:nvSpPr>
          <p:spPr>
            <a:xfrm>
              <a:off x="5655472" y="3698612"/>
              <a:ext cx="329184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06</a:t>
              </a:r>
              <a:endParaRPr lang="en-US" sz="800" dirty="0">
                <a:latin typeface="Georgia" panose="02040502050405020303" pitchFamily="18" charset="0"/>
              </a:endParaRPr>
            </a:p>
          </p:txBody>
        </p:sp>
        <p:sp>
          <p:nvSpPr>
            <p:cNvPr id="105" name="Text 38">
              <a:extLst>
                <a:ext uri="{FF2B5EF4-FFF2-40B4-BE49-F238E27FC236}">
                  <a16:creationId xmlns:a16="http://schemas.microsoft.com/office/drawing/2014/main" id="{726B4453-8381-283E-43ED-59CC60855552}"/>
                </a:ext>
              </a:extLst>
            </p:cNvPr>
            <p:cNvSpPr/>
            <p:nvPr/>
          </p:nvSpPr>
          <p:spPr>
            <a:xfrm>
              <a:off x="5774344" y="3826628"/>
              <a:ext cx="1042416" cy="5394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90000"/>
                </a:lnSpc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Comp &amp;</a:t>
              </a:r>
              <a:endParaRPr lang="en-US" sz="900" dirty="0">
                <a:latin typeface="Georgia" panose="02040502050405020303" pitchFamily="18" charset="0"/>
              </a:endParaRPr>
            </a:p>
            <a:p>
              <a:pPr marL="0" indent="0" algn="ctr">
                <a:lnSpc>
                  <a:spcPct val="90000"/>
                </a:lnSpc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Benefits</a:t>
              </a:r>
              <a:endParaRPr lang="en-US" sz="900" dirty="0">
                <a:latin typeface="Georgia" panose="02040502050405020303" pitchFamily="18" charset="0"/>
              </a:endParaRPr>
            </a:p>
          </p:txBody>
        </p:sp>
        <p:sp>
          <p:nvSpPr>
            <p:cNvPr id="106" name="Shape 39">
              <a:extLst>
                <a:ext uri="{FF2B5EF4-FFF2-40B4-BE49-F238E27FC236}">
                  <a16:creationId xmlns:a16="http://schemas.microsoft.com/office/drawing/2014/main" id="{BD56FB11-311A-98E0-AC88-446AE5227CE4}"/>
                </a:ext>
              </a:extLst>
            </p:cNvPr>
            <p:cNvSpPr/>
            <p:nvPr/>
          </p:nvSpPr>
          <p:spPr>
            <a:xfrm>
              <a:off x="4055272" y="4016689"/>
              <a:ext cx="1097280" cy="594360"/>
            </a:xfrm>
            <a:prstGeom prst="rect">
              <a:avLst/>
            </a:prstGeom>
            <a:solidFill>
              <a:srgbClr val="D97706"/>
            </a:solidFill>
            <a:ln/>
            <a:effectLst>
              <a:outerShdw blurRad="63500" dist="254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IN" dirty="0">
                <a:latin typeface="Georgia" panose="02040502050405020303" pitchFamily="18" charset="0"/>
              </a:endParaRPr>
            </a:p>
          </p:txBody>
        </p:sp>
        <p:sp>
          <p:nvSpPr>
            <p:cNvPr id="107" name="Shape 40">
              <a:extLst>
                <a:ext uri="{FF2B5EF4-FFF2-40B4-BE49-F238E27FC236}">
                  <a16:creationId xmlns:a16="http://schemas.microsoft.com/office/drawing/2014/main" id="{BE3508D4-5B10-D21E-6FB0-2DFF66C77D95}"/>
                </a:ext>
              </a:extLst>
            </p:cNvPr>
            <p:cNvSpPr/>
            <p:nvPr/>
          </p:nvSpPr>
          <p:spPr>
            <a:xfrm>
              <a:off x="3963832" y="3925249"/>
              <a:ext cx="329184" cy="329184"/>
            </a:xfrm>
            <a:prstGeom prst="ellipse">
              <a:avLst/>
            </a:prstGeom>
            <a:solidFill>
              <a:srgbClr val="0B1120"/>
            </a:solidFill>
            <a:ln w="1905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en-IN" dirty="0">
                <a:latin typeface="Georgia" panose="02040502050405020303" pitchFamily="18" charset="0"/>
              </a:endParaRPr>
            </a:p>
          </p:txBody>
        </p:sp>
        <p:sp>
          <p:nvSpPr>
            <p:cNvPr id="108" name="Text 41">
              <a:extLst>
                <a:ext uri="{FF2B5EF4-FFF2-40B4-BE49-F238E27FC236}">
                  <a16:creationId xmlns:a16="http://schemas.microsoft.com/office/drawing/2014/main" id="{5A7E5544-D66F-0D50-3716-9DD73AD87256}"/>
                </a:ext>
              </a:extLst>
            </p:cNvPr>
            <p:cNvSpPr/>
            <p:nvPr/>
          </p:nvSpPr>
          <p:spPr>
            <a:xfrm>
              <a:off x="3963832" y="3925249"/>
              <a:ext cx="329184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07</a:t>
              </a:r>
              <a:endParaRPr lang="en-US" sz="800" dirty="0">
                <a:latin typeface="Georgia" panose="02040502050405020303" pitchFamily="18" charset="0"/>
              </a:endParaRPr>
            </a:p>
          </p:txBody>
        </p:sp>
        <p:sp>
          <p:nvSpPr>
            <p:cNvPr id="109" name="Text 42">
              <a:extLst>
                <a:ext uri="{FF2B5EF4-FFF2-40B4-BE49-F238E27FC236}">
                  <a16:creationId xmlns:a16="http://schemas.microsoft.com/office/drawing/2014/main" id="{FDB6A2F7-B726-7676-AA6B-67A82BD9D5DD}"/>
                </a:ext>
              </a:extLst>
            </p:cNvPr>
            <p:cNvSpPr/>
            <p:nvPr/>
          </p:nvSpPr>
          <p:spPr>
            <a:xfrm>
              <a:off x="4082704" y="4053265"/>
              <a:ext cx="1042416" cy="5394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90000"/>
                </a:lnSpc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Employee</a:t>
              </a:r>
              <a:endParaRPr lang="en-US" sz="900" dirty="0">
                <a:latin typeface="Georgia" panose="02040502050405020303" pitchFamily="18" charset="0"/>
              </a:endParaRPr>
            </a:p>
            <a:p>
              <a:pPr marL="0" indent="0" algn="ctr">
                <a:lnSpc>
                  <a:spcPct val="90000"/>
                </a:lnSpc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Engagement</a:t>
              </a:r>
              <a:endParaRPr lang="en-US" sz="900" dirty="0">
                <a:latin typeface="Georgia" panose="02040502050405020303" pitchFamily="18" charset="0"/>
              </a:endParaRPr>
            </a:p>
          </p:txBody>
        </p:sp>
        <p:sp>
          <p:nvSpPr>
            <p:cNvPr id="110" name="Shape 43">
              <a:extLst>
                <a:ext uri="{FF2B5EF4-FFF2-40B4-BE49-F238E27FC236}">
                  <a16:creationId xmlns:a16="http://schemas.microsoft.com/office/drawing/2014/main" id="{7949C19E-BC95-461A-A93C-08484F028027}"/>
                </a:ext>
              </a:extLst>
            </p:cNvPr>
            <p:cNvSpPr/>
            <p:nvPr/>
          </p:nvSpPr>
          <p:spPr>
            <a:xfrm>
              <a:off x="2363632" y="3790052"/>
              <a:ext cx="1097280" cy="594360"/>
            </a:xfrm>
            <a:prstGeom prst="rect">
              <a:avLst/>
            </a:prstGeom>
            <a:solidFill>
              <a:srgbClr val="0891B2"/>
            </a:solidFill>
            <a:ln/>
            <a:effectLst>
              <a:outerShdw blurRad="63500" dist="254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IN" dirty="0">
                <a:latin typeface="Georgia" panose="02040502050405020303" pitchFamily="18" charset="0"/>
              </a:endParaRPr>
            </a:p>
          </p:txBody>
        </p:sp>
        <p:sp>
          <p:nvSpPr>
            <p:cNvPr id="111" name="Shape 44">
              <a:extLst>
                <a:ext uri="{FF2B5EF4-FFF2-40B4-BE49-F238E27FC236}">
                  <a16:creationId xmlns:a16="http://schemas.microsoft.com/office/drawing/2014/main" id="{A04EC590-6980-F777-2043-EB9483639E27}"/>
                </a:ext>
              </a:extLst>
            </p:cNvPr>
            <p:cNvSpPr/>
            <p:nvPr/>
          </p:nvSpPr>
          <p:spPr>
            <a:xfrm>
              <a:off x="2272192" y="3698612"/>
              <a:ext cx="329184" cy="329184"/>
            </a:xfrm>
            <a:prstGeom prst="ellipse">
              <a:avLst/>
            </a:prstGeom>
            <a:solidFill>
              <a:srgbClr val="0B1120"/>
            </a:solidFill>
            <a:ln w="19050">
              <a:solidFill>
                <a:srgbClr val="0891B2"/>
              </a:solidFill>
              <a:prstDash val="solid"/>
            </a:ln>
          </p:spPr>
          <p:txBody>
            <a:bodyPr/>
            <a:lstStyle/>
            <a:p>
              <a:endParaRPr lang="en-IN" dirty="0">
                <a:latin typeface="Georgia" panose="02040502050405020303" pitchFamily="18" charset="0"/>
              </a:endParaRPr>
            </a:p>
          </p:txBody>
        </p:sp>
        <p:sp>
          <p:nvSpPr>
            <p:cNvPr id="112" name="Text 45">
              <a:extLst>
                <a:ext uri="{FF2B5EF4-FFF2-40B4-BE49-F238E27FC236}">
                  <a16:creationId xmlns:a16="http://schemas.microsoft.com/office/drawing/2014/main" id="{F5C75C0B-6A29-674E-360D-54A527559290}"/>
                </a:ext>
              </a:extLst>
            </p:cNvPr>
            <p:cNvSpPr/>
            <p:nvPr/>
          </p:nvSpPr>
          <p:spPr>
            <a:xfrm>
              <a:off x="2272192" y="3698612"/>
              <a:ext cx="329184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08</a:t>
              </a:r>
              <a:endParaRPr lang="en-US" sz="800" dirty="0">
                <a:latin typeface="Georgia" panose="02040502050405020303" pitchFamily="18" charset="0"/>
              </a:endParaRPr>
            </a:p>
          </p:txBody>
        </p:sp>
        <p:sp>
          <p:nvSpPr>
            <p:cNvPr id="113" name="Text 46">
              <a:extLst>
                <a:ext uri="{FF2B5EF4-FFF2-40B4-BE49-F238E27FC236}">
                  <a16:creationId xmlns:a16="http://schemas.microsoft.com/office/drawing/2014/main" id="{096BDCB7-21C4-45B2-5C93-0BD1A2B625CF}"/>
                </a:ext>
              </a:extLst>
            </p:cNvPr>
            <p:cNvSpPr/>
            <p:nvPr/>
          </p:nvSpPr>
          <p:spPr>
            <a:xfrm>
              <a:off x="2391064" y="3826628"/>
              <a:ext cx="1042416" cy="5394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90000"/>
                </a:lnSpc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Internal</a:t>
              </a:r>
              <a:endParaRPr lang="en-US" sz="900" dirty="0">
                <a:latin typeface="Georgia" panose="02040502050405020303" pitchFamily="18" charset="0"/>
              </a:endParaRPr>
            </a:p>
            <a:p>
              <a:pPr marL="0" indent="0" algn="ctr">
                <a:lnSpc>
                  <a:spcPct val="90000"/>
                </a:lnSpc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Mobility</a:t>
              </a:r>
              <a:endParaRPr lang="en-US" sz="900" dirty="0">
                <a:latin typeface="Georgia" panose="02040502050405020303" pitchFamily="18" charset="0"/>
              </a:endParaRPr>
            </a:p>
          </p:txBody>
        </p:sp>
        <p:sp>
          <p:nvSpPr>
            <p:cNvPr id="114" name="Shape 47">
              <a:extLst>
                <a:ext uri="{FF2B5EF4-FFF2-40B4-BE49-F238E27FC236}">
                  <a16:creationId xmlns:a16="http://schemas.microsoft.com/office/drawing/2014/main" id="{3322E1AA-976D-0FC5-8EA4-5919C6879A7C}"/>
                </a:ext>
              </a:extLst>
            </p:cNvPr>
            <p:cNvSpPr/>
            <p:nvPr/>
          </p:nvSpPr>
          <p:spPr>
            <a:xfrm>
              <a:off x="1125266" y="3170869"/>
              <a:ext cx="1097280" cy="594360"/>
            </a:xfrm>
            <a:prstGeom prst="rect">
              <a:avLst/>
            </a:prstGeom>
            <a:solidFill>
              <a:srgbClr val="7C3AED"/>
            </a:solidFill>
            <a:ln/>
            <a:effectLst>
              <a:outerShdw blurRad="63500" dist="254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IN" dirty="0">
                <a:latin typeface="Georgia" panose="02040502050405020303" pitchFamily="18" charset="0"/>
              </a:endParaRPr>
            </a:p>
          </p:txBody>
        </p:sp>
        <p:sp>
          <p:nvSpPr>
            <p:cNvPr id="115" name="Shape 48">
              <a:extLst>
                <a:ext uri="{FF2B5EF4-FFF2-40B4-BE49-F238E27FC236}">
                  <a16:creationId xmlns:a16="http://schemas.microsoft.com/office/drawing/2014/main" id="{175A5C42-5AB8-8E8D-E1A0-E53FD244B7C2}"/>
                </a:ext>
              </a:extLst>
            </p:cNvPr>
            <p:cNvSpPr/>
            <p:nvPr/>
          </p:nvSpPr>
          <p:spPr>
            <a:xfrm>
              <a:off x="1033826" y="3079429"/>
              <a:ext cx="329184" cy="329184"/>
            </a:xfrm>
            <a:prstGeom prst="ellipse">
              <a:avLst/>
            </a:prstGeom>
            <a:solidFill>
              <a:srgbClr val="0B1120"/>
            </a:solidFill>
            <a:ln w="1905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en-IN" dirty="0">
                <a:latin typeface="Georgia" panose="02040502050405020303" pitchFamily="18" charset="0"/>
              </a:endParaRPr>
            </a:p>
          </p:txBody>
        </p:sp>
        <p:sp>
          <p:nvSpPr>
            <p:cNvPr id="116" name="Text 49">
              <a:extLst>
                <a:ext uri="{FF2B5EF4-FFF2-40B4-BE49-F238E27FC236}">
                  <a16:creationId xmlns:a16="http://schemas.microsoft.com/office/drawing/2014/main" id="{4AA55046-28C7-53AC-30B8-72D6E9C796F5}"/>
                </a:ext>
              </a:extLst>
            </p:cNvPr>
            <p:cNvSpPr/>
            <p:nvPr/>
          </p:nvSpPr>
          <p:spPr>
            <a:xfrm>
              <a:off x="1033826" y="3079429"/>
              <a:ext cx="329184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09</a:t>
              </a:r>
              <a:endParaRPr lang="en-US" sz="800" dirty="0">
                <a:latin typeface="Georgia" panose="02040502050405020303" pitchFamily="18" charset="0"/>
              </a:endParaRPr>
            </a:p>
          </p:txBody>
        </p:sp>
        <p:sp>
          <p:nvSpPr>
            <p:cNvPr id="117" name="Text 50">
              <a:extLst>
                <a:ext uri="{FF2B5EF4-FFF2-40B4-BE49-F238E27FC236}">
                  <a16:creationId xmlns:a16="http://schemas.microsoft.com/office/drawing/2014/main" id="{453EE96B-2B99-BC63-A39C-CF4E1CAAD338}"/>
                </a:ext>
              </a:extLst>
            </p:cNvPr>
            <p:cNvSpPr/>
            <p:nvPr/>
          </p:nvSpPr>
          <p:spPr>
            <a:xfrm>
              <a:off x="1152698" y="3207445"/>
              <a:ext cx="1042416" cy="5394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90000"/>
                </a:lnSpc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Succession</a:t>
              </a:r>
              <a:endParaRPr lang="en-US" sz="900" dirty="0">
                <a:latin typeface="Georgia" panose="02040502050405020303" pitchFamily="18" charset="0"/>
              </a:endParaRPr>
            </a:p>
            <a:p>
              <a:pPr marL="0" indent="0" algn="ctr">
                <a:lnSpc>
                  <a:spcPct val="90000"/>
                </a:lnSpc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Planning</a:t>
              </a:r>
              <a:endParaRPr lang="en-US" sz="900" dirty="0">
                <a:latin typeface="Georgia" panose="02040502050405020303" pitchFamily="18" charset="0"/>
              </a:endParaRPr>
            </a:p>
          </p:txBody>
        </p:sp>
        <p:sp>
          <p:nvSpPr>
            <p:cNvPr id="118" name="Shape 51">
              <a:extLst>
                <a:ext uri="{FF2B5EF4-FFF2-40B4-BE49-F238E27FC236}">
                  <a16:creationId xmlns:a16="http://schemas.microsoft.com/office/drawing/2014/main" id="{04E23800-4BF7-60C8-DDE0-742CAD1B04B2}"/>
                </a:ext>
              </a:extLst>
            </p:cNvPr>
            <p:cNvSpPr/>
            <p:nvPr/>
          </p:nvSpPr>
          <p:spPr>
            <a:xfrm>
              <a:off x="671992" y="2325049"/>
              <a:ext cx="1097280" cy="594360"/>
            </a:xfrm>
            <a:prstGeom prst="rect">
              <a:avLst/>
            </a:prstGeom>
            <a:solidFill>
              <a:srgbClr val="059669"/>
            </a:solidFill>
            <a:ln/>
            <a:effectLst>
              <a:outerShdw blurRad="63500" dist="254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IN" dirty="0">
                <a:latin typeface="Georgia" panose="02040502050405020303" pitchFamily="18" charset="0"/>
              </a:endParaRPr>
            </a:p>
          </p:txBody>
        </p:sp>
        <p:sp>
          <p:nvSpPr>
            <p:cNvPr id="119" name="Shape 52">
              <a:extLst>
                <a:ext uri="{FF2B5EF4-FFF2-40B4-BE49-F238E27FC236}">
                  <a16:creationId xmlns:a16="http://schemas.microsoft.com/office/drawing/2014/main" id="{052E879F-9794-4C70-776F-D37F56B842CA}"/>
                </a:ext>
              </a:extLst>
            </p:cNvPr>
            <p:cNvSpPr/>
            <p:nvPr/>
          </p:nvSpPr>
          <p:spPr>
            <a:xfrm>
              <a:off x="580552" y="2233609"/>
              <a:ext cx="329184" cy="329184"/>
            </a:xfrm>
            <a:prstGeom prst="ellipse">
              <a:avLst/>
            </a:prstGeom>
            <a:solidFill>
              <a:srgbClr val="0B1120"/>
            </a:solidFill>
            <a:ln w="1905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endParaRPr lang="en-IN" dirty="0">
                <a:latin typeface="Georgia" panose="02040502050405020303" pitchFamily="18" charset="0"/>
              </a:endParaRPr>
            </a:p>
          </p:txBody>
        </p:sp>
        <p:sp>
          <p:nvSpPr>
            <p:cNvPr id="120" name="Text 53">
              <a:extLst>
                <a:ext uri="{FF2B5EF4-FFF2-40B4-BE49-F238E27FC236}">
                  <a16:creationId xmlns:a16="http://schemas.microsoft.com/office/drawing/2014/main" id="{CE75D316-8A5E-8FB1-E3F4-0029BAA746A3}"/>
                </a:ext>
              </a:extLst>
            </p:cNvPr>
            <p:cNvSpPr/>
            <p:nvPr/>
          </p:nvSpPr>
          <p:spPr>
            <a:xfrm>
              <a:off x="580552" y="2233609"/>
              <a:ext cx="329184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10</a:t>
              </a:r>
              <a:endParaRPr lang="en-US" sz="800" dirty="0">
                <a:latin typeface="Georgia" panose="02040502050405020303" pitchFamily="18" charset="0"/>
              </a:endParaRPr>
            </a:p>
          </p:txBody>
        </p:sp>
        <p:sp>
          <p:nvSpPr>
            <p:cNvPr id="121" name="Text 54">
              <a:extLst>
                <a:ext uri="{FF2B5EF4-FFF2-40B4-BE49-F238E27FC236}">
                  <a16:creationId xmlns:a16="http://schemas.microsoft.com/office/drawing/2014/main" id="{96D8FBF1-FAF0-1596-B5A5-595194B032D4}"/>
                </a:ext>
              </a:extLst>
            </p:cNvPr>
            <p:cNvSpPr/>
            <p:nvPr/>
          </p:nvSpPr>
          <p:spPr>
            <a:xfrm>
              <a:off x="699424" y="2361625"/>
              <a:ext cx="1042416" cy="5394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90000"/>
                </a:lnSpc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DEI</a:t>
              </a:r>
              <a:endParaRPr lang="en-US" sz="900" dirty="0">
                <a:latin typeface="Georgia" panose="02040502050405020303" pitchFamily="18" charset="0"/>
              </a:endParaRPr>
            </a:p>
          </p:txBody>
        </p:sp>
        <p:sp>
          <p:nvSpPr>
            <p:cNvPr id="122" name="Shape 55">
              <a:extLst>
                <a:ext uri="{FF2B5EF4-FFF2-40B4-BE49-F238E27FC236}">
                  <a16:creationId xmlns:a16="http://schemas.microsoft.com/office/drawing/2014/main" id="{1CDC1362-1349-0471-9B05-6D65CD815743}"/>
                </a:ext>
              </a:extLst>
            </p:cNvPr>
            <p:cNvSpPr/>
            <p:nvPr/>
          </p:nvSpPr>
          <p:spPr>
            <a:xfrm>
              <a:off x="1125266" y="1479229"/>
              <a:ext cx="1097280" cy="594360"/>
            </a:xfrm>
            <a:prstGeom prst="rect">
              <a:avLst/>
            </a:prstGeom>
            <a:solidFill>
              <a:srgbClr val="1B65D6"/>
            </a:solidFill>
            <a:ln/>
            <a:effectLst>
              <a:outerShdw blurRad="63500" dist="254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IN" dirty="0">
                <a:latin typeface="Georgia" panose="02040502050405020303" pitchFamily="18" charset="0"/>
              </a:endParaRPr>
            </a:p>
          </p:txBody>
        </p:sp>
        <p:sp>
          <p:nvSpPr>
            <p:cNvPr id="123" name="Shape 56">
              <a:extLst>
                <a:ext uri="{FF2B5EF4-FFF2-40B4-BE49-F238E27FC236}">
                  <a16:creationId xmlns:a16="http://schemas.microsoft.com/office/drawing/2014/main" id="{B3F41608-175B-EA26-3E11-926A9A6480E4}"/>
                </a:ext>
              </a:extLst>
            </p:cNvPr>
            <p:cNvSpPr/>
            <p:nvPr/>
          </p:nvSpPr>
          <p:spPr>
            <a:xfrm>
              <a:off x="1033826" y="1387789"/>
              <a:ext cx="329184" cy="329184"/>
            </a:xfrm>
            <a:prstGeom prst="ellipse">
              <a:avLst/>
            </a:prstGeom>
            <a:solidFill>
              <a:srgbClr val="0B1120"/>
            </a:solidFill>
            <a:ln w="19050">
              <a:solidFill>
                <a:srgbClr val="1B65D6"/>
              </a:solidFill>
              <a:prstDash val="solid"/>
            </a:ln>
          </p:spPr>
          <p:txBody>
            <a:bodyPr/>
            <a:lstStyle/>
            <a:p>
              <a:endParaRPr lang="en-IN" dirty="0">
                <a:latin typeface="Georgia" panose="02040502050405020303" pitchFamily="18" charset="0"/>
              </a:endParaRPr>
            </a:p>
          </p:txBody>
        </p:sp>
        <p:sp>
          <p:nvSpPr>
            <p:cNvPr id="124" name="Text 57">
              <a:extLst>
                <a:ext uri="{FF2B5EF4-FFF2-40B4-BE49-F238E27FC236}">
                  <a16:creationId xmlns:a16="http://schemas.microsoft.com/office/drawing/2014/main" id="{239D5C46-3F46-0BA8-6131-345C8AABEAFA}"/>
                </a:ext>
              </a:extLst>
            </p:cNvPr>
            <p:cNvSpPr/>
            <p:nvPr/>
          </p:nvSpPr>
          <p:spPr>
            <a:xfrm>
              <a:off x="1033826" y="1387789"/>
              <a:ext cx="329184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11</a:t>
              </a:r>
              <a:endParaRPr lang="en-US" sz="800" dirty="0">
                <a:latin typeface="Georgia" panose="02040502050405020303" pitchFamily="18" charset="0"/>
              </a:endParaRPr>
            </a:p>
          </p:txBody>
        </p:sp>
        <p:sp>
          <p:nvSpPr>
            <p:cNvPr id="125" name="Text 58">
              <a:extLst>
                <a:ext uri="{FF2B5EF4-FFF2-40B4-BE49-F238E27FC236}">
                  <a16:creationId xmlns:a16="http://schemas.microsoft.com/office/drawing/2014/main" id="{1EFE0BB3-30EE-F362-B3D3-FA2A93F89EF9}"/>
                </a:ext>
              </a:extLst>
            </p:cNvPr>
            <p:cNvSpPr/>
            <p:nvPr/>
          </p:nvSpPr>
          <p:spPr>
            <a:xfrm>
              <a:off x="1152698" y="1515805"/>
              <a:ext cx="1042416" cy="5394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90000"/>
                </a:lnSpc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HR Ops &amp;</a:t>
              </a:r>
              <a:endParaRPr lang="en-US" sz="900" dirty="0">
                <a:latin typeface="Georgia" panose="02040502050405020303" pitchFamily="18" charset="0"/>
              </a:endParaRPr>
            </a:p>
            <a:p>
              <a:pPr marL="0" indent="0" algn="ctr">
                <a:lnSpc>
                  <a:spcPct val="90000"/>
                </a:lnSpc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Service</a:t>
              </a:r>
              <a:endParaRPr lang="en-US" sz="900" dirty="0">
                <a:latin typeface="Georgia" panose="02040502050405020303" pitchFamily="18" charset="0"/>
              </a:endParaRPr>
            </a:p>
          </p:txBody>
        </p:sp>
        <p:sp>
          <p:nvSpPr>
            <p:cNvPr id="126" name="Shape 59">
              <a:extLst>
                <a:ext uri="{FF2B5EF4-FFF2-40B4-BE49-F238E27FC236}">
                  <a16:creationId xmlns:a16="http://schemas.microsoft.com/office/drawing/2014/main" id="{668484A3-4C2F-C6AD-F170-241642D1CCC3}"/>
                </a:ext>
              </a:extLst>
            </p:cNvPr>
            <p:cNvSpPr/>
            <p:nvPr/>
          </p:nvSpPr>
          <p:spPr>
            <a:xfrm>
              <a:off x="2363632" y="860046"/>
              <a:ext cx="1097280" cy="594360"/>
            </a:xfrm>
            <a:prstGeom prst="rect">
              <a:avLst/>
            </a:prstGeom>
            <a:solidFill>
              <a:srgbClr val="B83230"/>
            </a:solidFill>
            <a:ln/>
            <a:effectLst>
              <a:outerShdw blurRad="63500" dist="254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IN" dirty="0">
                <a:latin typeface="Georgia" panose="02040502050405020303" pitchFamily="18" charset="0"/>
              </a:endParaRPr>
            </a:p>
          </p:txBody>
        </p:sp>
        <p:sp>
          <p:nvSpPr>
            <p:cNvPr id="127" name="Shape 60">
              <a:extLst>
                <a:ext uri="{FF2B5EF4-FFF2-40B4-BE49-F238E27FC236}">
                  <a16:creationId xmlns:a16="http://schemas.microsoft.com/office/drawing/2014/main" id="{7AFCBE73-4872-8B0A-A8DD-18A8A0E70842}"/>
                </a:ext>
              </a:extLst>
            </p:cNvPr>
            <p:cNvSpPr/>
            <p:nvPr/>
          </p:nvSpPr>
          <p:spPr>
            <a:xfrm>
              <a:off x="2272192" y="768606"/>
              <a:ext cx="329184" cy="329184"/>
            </a:xfrm>
            <a:prstGeom prst="ellipse">
              <a:avLst/>
            </a:prstGeom>
            <a:solidFill>
              <a:srgbClr val="0B1120"/>
            </a:solidFill>
            <a:ln w="19050">
              <a:solidFill>
                <a:srgbClr val="B83230"/>
              </a:solidFill>
              <a:prstDash val="solid"/>
            </a:ln>
          </p:spPr>
          <p:txBody>
            <a:bodyPr/>
            <a:lstStyle/>
            <a:p>
              <a:endParaRPr lang="en-IN" dirty="0">
                <a:latin typeface="Georgia" panose="02040502050405020303" pitchFamily="18" charset="0"/>
              </a:endParaRPr>
            </a:p>
          </p:txBody>
        </p:sp>
        <p:sp>
          <p:nvSpPr>
            <p:cNvPr id="128" name="Text 61">
              <a:extLst>
                <a:ext uri="{FF2B5EF4-FFF2-40B4-BE49-F238E27FC236}">
                  <a16:creationId xmlns:a16="http://schemas.microsoft.com/office/drawing/2014/main" id="{744DBC64-8D7C-71E4-3EB1-82E5BC8C886E}"/>
                </a:ext>
              </a:extLst>
            </p:cNvPr>
            <p:cNvSpPr/>
            <p:nvPr/>
          </p:nvSpPr>
          <p:spPr>
            <a:xfrm>
              <a:off x="2272192" y="768606"/>
              <a:ext cx="329184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12</a:t>
              </a:r>
              <a:endParaRPr lang="en-US" sz="800" dirty="0">
                <a:latin typeface="Georgia" panose="02040502050405020303" pitchFamily="18" charset="0"/>
              </a:endParaRPr>
            </a:p>
          </p:txBody>
        </p:sp>
        <p:sp>
          <p:nvSpPr>
            <p:cNvPr id="129" name="Text 62">
              <a:extLst>
                <a:ext uri="{FF2B5EF4-FFF2-40B4-BE49-F238E27FC236}">
                  <a16:creationId xmlns:a16="http://schemas.microsoft.com/office/drawing/2014/main" id="{25D16F78-988E-CC32-81C8-F8DACB5554ED}"/>
                </a:ext>
              </a:extLst>
            </p:cNvPr>
            <p:cNvSpPr/>
            <p:nvPr/>
          </p:nvSpPr>
          <p:spPr>
            <a:xfrm>
              <a:off x="2391064" y="896622"/>
              <a:ext cx="1042416" cy="5394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90000"/>
                </a:lnSpc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Offboarding</a:t>
              </a:r>
              <a:endParaRPr lang="en-US" sz="900" dirty="0">
                <a:latin typeface="Georgia" panose="02040502050405020303" pitchFamily="18" charset="0"/>
              </a:endParaRPr>
            </a:p>
            <a:p>
              <a:pPr marL="0" indent="0" algn="ctr">
                <a:lnSpc>
                  <a:spcPct val="90000"/>
                </a:lnSpc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&amp; Alumni</a:t>
              </a:r>
              <a:endParaRPr lang="en-US" sz="900" dirty="0">
                <a:latin typeface="Georgia" panose="02040502050405020303" pitchFamily="18" charset="0"/>
              </a:endParaRPr>
            </a:p>
          </p:txBody>
        </p:sp>
        <p:sp>
          <p:nvSpPr>
            <p:cNvPr id="130" name="Shape 63">
              <a:extLst>
                <a:ext uri="{FF2B5EF4-FFF2-40B4-BE49-F238E27FC236}">
                  <a16:creationId xmlns:a16="http://schemas.microsoft.com/office/drawing/2014/main" id="{A1F6FA50-6D0D-6849-B05A-4B82BA2BE350}"/>
                </a:ext>
              </a:extLst>
            </p:cNvPr>
            <p:cNvSpPr/>
            <p:nvPr/>
          </p:nvSpPr>
          <p:spPr>
            <a:xfrm>
              <a:off x="3598072" y="1890709"/>
              <a:ext cx="2011680" cy="146304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  <a:alpha val="10000"/>
              </a:schemeClr>
            </a:solidFill>
            <a:ln w="12700">
              <a:solidFill>
                <a:schemeClr val="accent1">
                  <a:alpha val="70000"/>
                </a:schemeClr>
              </a:solidFill>
              <a:prstDash val="solid"/>
            </a:ln>
          </p:spPr>
          <p:txBody>
            <a:bodyPr/>
            <a:lstStyle/>
            <a:p>
              <a:endParaRPr lang="en-IN" dirty="0">
                <a:latin typeface="Georgia" panose="02040502050405020303" pitchFamily="18" charset="0"/>
              </a:endParaRPr>
            </a:p>
          </p:txBody>
        </p:sp>
        <p:sp>
          <p:nvSpPr>
            <p:cNvPr id="131" name="Shape 64">
              <a:extLst>
                <a:ext uri="{FF2B5EF4-FFF2-40B4-BE49-F238E27FC236}">
                  <a16:creationId xmlns:a16="http://schemas.microsoft.com/office/drawing/2014/main" id="{8095B5B4-4CBC-CB8F-E476-BBE72B32DFC3}"/>
                </a:ext>
              </a:extLst>
            </p:cNvPr>
            <p:cNvSpPr/>
            <p:nvPr/>
          </p:nvSpPr>
          <p:spPr>
            <a:xfrm>
              <a:off x="3780952" y="2027869"/>
              <a:ext cx="1645920" cy="118872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9050">
              <a:solidFill>
                <a:schemeClr val="accent1"/>
              </a:solidFill>
              <a:prstDash val="solid"/>
            </a:ln>
          </p:spPr>
          <p:txBody>
            <a:bodyPr/>
            <a:lstStyle/>
            <a:p>
              <a:endParaRPr lang="en-IN" dirty="0">
                <a:latin typeface="Georgia" panose="02040502050405020303" pitchFamily="18" charset="0"/>
              </a:endParaRPr>
            </a:p>
          </p:txBody>
        </p:sp>
        <p:sp>
          <p:nvSpPr>
            <p:cNvPr id="132" name="Text 65">
              <a:extLst>
                <a:ext uri="{FF2B5EF4-FFF2-40B4-BE49-F238E27FC236}">
                  <a16:creationId xmlns:a16="http://schemas.microsoft.com/office/drawing/2014/main" id="{EB639678-088F-240A-3945-F323884E01CB}"/>
                </a:ext>
              </a:extLst>
            </p:cNvPr>
            <p:cNvSpPr/>
            <p:nvPr/>
          </p:nvSpPr>
          <p:spPr>
            <a:xfrm>
              <a:off x="3826672" y="2146741"/>
              <a:ext cx="1554480" cy="95097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90000"/>
                </a:lnSpc>
                <a:buNone/>
              </a:pPr>
              <a:r>
                <a:rPr lang="en-US" sz="900" b="1" kern="0" spc="250" dirty="0">
                  <a:solidFill>
                    <a:schemeClr val="bg2">
                      <a:lumMod val="25000"/>
                    </a:schemeClr>
                  </a:solidFill>
                  <a:latin typeface="Georgia" panose="02040502050405020303" pitchFamily="18" charset="0"/>
                  <a:ea typeface="Georgia" pitchFamily="34" charset="-122"/>
                  <a:cs typeface="Georgia" pitchFamily="34" charset="-120"/>
                </a:rPr>
                <a:t>AI-NATIVE</a:t>
              </a:r>
              <a:endParaRPr lang="en-US" sz="800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endParaRPr>
            </a:p>
            <a:p>
              <a:pPr marL="0" indent="0" algn="ctr">
                <a:lnSpc>
                  <a:spcPct val="90000"/>
                </a:lnSpc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Georgia" panose="02040502050405020303" pitchFamily="18" charset="0"/>
                  <a:ea typeface="Georgia" pitchFamily="34" charset="-122"/>
                  <a:cs typeface="Georgia" pitchFamily="34" charset="-120"/>
                </a:rPr>
                <a:t>Intelligence</a:t>
              </a:r>
              <a:endParaRPr lang="en-US" sz="800" dirty="0">
                <a:latin typeface="Georgia" panose="02040502050405020303" pitchFamily="18" charset="0"/>
              </a:endParaRPr>
            </a:p>
            <a:p>
              <a:pPr marL="0" indent="0" algn="ctr">
                <a:lnSpc>
                  <a:spcPct val="90000"/>
                </a:lnSpc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Georgia" panose="02040502050405020303" pitchFamily="18" charset="0"/>
                  <a:ea typeface="Georgia" pitchFamily="34" charset="-122"/>
                  <a:cs typeface="Georgia" pitchFamily="34" charset="-120"/>
                </a:rPr>
                <a:t>Engine</a:t>
              </a:r>
              <a:endParaRPr lang="en-US" sz="800" dirty="0">
                <a:latin typeface="Georgia" panose="02040502050405020303" pitchFamily="18" charset="0"/>
              </a:endParaRPr>
            </a:p>
          </p:txBody>
        </p:sp>
      </p:grpSp>
      <p:sp>
        <p:nvSpPr>
          <p:cNvPr id="133" name="Text 66">
            <a:extLst>
              <a:ext uri="{FF2B5EF4-FFF2-40B4-BE49-F238E27FC236}">
                <a16:creationId xmlns:a16="http://schemas.microsoft.com/office/drawing/2014/main" id="{D09B0EFA-1A11-2132-F0A1-5ECB5BF55F54}"/>
              </a:ext>
            </a:extLst>
          </p:cNvPr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A continuous cycle — each stage feeds the next, AI connects them all</a:t>
            </a:r>
            <a:endParaRPr lang="en-US" sz="12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24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65D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548640" y="336042"/>
            <a:ext cx="457200" cy="457200"/>
          </a:xfrm>
          <a:prstGeom prst="rect">
            <a:avLst/>
          </a:prstGeom>
          <a:solidFill>
            <a:srgbClr val="1B65D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548640" y="33604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33604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Workforce Planning</a:t>
            </a:r>
            <a:endParaRPr lang="en-US" sz="22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840D69F-A279-67BB-659F-35629492E4AC}"/>
              </a:ext>
            </a:extLst>
          </p:cNvPr>
          <p:cNvGrpSpPr/>
          <p:nvPr/>
        </p:nvGrpSpPr>
        <p:grpSpPr>
          <a:xfrm>
            <a:off x="548640" y="1024128"/>
            <a:ext cx="4343400" cy="932688"/>
            <a:chOff x="548640" y="868680"/>
            <a:chExt cx="4343400" cy="932688"/>
          </a:xfrm>
        </p:grpSpPr>
        <p:sp>
          <p:nvSpPr>
            <p:cNvPr id="6" name="Text 4"/>
            <p:cNvSpPr/>
            <p:nvPr/>
          </p:nvSpPr>
          <p:spPr>
            <a:xfrm>
              <a:off x="548640" y="86868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200" dirty="0">
                  <a:solidFill>
                    <a:srgbClr val="B832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PRE-AI</a:t>
              </a:r>
              <a:endParaRPr lang="en-US" sz="9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548640" y="1115568"/>
              <a:ext cx="4343400" cy="6858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Annual, headcount-driven, spreadsheet-based exercise tied to finance cycles. No skill-level modeling. Plans obsolete within one quarter.</a:t>
              </a:r>
              <a:endParaRPr lang="en-US" sz="11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C72BCE4-061E-ABE3-235C-6831148F95C2}"/>
              </a:ext>
            </a:extLst>
          </p:cNvPr>
          <p:cNvGrpSpPr/>
          <p:nvPr/>
        </p:nvGrpSpPr>
        <p:grpSpPr>
          <a:xfrm>
            <a:off x="548640" y="2164842"/>
            <a:ext cx="4343400" cy="1024128"/>
            <a:chOff x="548640" y="1828800"/>
            <a:chExt cx="4343400" cy="1024128"/>
          </a:xfrm>
        </p:grpSpPr>
        <p:sp>
          <p:nvSpPr>
            <p:cNvPr id="8" name="Text 6"/>
            <p:cNvSpPr/>
            <p:nvPr/>
          </p:nvSpPr>
          <p:spPr>
            <a:xfrm>
              <a:off x="548640" y="1828800"/>
              <a:ext cx="10972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200" dirty="0">
                  <a:solidFill>
                    <a:srgbClr val="1B65D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AI-NATIVE</a:t>
              </a:r>
              <a:endParaRPr lang="en-US" sz="9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48640" y="2075688"/>
              <a:ext cx="4343400" cy="7772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decomposes roles into skill primitives. Scenario engines model: "What if we automate 30% of ops?" Planning becomes continuous, skill-based, and strategy-linked.</a:t>
              </a:r>
              <a:endParaRPr lang="en-US" sz="1100" dirty="0"/>
            </a:p>
          </p:txBody>
        </p:sp>
      </p:grpSp>
      <p:sp>
        <p:nvSpPr>
          <p:cNvPr id="13" name="Text 11"/>
          <p:cNvSpPr/>
          <p:nvPr/>
        </p:nvSpPr>
        <p:spPr>
          <a:xfrm>
            <a:off x="2104680" y="4702302"/>
            <a:ext cx="49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Tools : Eightfold Talent Design · Gloat Signal · Workday Skills Cloud · Lightcast</a:t>
            </a:r>
          </a:p>
        </p:txBody>
      </p:sp>
      <p:sp>
        <p:nvSpPr>
          <p:cNvPr id="14" name="Shape 12"/>
          <p:cNvSpPr/>
          <p:nvPr/>
        </p:nvSpPr>
        <p:spPr>
          <a:xfrm>
            <a:off x="5166360" y="857250"/>
            <a:ext cx="3520440" cy="342900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5349240" y="106756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49240" y="134188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120"/>
                </a:solidFill>
                <a:latin typeface="Georgia" pitchFamily="34" charset="0"/>
              </a:rPr>
              <a:t>Vodafone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49240" y="166192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Eightfold AI · 2024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49240" y="1981962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Eightfold's Talent Intelligence to shift from role-based to skills-based workforce planning across 98,000 employees globally, mapping 3,800+ unique skills and identifying redeployment opportunities that reduced external hiring dependency. </a:t>
            </a:r>
            <a:r>
              <a:rPr lang="en-US" sz="1100" dirty="0">
                <a:solidFill>
                  <a:srgbClr val="3B4D6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source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83480" y="976122"/>
            <a:ext cx="0" cy="3429000"/>
          </a:xfrm>
          <a:prstGeom prst="line">
            <a:avLst/>
          </a:prstGeom>
          <a:noFill/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C2D4BF4-A27E-4159-E1A9-50DB93B55DD0}"/>
              </a:ext>
            </a:extLst>
          </p:cNvPr>
          <p:cNvGrpSpPr/>
          <p:nvPr/>
        </p:nvGrpSpPr>
        <p:grpSpPr>
          <a:xfrm>
            <a:off x="5303520" y="3121429"/>
            <a:ext cx="1600200" cy="868680"/>
            <a:chOff x="5349240" y="3108960"/>
            <a:chExt cx="1417320" cy="868680"/>
          </a:xfrm>
        </p:grpSpPr>
        <p:sp>
          <p:nvSpPr>
            <p:cNvPr id="24" name="Shape 17">
              <a:extLst>
                <a:ext uri="{FF2B5EF4-FFF2-40B4-BE49-F238E27FC236}">
                  <a16:creationId xmlns:a16="http://schemas.microsoft.com/office/drawing/2014/main" id="{5EC5B055-8A09-75FB-4FAB-8E126E144D3E}"/>
                </a:ext>
              </a:extLst>
            </p:cNvPr>
            <p:cNvSpPr/>
            <p:nvPr/>
          </p:nvSpPr>
          <p:spPr>
            <a:xfrm>
              <a:off x="5349240" y="3108960"/>
              <a:ext cx="1417320" cy="86868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5" name="Text 18">
              <a:extLst>
                <a:ext uri="{FF2B5EF4-FFF2-40B4-BE49-F238E27FC236}">
                  <a16:creationId xmlns:a16="http://schemas.microsoft.com/office/drawing/2014/main" id="{368C6E84-0EE2-6FFB-CAC6-A020E3E4F90C}"/>
                </a:ext>
              </a:extLst>
            </p:cNvPr>
            <p:cNvSpPr/>
            <p:nvPr/>
          </p:nvSpPr>
          <p:spPr>
            <a:xfrm>
              <a:off x="5349240" y="3154680"/>
              <a:ext cx="14173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1B65D6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14000+</a:t>
              </a:r>
              <a:endParaRPr lang="en-US" sz="2400" dirty="0">
                <a:solidFill>
                  <a:srgbClr val="1B65D6"/>
                </a:solidFill>
              </a:endParaRPr>
            </a:p>
          </p:txBody>
        </p:sp>
        <p:sp>
          <p:nvSpPr>
            <p:cNvPr id="26" name="Text 19">
              <a:extLst>
                <a:ext uri="{FF2B5EF4-FFF2-40B4-BE49-F238E27FC236}">
                  <a16:creationId xmlns:a16="http://schemas.microsoft.com/office/drawing/2014/main" id="{11AA6A3D-A7BE-2986-F145-24738E1CD694}"/>
                </a:ext>
              </a:extLst>
            </p:cNvPr>
            <p:cNvSpPr/>
            <p:nvPr/>
          </p:nvSpPr>
          <p:spPr>
            <a:xfrm>
              <a:off x="5349240" y="3611880"/>
              <a:ext cx="1417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Employees with a skill profile</a:t>
              </a:r>
              <a:endParaRPr lang="en-US" sz="9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FDC1EFD-19E9-45F8-5D84-D50A091F5768}"/>
              </a:ext>
            </a:extLst>
          </p:cNvPr>
          <p:cNvGrpSpPr/>
          <p:nvPr/>
        </p:nvGrpSpPr>
        <p:grpSpPr>
          <a:xfrm>
            <a:off x="6995160" y="3121429"/>
            <a:ext cx="1600200" cy="868680"/>
            <a:chOff x="5349240" y="3108960"/>
            <a:chExt cx="1417320" cy="868680"/>
          </a:xfrm>
        </p:grpSpPr>
        <p:sp>
          <p:nvSpPr>
            <p:cNvPr id="28" name="Shape 17">
              <a:extLst>
                <a:ext uri="{FF2B5EF4-FFF2-40B4-BE49-F238E27FC236}">
                  <a16:creationId xmlns:a16="http://schemas.microsoft.com/office/drawing/2014/main" id="{16526AD4-0A7C-B5B8-9C74-322C05E5F562}"/>
                </a:ext>
              </a:extLst>
            </p:cNvPr>
            <p:cNvSpPr/>
            <p:nvPr/>
          </p:nvSpPr>
          <p:spPr>
            <a:xfrm>
              <a:off x="5349240" y="3108960"/>
              <a:ext cx="1417320" cy="86868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9" name="Text 18">
              <a:extLst>
                <a:ext uri="{FF2B5EF4-FFF2-40B4-BE49-F238E27FC236}">
                  <a16:creationId xmlns:a16="http://schemas.microsoft.com/office/drawing/2014/main" id="{6B258459-895C-8FA9-B068-4AFF4CBC2EC7}"/>
                </a:ext>
              </a:extLst>
            </p:cNvPr>
            <p:cNvSpPr/>
            <p:nvPr/>
          </p:nvSpPr>
          <p:spPr>
            <a:xfrm>
              <a:off x="5349240" y="3154680"/>
              <a:ext cx="14173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1B65D6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50%</a:t>
              </a:r>
              <a:endParaRPr lang="en-US" sz="2400" dirty="0">
                <a:solidFill>
                  <a:srgbClr val="1B65D6"/>
                </a:solidFill>
              </a:endParaRPr>
            </a:p>
          </p:txBody>
        </p:sp>
        <p:sp>
          <p:nvSpPr>
            <p:cNvPr id="30" name="Text 19">
              <a:extLst>
                <a:ext uri="{FF2B5EF4-FFF2-40B4-BE49-F238E27FC236}">
                  <a16:creationId xmlns:a16="http://schemas.microsoft.com/office/drawing/2014/main" id="{4329C300-3D6E-BBD2-86BB-2C912B757887}"/>
                </a:ext>
              </a:extLst>
            </p:cNvPr>
            <p:cNvSpPr/>
            <p:nvPr/>
          </p:nvSpPr>
          <p:spPr>
            <a:xfrm>
              <a:off x="5349240" y="3611880"/>
              <a:ext cx="1417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Decrease in time to hire</a:t>
              </a:r>
              <a:endParaRPr lang="en-US" sz="900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8844CF8-ED90-7C65-8A55-60799FAC40FA}"/>
              </a:ext>
            </a:extLst>
          </p:cNvPr>
          <p:cNvGrpSpPr/>
          <p:nvPr/>
        </p:nvGrpSpPr>
        <p:grpSpPr>
          <a:xfrm>
            <a:off x="548640" y="3121429"/>
            <a:ext cx="4343400" cy="1186780"/>
            <a:chOff x="548640" y="2926080"/>
            <a:chExt cx="4343400" cy="914400"/>
          </a:xfrm>
        </p:grpSpPr>
        <p:sp>
          <p:nvSpPr>
            <p:cNvPr id="32" name="Shape 8">
              <a:extLst>
                <a:ext uri="{FF2B5EF4-FFF2-40B4-BE49-F238E27FC236}">
                  <a16:creationId xmlns:a16="http://schemas.microsoft.com/office/drawing/2014/main" id="{50EE00DD-5B80-F4C3-2CD4-29276FC44846}"/>
                </a:ext>
              </a:extLst>
            </p:cNvPr>
            <p:cNvSpPr/>
            <p:nvPr/>
          </p:nvSpPr>
          <p:spPr>
            <a:xfrm>
              <a:off x="548640" y="2926080"/>
              <a:ext cx="4343400" cy="914400"/>
            </a:xfrm>
            <a:prstGeom prst="rect">
              <a:avLst/>
            </a:prstGeom>
            <a:solidFill>
              <a:srgbClr val="E8F0FE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3" name="Text 9">
              <a:extLst>
                <a:ext uri="{FF2B5EF4-FFF2-40B4-BE49-F238E27FC236}">
                  <a16:creationId xmlns:a16="http://schemas.microsoft.com/office/drawing/2014/main" id="{2A7AD418-8C04-34B3-B63C-E884E0F2F6E9}"/>
                </a:ext>
              </a:extLst>
            </p:cNvPr>
            <p:cNvSpPr/>
            <p:nvPr/>
          </p:nvSpPr>
          <p:spPr>
            <a:xfrm>
              <a:off x="685800" y="2953512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150" dirty="0">
                  <a:solidFill>
                    <a:srgbClr val="00B0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INTELLIGENCE DELTA</a:t>
              </a:r>
              <a:endParaRPr lang="en-US" sz="900" dirty="0">
                <a:solidFill>
                  <a:srgbClr val="00B050"/>
                </a:solidFill>
              </a:endParaRPr>
            </a:p>
          </p:txBody>
        </p:sp>
        <p:sp>
          <p:nvSpPr>
            <p:cNvPr id="34" name="Text 10">
              <a:extLst>
                <a:ext uri="{FF2B5EF4-FFF2-40B4-BE49-F238E27FC236}">
                  <a16:creationId xmlns:a16="http://schemas.microsoft.com/office/drawing/2014/main" id="{22C98E27-3817-C925-5AFF-68036D2B42D4}"/>
                </a:ext>
              </a:extLst>
            </p:cNvPr>
            <p:cNvSpPr/>
            <p:nvPr/>
          </p:nvSpPr>
          <p:spPr>
            <a:xfrm>
              <a:off x="685800" y="3182112"/>
              <a:ext cx="4069080" cy="5943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41E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See the workforce as a dynamic skill collective having surpluses, deficits, adjacencies visible in real time. Model workforce impact of business decisions before they're made.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C0750-77D2-7419-8592-EB971FA06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EB1BB4F-B7D6-F709-4A7A-9A80C07671F0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7B5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C834541-93FC-0137-00E2-A2FE44F53DF0}"/>
              </a:ext>
            </a:extLst>
          </p:cNvPr>
          <p:cNvSpPr/>
          <p:nvPr/>
        </p:nvSpPr>
        <p:spPr>
          <a:xfrm>
            <a:off x="548640" y="336042"/>
            <a:ext cx="457200" cy="457200"/>
          </a:xfrm>
          <a:prstGeom prst="rect">
            <a:avLst/>
          </a:prstGeom>
          <a:solidFill>
            <a:srgbClr val="0A7B5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DD018D4-FA40-6F5A-A7E2-87964E2E7836}"/>
              </a:ext>
            </a:extLst>
          </p:cNvPr>
          <p:cNvSpPr/>
          <p:nvPr/>
        </p:nvSpPr>
        <p:spPr>
          <a:xfrm>
            <a:off x="548640" y="33604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2CF3769-7968-DB04-034A-23B9770B837B}"/>
              </a:ext>
            </a:extLst>
          </p:cNvPr>
          <p:cNvSpPr/>
          <p:nvPr/>
        </p:nvSpPr>
        <p:spPr>
          <a:xfrm>
            <a:off x="1143000" y="33604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0B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Talent Acquisition</a:t>
            </a:r>
            <a:endParaRPr lang="en-US" sz="22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9F3EAFF-6B28-6880-60F2-0B1515FF4DD9}"/>
              </a:ext>
            </a:extLst>
          </p:cNvPr>
          <p:cNvGrpSpPr/>
          <p:nvPr/>
        </p:nvGrpSpPr>
        <p:grpSpPr>
          <a:xfrm>
            <a:off x="548640" y="1024128"/>
            <a:ext cx="4343400" cy="932688"/>
            <a:chOff x="548640" y="868680"/>
            <a:chExt cx="4343400" cy="932688"/>
          </a:xfrm>
        </p:grpSpPr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E81F75E1-5D31-AC4C-2A92-AC195DC98F4A}"/>
                </a:ext>
              </a:extLst>
            </p:cNvPr>
            <p:cNvSpPr/>
            <p:nvPr/>
          </p:nvSpPr>
          <p:spPr>
            <a:xfrm>
              <a:off x="548640" y="86868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200" dirty="0">
                  <a:solidFill>
                    <a:srgbClr val="B832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PRE-AI</a:t>
              </a:r>
              <a:endParaRPr lang="en-US" sz="900"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C337CCBB-D48A-5DDA-CA60-60AA809631F8}"/>
                </a:ext>
              </a:extLst>
            </p:cNvPr>
            <p:cNvSpPr/>
            <p:nvPr/>
          </p:nvSpPr>
          <p:spPr>
            <a:xfrm>
              <a:off x="548640" y="1115568"/>
              <a:ext cx="4343400" cy="6858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1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Manual resume screening, keyword matching, unstructured interviews. 23-day avg screen-to-interview. 46% quality-of-hire dissatisfaction.</a:t>
              </a:r>
              <a:endParaRPr lang="en-US" sz="11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2B8EBA2-184A-5181-5E53-8C587B49C7CC}"/>
              </a:ext>
            </a:extLst>
          </p:cNvPr>
          <p:cNvGrpSpPr/>
          <p:nvPr/>
        </p:nvGrpSpPr>
        <p:grpSpPr>
          <a:xfrm>
            <a:off x="548640" y="2164842"/>
            <a:ext cx="4343400" cy="1024128"/>
            <a:chOff x="548640" y="1828800"/>
            <a:chExt cx="4343400" cy="1024128"/>
          </a:xfrm>
        </p:grpSpPr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0FC09FF3-5BFB-7F38-4CFE-DDE5EFEEE9D8}"/>
                </a:ext>
              </a:extLst>
            </p:cNvPr>
            <p:cNvSpPr/>
            <p:nvPr/>
          </p:nvSpPr>
          <p:spPr>
            <a:xfrm>
              <a:off x="548640" y="1828800"/>
              <a:ext cx="10972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200" dirty="0">
                  <a:solidFill>
                    <a:srgbClr val="1B65D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AI-NATIVE</a:t>
              </a:r>
              <a:endParaRPr lang="en-US" sz="900" dirty="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ADFFFCD8-A899-5045-E8F6-6C94EE216D28}"/>
                </a:ext>
              </a:extLst>
            </p:cNvPr>
            <p:cNvSpPr/>
            <p:nvPr/>
          </p:nvSpPr>
          <p:spPr>
            <a:xfrm>
              <a:off x="548640" y="2075688"/>
              <a:ext cx="4343400" cy="7772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1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Skill-graph matching surfaces best-fit candidates. Trait-based assessments predict success probability, flight risk, and time-to-productivity. Recruiter becomes curator, not screener.</a:t>
              </a:r>
              <a:endParaRPr lang="en-US" sz="11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F89AE04-651C-AF47-2E6D-F30D9E227197}"/>
              </a:ext>
            </a:extLst>
          </p:cNvPr>
          <p:cNvGrpSpPr/>
          <p:nvPr/>
        </p:nvGrpSpPr>
        <p:grpSpPr>
          <a:xfrm>
            <a:off x="548640" y="3121429"/>
            <a:ext cx="4343400" cy="1186780"/>
            <a:chOff x="548640" y="2926080"/>
            <a:chExt cx="4343400" cy="914400"/>
          </a:xfrm>
        </p:grpSpPr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AB6364EB-1115-3772-14BE-E13A98C6804C}"/>
                </a:ext>
              </a:extLst>
            </p:cNvPr>
            <p:cNvSpPr/>
            <p:nvPr/>
          </p:nvSpPr>
          <p:spPr>
            <a:xfrm>
              <a:off x="548640" y="2926080"/>
              <a:ext cx="4343400" cy="914400"/>
            </a:xfrm>
            <a:prstGeom prst="rect">
              <a:avLst/>
            </a:prstGeom>
            <a:solidFill>
              <a:srgbClr val="E8F0FE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6CE30358-E497-87C4-792A-5B5973994A90}"/>
                </a:ext>
              </a:extLst>
            </p:cNvPr>
            <p:cNvSpPr/>
            <p:nvPr/>
          </p:nvSpPr>
          <p:spPr>
            <a:xfrm>
              <a:off x="685800" y="2953512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150" dirty="0">
                  <a:solidFill>
                    <a:srgbClr val="00B0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INTELLIGENCE DELTA</a:t>
              </a:r>
              <a:endParaRPr lang="en-US" sz="900" dirty="0">
                <a:solidFill>
                  <a:srgbClr val="00B050"/>
                </a:solidFill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A5A07EF2-367A-0085-9CB8-B39991A5EB52}"/>
                </a:ext>
              </a:extLst>
            </p:cNvPr>
            <p:cNvSpPr/>
            <p:nvPr/>
          </p:nvSpPr>
          <p:spPr>
            <a:xfrm>
              <a:off x="685800" y="3182112"/>
              <a:ext cx="4069080" cy="5943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100" b="1" dirty="0">
                  <a:solidFill>
                    <a:srgbClr val="141E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Predictive hiring intelligence allows estimating even before the hire how likely a candidate is to succeed, stay, and grow. Channel yield intelligence shows which sources produce the best long-term hires.</a:t>
              </a:r>
              <a:endParaRPr lang="en-US" sz="1100" dirty="0"/>
            </a:p>
          </p:txBody>
        </p:sp>
      </p:grpSp>
      <p:sp>
        <p:nvSpPr>
          <p:cNvPr id="13" name="Text 11">
            <a:extLst>
              <a:ext uri="{FF2B5EF4-FFF2-40B4-BE49-F238E27FC236}">
                <a16:creationId xmlns:a16="http://schemas.microsoft.com/office/drawing/2014/main" id="{6A1DDBAE-7FE0-A2F1-0DC5-A0C56DE24216}"/>
              </a:ext>
            </a:extLst>
          </p:cNvPr>
          <p:cNvSpPr/>
          <p:nvPr/>
        </p:nvSpPr>
        <p:spPr>
          <a:xfrm>
            <a:off x="2351204" y="4702302"/>
            <a:ext cx="4441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Tools: Eightfold AI · Beamery · Phenom · Pymetrics/Harver · HireVue</a:t>
            </a:r>
            <a:endParaRPr lang="en-US" sz="12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5DEC10B-E44E-9E5E-0B7C-B65C9184FA26}"/>
              </a:ext>
            </a:extLst>
          </p:cNvPr>
          <p:cNvSpPr/>
          <p:nvPr/>
        </p:nvSpPr>
        <p:spPr>
          <a:xfrm>
            <a:off x="5166360" y="857250"/>
            <a:ext cx="3520440" cy="342900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0837CD4-875E-5A1C-B63B-1292B92A3A4D}"/>
              </a:ext>
            </a:extLst>
          </p:cNvPr>
          <p:cNvSpPr/>
          <p:nvPr/>
        </p:nvSpPr>
        <p:spPr>
          <a:xfrm>
            <a:off x="5349240" y="106756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677560F-B486-CF8D-34B1-3F83297AD934}"/>
              </a:ext>
            </a:extLst>
          </p:cNvPr>
          <p:cNvSpPr/>
          <p:nvPr/>
        </p:nvSpPr>
        <p:spPr>
          <a:xfrm>
            <a:off x="5349240" y="134188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120"/>
                </a:solidFill>
                <a:latin typeface="Georgia" pitchFamily="34" charset="0"/>
              </a:rPr>
              <a:t>Unilever</a:t>
            </a:r>
            <a:endParaRPr lang="en-US" sz="18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3082DA9-B408-FD05-3B91-4C55DF0023A6}"/>
              </a:ext>
            </a:extLst>
          </p:cNvPr>
          <p:cNvSpPr/>
          <p:nvPr/>
        </p:nvSpPr>
        <p:spPr>
          <a:xfrm>
            <a:off x="5349240" y="166192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0A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Pymetrics + HireVue · 2016–2025</a:t>
            </a: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357F8A2-8FC6-DEF0-7C81-61F4E86C03C4}"/>
              </a:ext>
            </a:extLst>
          </p:cNvPr>
          <p:cNvSpPr/>
          <p:nvPr/>
        </p:nvSpPr>
        <p:spPr>
          <a:xfrm>
            <a:off x="5349240" y="1981962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3B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across 50+ countries: neuroscience-based trait assessment + AI-scored video interviews. Narrowed 250K applicants to 3,500 for Future Leaders Programme. </a:t>
            </a:r>
            <a:r>
              <a:rPr lang="en-US" sz="1100" dirty="0">
                <a:solidFill>
                  <a:srgbClr val="3B4D6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source</a:t>
            </a:r>
            <a:endParaRPr lang="en-US" sz="11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71722B4-3AD0-86DA-D84B-67B36BC099A1}"/>
              </a:ext>
            </a:extLst>
          </p:cNvPr>
          <p:cNvSpPr/>
          <p:nvPr/>
        </p:nvSpPr>
        <p:spPr>
          <a:xfrm>
            <a:off x="4983480" y="976122"/>
            <a:ext cx="0" cy="3429000"/>
          </a:xfrm>
          <a:prstGeom prst="line">
            <a:avLst/>
          </a:prstGeom>
          <a:noFill/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B9B52A5-8A97-61E2-F5B3-0F88A75D6E74}"/>
              </a:ext>
            </a:extLst>
          </p:cNvPr>
          <p:cNvGrpSpPr/>
          <p:nvPr/>
        </p:nvGrpSpPr>
        <p:grpSpPr>
          <a:xfrm>
            <a:off x="5303520" y="3121429"/>
            <a:ext cx="1600200" cy="868680"/>
            <a:chOff x="5349240" y="3108960"/>
            <a:chExt cx="1417320" cy="868680"/>
          </a:xfrm>
        </p:grpSpPr>
        <p:sp>
          <p:nvSpPr>
            <p:cNvPr id="24" name="Shape 17">
              <a:extLst>
                <a:ext uri="{FF2B5EF4-FFF2-40B4-BE49-F238E27FC236}">
                  <a16:creationId xmlns:a16="http://schemas.microsoft.com/office/drawing/2014/main" id="{013B69B6-800E-5BD9-D8D7-71764A5BB924}"/>
                </a:ext>
              </a:extLst>
            </p:cNvPr>
            <p:cNvSpPr/>
            <p:nvPr/>
          </p:nvSpPr>
          <p:spPr>
            <a:xfrm>
              <a:off x="5349240" y="3108960"/>
              <a:ext cx="1417320" cy="86868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5" name="Text 18">
              <a:extLst>
                <a:ext uri="{FF2B5EF4-FFF2-40B4-BE49-F238E27FC236}">
                  <a16:creationId xmlns:a16="http://schemas.microsoft.com/office/drawing/2014/main" id="{46FF4197-2C2E-C73C-1A1E-55F7438331F9}"/>
                </a:ext>
              </a:extLst>
            </p:cNvPr>
            <p:cNvSpPr/>
            <p:nvPr/>
          </p:nvSpPr>
          <p:spPr>
            <a:xfrm>
              <a:off x="5349240" y="3154680"/>
              <a:ext cx="14173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0A7B5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75%</a:t>
              </a:r>
              <a:endParaRPr lang="en-US" sz="2400" dirty="0"/>
            </a:p>
          </p:txBody>
        </p:sp>
        <p:sp>
          <p:nvSpPr>
            <p:cNvPr id="26" name="Text 19">
              <a:extLst>
                <a:ext uri="{FF2B5EF4-FFF2-40B4-BE49-F238E27FC236}">
                  <a16:creationId xmlns:a16="http://schemas.microsoft.com/office/drawing/2014/main" id="{8976FEBE-BDCF-036A-1360-04DADDB246BF}"/>
                </a:ext>
              </a:extLst>
            </p:cNvPr>
            <p:cNvSpPr/>
            <p:nvPr/>
          </p:nvSpPr>
          <p:spPr>
            <a:xfrm>
              <a:off x="5349240" y="3611880"/>
              <a:ext cx="1417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Faster time-to-hire</a:t>
              </a:r>
              <a:endParaRPr lang="en-US" sz="9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EEA31DF-7B88-CFA9-0ABA-0007AC89B350}"/>
              </a:ext>
            </a:extLst>
          </p:cNvPr>
          <p:cNvGrpSpPr/>
          <p:nvPr/>
        </p:nvGrpSpPr>
        <p:grpSpPr>
          <a:xfrm>
            <a:off x="6995160" y="3121429"/>
            <a:ext cx="1600200" cy="868680"/>
            <a:chOff x="5349240" y="3108960"/>
            <a:chExt cx="1417320" cy="868680"/>
          </a:xfrm>
        </p:grpSpPr>
        <p:sp>
          <p:nvSpPr>
            <p:cNvPr id="28" name="Shape 17">
              <a:extLst>
                <a:ext uri="{FF2B5EF4-FFF2-40B4-BE49-F238E27FC236}">
                  <a16:creationId xmlns:a16="http://schemas.microsoft.com/office/drawing/2014/main" id="{6576F72F-DE73-5C9D-416C-EDBC770B3774}"/>
                </a:ext>
              </a:extLst>
            </p:cNvPr>
            <p:cNvSpPr/>
            <p:nvPr/>
          </p:nvSpPr>
          <p:spPr>
            <a:xfrm>
              <a:off x="5349240" y="3108960"/>
              <a:ext cx="1417320" cy="86868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9" name="Text 18">
              <a:extLst>
                <a:ext uri="{FF2B5EF4-FFF2-40B4-BE49-F238E27FC236}">
                  <a16:creationId xmlns:a16="http://schemas.microsoft.com/office/drawing/2014/main" id="{CDECE2CD-917A-5FE1-73AF-137273387350}"/>
                </a:ext>
              </a:extLst>
            </p:cNvPr>
            <p:cNvSpPr/>
            <p:nvPr/>
          </p:nvSpPr>
          <p:spPr>
            <a:xfrm>
              <a:off x="5349240" y="3154680"/>
              <a:ext cx="14173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0A7B5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16%</a:t>
              </a:r>
              <a:endParaRPr lang="en-US" sz="2400" dirty="0"/>
            </a:p>
          </p:txBody>
        </p:sp>
        <p:sp>
          <p:nvSpPr>
            <p:cNvPr id="30" name="Text 19">
              <a:extLst>
                <a:ext uri="{FF2B5EF4-FFF2-40B4-BE49-F238E27FC236}">
                  <a16:creationId xmlns:a16="http://schemas.microsoft.com/office/drawing/2014/main" id="{AF0E8F05-B51C-A915-E9DF-0152FBB36010}"/>
                </a:ext>
              </a:extLst>
            </p:cNvPr>
            <p:cNvSpPr/>
            <p:nvPr/>
          </p:nvSpPr>
          <p:spPr>
            <a:xfrm>
              <a:off x="5349240" y="3611880"/>
              <a:ext cx="1417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Increase in diversity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551477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98BE7-BADD-79E4-3BD9-35104F17E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E0CBD76-EF47-AFA3-BCA0-0E90C45D757C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5C852D4-44C1-3781-68A0-12017532FC1E}"/>
              </a:ext>
            </a:extLst>
          </p:cNvPr>
          <p:cNvSpPr/>
          <p:nvPr/>
        </p:nvSpPr>
        <p:spPr>
          <a:xfrm>
            <a:off x="548640" y="336042"/>
            <a:ext cx="457200" cy="457200"/>
          </a:xfrm>
          <a:prstGeom prst="rect">
            <a:avLst/>
          </a:prstGeom>
          <a:solidFill>
            <a:srgbClr val="1B65D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2D189BC-0A43-98F1-8F70-C9FD43022AF0}"/>
              </a:ext>
            </a:extLst>
          </p:cNvPr>
          <p:cNvSpPr/>
          <p:nvPr/>
        </p:nvSpPr>
        <p:spPr>
          <a:xfrm>
            <a:off x="548640" y="336042"/>
            <a:ext cx="457200" cy="457200"/>
          </a:xfrm>
          <a:prstGeom prst="rect">
            <a:avLst/>
          </a:prstGeom>
          <a:solidFill>
            <a:srgbClr val="6B46C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32557D3-E3EB-0137-A55E-27EA5E7B1C4A}"/>
              </a:ext>
            </a:extLst>
          </p:cNvPr>
          <p:cNvSpPr/>
          <p:nvPr/>
        </p:nvSpPr>
        <p:spPr>
          <a:xfrm>
            <a:off x="1143000" y="33604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</a:t>
            </a:r>
            <a:endParaRPr lang="en-US" sz="22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D2CD7CF-75F4-B8A6-1E27-CE51A6F60FE6}"/>
              </a:ext>
            </a:extLst>
          </p:cNvPr>
          <p:cNvGrpSpPr/>
          <p:nvPr/>
        </p:nvGrpSpPr>
        <p:grpSpPr>
          <a:xfrm>
            <a:off x="548640" y="1024128"/>
            <a:ext cx="4343400" cy="932688"/>
            <a:chOff x="548640" y="868680"/>
            <a:chExt cx="4343400" cy="932688"/>
          </a:xfrm>
        </p:grpSpPr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33B2060D-0958-5161-1046-47FD87559927}"/>
                </a:ext>
              </a:extLst>
            </p:cNvPr>
            <p:cNvSpPr/>
            <p:nvPr/>
          </p:nvSpPr>
          <p:spPr>
            <a:xfrm>
              <a:off x="548640" y="86868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200" dirty="0">
                  <a:solidFill>
                    <a:srgbClr val="B832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PRE-AI</a:t>
              </a:r>
              <a:endParaRPr lang="en-US" sz="900"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D24A4F82-1EDE-2D99-0F2F-CD27485C4CFF}"/>
                </a:ext>
              </a:extLst>
            </p:cNvPr>
            <p:cNvSpPr/>
            <p:nvPr/>
          </p:nvSpPr>
          <p:spPr>
            <a:xfrm>
              <a:off x="548640" y="1115568"/>
              <a:ext cx="4343400" cy="6858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1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One-size-fits-all checklist. Static 30-60-90 plans. 12% of new hires leave within 90 days. Time-to-productivity unmeasured.</a:t>
              </a:r>
              <a:endParaRPr lang="en-US" sz="11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50D0CF3-5DAE-5BD3-91DF-C305DB38E4D4}"/>
              </a:ext>
            </a:extLst>
          </p:cNvPr>
          <p:cNvGrpSpPr/>
          <p:nvPr/>
        </p:nvGrpSpPr>
        <p:grpSpPr>
          <a:xfrm>
            <a:off x="548640" y="2164842"/>
            <a:ext cx="4343400" cy="1024128"/>
            <a:chOff x="548640" y="1828800"/>
            <a:chExt cx="4343400" cy="1024128"/>
          </a:xfrm>
        </p:grpSpPr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BD13C1E8-2EF4-3269-A1BB-3E471A65078A}"/>
                </a:ext>
              </a:extLst>
            </p:cNvPr>
            <p:cNvSpPr/>
            <p:nvPr/>
          </p:nvSpPr>
          <p:spPr>
            <a:xfrm>
              <a:off x="548640" y="1828800"/>
              <a:ext cx="10972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200" dirty="0">
                  <a:solidFill>
                    <a:srgbClr val="1B65D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AI-NATIVE</a:t>
              </a:r>
              <a:endParaRPr lang="en-US" sz="900" dirty="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879AC6FD-2F3A-A675-F6CC-877DAC7E8515}"/>
                </a:ext>
              </a:extLst>
            </p:cNvPr>
            <p:cNvSpPr/>
            <p:nvPr/>
          </p:nvSpPr>
          <p:spPr>
            <a:xfrm>
              <a:off x="548640" y="2075688"/>
              <a:ext cx="4343400" cy="7772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1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builds personalized onboarding pathways per hire adapting content, pace, and format. "Readiness score" replaces arbitrary timelines. Early disengagement signals trigger interventions.</a:t>
              </a:r>
              <a:endParaRPr lang="en-US" sz="11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5C504F6-2580-F87D-9FEF-027AD4FF9A9A}"/>
              </a:ext>
            </a:extLst>
          </p:cNvPr>
          <p:cNvGrpSpPr/>
          <p:nvPr/>
        </p:nvGrpSpPr>
        <p:grpSpPr>
          <a:xfrm>
            <a:off x="548640" y="3121429"/>
            <a:ext cx="4343400" cy="1186780"/>
            <a:chOff x="548640" y="2926080"/>
            <a:chExt cx="4343400" cy="914400"/>
          </a:xfrm>
        </p:grpSpPr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9D449112-7F5D-9E45-3510-D9E085EDD6DC}"/>
                </a:ext>
              </a:extLst>
            </p:cNvPr>
            <p:cNvSpPr/>
            <p:nvPr/>
          </p:nvSpPr>
          <p:spPr>
            <a:xfrm>
              <a:off x="548640" y="2926080"/>
              <a:ext cx="4343400" cy="914400"/>
            </a:xfrm>
            <a:prstGeom prst="rect">
              <a:avLst/>
            </a:prstGeom>
            <a:solidFill>
              <a:srgbClr val="E8F0FE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36F57FEC-139E-8B5D-2DF7-DB01B9B429E6}"/>
                </a:ext>
              </a:extLst>
            </p:cNvPr>
            <p:cNvSpPr/>
            <p:nvPr/>
          </p:nvSpPr>
          <p:spPr>
            <a:xfrm>
              <a:off x="685800" y="2953512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150" dirty="0">
                  <a:solidFill>
                    <a:srgbClr val="00B0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INTELLIGENCE DELTA</a:t>
              </a:r>
              <a:endParaRPr lang="en-US" sz="900" dirty="0">
                <a:solidFill>
                  <a:srgbClr val="00B050"/>
                </a:solidFill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3B7CDEBA-569B-522C-38A1-0A57974A23FD}"/>
                </a:ext>
              </a:extLst>
            </p:cNvPr>
            <p:cNvSpPr/>
            <p:nvPr/>
          </p:nvSpPr>
          <p:spPr>
            <a:xfrm>
              <a:off x="685800" y="3182112"/>
              <a:ext cx="4069080" cy="5943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100" b="1" dirty="0">
                  <a:solidFill>
                    <a:srgbClr val="141E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Real-time readiness signal per hire is not "did they complete the checklist?" but "are they on track to be productive?" Connect onboarding signals to 12-month retention outcomes.</a:t>
              </a:r>
              <a:endParaRPr lang="en-US" sz="1100" dirty="0"/>
            </a:p>
          </p:txBody>
        </p:sp>
      </p:grpSp>
      <p:sp>
        <p:nvSpPr>
          <p:cNvPr id="13" name="Text 11">
            <a:extLst>
              <a:ext uri="{FF2B5EF4-FFF2-40B4-BE49-F238E27FC236}">
                <a16:creationId xmlns:a16="http://schemas.microsoft.com/office/drawing/2014/main" id="{BED5E65E-FBC9-B5FB-3552-90B8420D96EE}"/>
              </a:ext>
            </a:extLst>
          </p:cNvPr>
          <p:cNvSpPr/>
          <p:nvPr/>
        </p:nvSpPr>
        <p:spPr>
          <a:xfrm>
            <a:off x="2104680" y="4702302"/>
            <a:ext cx="49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Tools: ServiceNow HR · Enboarder · Microsoft Copilot Agents</a:t>
            </a:r>
            <a:endParaRPr lang="en-US" sz="12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E352B5E-36F3-93CB-7871-39BFD342C4BE}"/>
              </a:ext>
            </a:extLst>
          </p:cNvPr>
          <p:cNvSpPr/>
          <p:nvPr/>
        </p:nvSpPr>
        <p:spPr>
          <a:xfrm>
            <a:off x="5166360" y="857250"/>
            <a:ext cx="3520440" cy="342900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63FC0E2-DAB4-1FE7-6E0F-3B168651DC44}"/>
              </a:ext>
            </a:extLst>
          </p:cNvPr>
          <p:cNvSpPr/>
          <p:nvPr/>
        </p:nvSpPr>
        <p:spPr>
          <a:xfrm>
            <a:off x="5349240" y="106756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A549ECE-A84D-8462-E67E-1B5987EEC65C}"/>
              </a:ext>
            </a:extLst>
          </p:cNvPr>
          <p:cNvSpPr/>
          <p:nvPr/>
        </p:nvSpPr>
        <p:spPr>
          <a:xfrm>
            <a:off x="5349240" y="134188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120"/>
                </a:solidFill>
                <a:latin typeface="Georgia" pitchFamily="34" charset="0"/>
              </a:rPr>
              <a:t>Service</a:t>
            </a:r>
            <a:r>
              <a:rPr lang="en-US" b="1" dirty="0">
                <a:solidFill>
                  <a:srgbClr val="0B1120"/>
                </a:solidFill>
                <a:latin typeface="Georgia" pitchFamily="34" charset="0"/>
              </a:rPr>
              <a:t>Now</a:t>
            </a:r>
            <a:endParaRPr lang="en-US" sz="18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BABBFE3-F471-1C41-A6B9-E6B0F2BE6FB9}"/>
              </a:ext>
            </a:extLst>
          </p:cNvPr>
          <p:cNvSpPr/>
          <p:nvPr/>
        </p:nvSpPr>
        <p:spPr>
          <a:xfrm>
            <a:off x="5349240" y="166192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HR · 2024</a:t>
            </a: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424CF6B-F06B-9F90-067B-B21E05AD900C}"/>
              </a:ext>
            </a:extLst>
          </p:cNvPr>
          <p:cNvSpPr/>
          <p:nvPr/>
        </p:nvSpPr>
        <p:spPr>
          <a:xfrm>
            <a:off x="5349240" y="1981962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3B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ServiceNow's own HR team deployed Enterprise Onboarding: </a:t>
            </a:r>
            <a:r>
              <a:rPr lang="en-US" sz="1100" b="1" dirty="0">
                <a:solidFill>
                  <a:srgbClr val="3B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10,700 hours/year </a:t>
            </a:r>
            <a:r>
              <a:rPr lang="en-US" sz="1100" dirty="0">
                <a:solidFill>
                  <a:srgbClr val="3B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saved, scaled onboarding without growing the team, real-time Performance Analytics dashboards for hiring managers. Direct quote from their senior manager on results. </a:t>
            </a:r>
            <a:r>
              <a:rPr lang="en-US" sz="1100" dirty="0">
                <a:solidFill>
                  <a:srgbClr val="3B4D6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source</a:t>
            </a:r>
            <a:endParaRPr lang="en-US" sz="11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AEAD398-64FE-92D9-875E-2B4AA321F298}"/>
              </a:ext>
            </a:extLst>
          </p:cNvPr>
          <p:cNvSpPr/>
          <p:nvPr/>
        </p:nvSpPr>
        <p:spPr>
          <a:xfrm>
            <a:off x="4983480" y="976122"/>
            <a:ext cx="0" cy="3429000"/>
          </a:xfrm>
          <a:prstGeom prst="line">
            <a:avLst/>
          </a:prstGeom>
          <a:noFill/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A752461-AF59-D8F6-45BD-B9A80A381075}"/>
              </a:ext>
            </a:extLst>
          </p:cNvPr>
          <p:cNvGrpSpPr/>
          <p:nvPr/>
        </p:nvGrpSpPr>
        <p:grpSpPr>
          <a:xfrm>
            <a:off x="5303520" y="3121429"/>
            <a:ext cx="1600200" cy="868680"/>
            <a:chOff x="5349240" y="3108960"/>
            <a:chExt cx="1417320" cy="868680"/>
          </a:xfrm>
        </p:grpSpPr>
        <p:sp>
          <p:nvSpPr>
            <p:cNvPr id="24" name="Shape 17">
              <a:extLst>
                <a:ext uri="{FF2B5EF4-FFF2-40B4-BE49-F238E27FC236}">
                  <a16:creationId xmlns:a16="http://schemas.microsoft.com/office/drawing/2014/main" id="{7B604270-CB03-FB68-9E08-D3D5276A8D1F}"/>
                </a:ext>
              </a:extLst>
            </p:cNvPr>
            <p:cNvSpPr/>
            <p:nvPr/>
          </p:nvSpPr>
          <p:spPr>
            <a:xfrm>
              <a:off x="5349240" y="3108960"/>
              <a:ext cx="1417320" cy="86868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5" name="Text 18">
              <a:extLst>
                <a:ext uri="{FF2B5EF4-FFF2-40B4-BE49-F238E27FC236}">
                  <a16:creationId xmlns:a16="http://schemas.microsoft.com/office/drawing/2014/main" id="{B8ED67A2-A10F-15F2-7394-ED2906DFD410}"/>
                </a:ext>
              </a:extLst>
            </p:cNvPr>
            <p:cNvSpPr/>
            <p:nvPr/>
          </p:nvSpPr>
          <p:spPr>
            <a:xfrm>
              <a:off x="5349240" y="3154680"/>
              <a:ext cx="14173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6B46C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86%</a:t>
              </a:r>
              <a:endParaRPr lang="en-US" sz="2400" dirty="0">
                <a:solidFill>
                  <a:srgbClr val="6B46C1"/>
                </a:solidFill>
              </a:endParaRPr>
            </a:p>
          </p:txBody>
        </p:sp>
        <p:sp>
          <p:nvSpPr>
            <p:cNvPr id="26" name="Text 19">
              <a:extLst>
                <a:ext uri="{FF2B5EF4-FFF2-40B4-BE49-F238E27FC236}">
                  <a16:creationId xmlns:a16="http://schemas.microsoft.com/office/drawing/2014/main" id="{81B1B5E3-79ED-DEE9-148A-0587EBDBF475}"/>
                </a:ext>
              </a:extLst>
            </p:cNvPr>
            <p:cNvSpPr/>
            <p:nvPr/>
          </p:nvSpPr>
          <p:spPr>
            <a:xfrm>
              <a:off x="5349240" y="3611880"/>
              <a:ext cx="1417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Employee Onboarding Satisfaction</a:t>
              </a:r>
              <a:endParaRPr lang="en-US" sz="9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F9D4A72-2932-E230-E400-57080D94488A}"/>
              </a:ext>
            </a:extLst>
          </p:cNvPr>
          <p:cNvGrpSpPr/>
          <p:nvPr/>
        </p:nvGrpSpPr>
        <p:grpSpPr>
          <a:xfrm>
            <a:off x="6995160" y="3121429"/>
            <a:ext cx="1600200" cy="868680"/>
            <a:chOff x="5349240" y="3108960"/>
            <a:chExt cx="1417320" cy="868680"/>
          </a:xfrm>
        </p:grpSpPr>
        <p:sp>
          <p:nvSpPr>
            <p:cNvPr id="28" name="Shape 17">
              <a:extLst>
                <a:ext uri="{FF2B5EF4-FFF2-40B4-BE49-F238E27FC236}">
                  <a16:creationId xmlns:a16="http://schemas.microsoft.com/office/drawing/2014/main" id="{F3C9AB47-3ADA-EA2D-726C-C11E90C24F49}"/>
                </a:ext>
              </a:extLst>
            </p:cNvPr>
            <p:cNvSpPr/>
            <p:nvPr/>
          </p:nvSpPr>
          <p:spPr>
            <a:xfrm>
              <a:off x="5349240" y="3108960"/>
              <a:ext cx="1417320" cy="86868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9" name="Text 18">
              <a:extLst>
                <a:ext uri="{FF2B5EF4-FFF2-40B4-BE49-F238E27FC236}">
                  <a16:creationId xmlns:a16="http://schemas.microsoft.com/office/drawing/2014/main" id="{C4F48334-13CB-9A4F-9603-F66F81971149}"/>
                </a:ext>
              </a:extLst>
            </p:cNvPr>
            <p:cNvSpPr/>
            <p:nvPr/>
          </p:nvSpPr>
          <p:spPr>
            <a:xfrm>
              <a:off x="5349240" y="3154680"/>
              <a:ext cx="14173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6B46C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$1.23M</a:t>
              </a:r>
              <a:endParaRPr lang="en-US" sz="2400" dirty="0">
                <a:solidFill>
                  <a:srgbClr val="6B46C1"/>
                </a:solidFill>
              </a:endParaRPr>
            </a:p>
          </p:txBody>
        </p:sp>
        <p:sp>
          <p:nvSpPr>
            <p:cNvPr id="30" name="Text 19">
              <a:extLst>
                <a:ext uri="{FF2B5EF4-FFF2-40B4-BE49-F238E27FC236}">
                  <a16:creationId xmlns:a16="http://schemas.microsoft.com/office/drawing/2014/main" id="{1AB940AD-577F-04EA-B0AF-2C2894CF5685}"/>
                </a:ext>
              </a:extLst>
            </p:cNvPr>
            <p:cNvSpPr/>
            <p:nvPr/>
          </p:nvSpPr>
          <p:spPr>
            <a:xfrm>
              <a:off x="5349240" y="3611880"/>
              <a:ext cx="1417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Costs Saved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10773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6CA3F-1EC2-9BE9-9C09-454C0C65A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CC2080F-2DEC-2A32-E9C9-7C55461CC59E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FA355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4DCFE53-76E9-A755-AE6A-B923FF23D3B9}"/>
              </a:ext>
            </a:extLst>
          </p:cNvPr>
          <p:cNvSpPr/>
          <p:nvPr/>
        </p:nvSpPr>
        <p:spPr>
          <a:xfrm>
            <a:off x="548640" y="336042"/>
            <a:ext cx="457200" cy="457200"/>
          </a:xfrm>
          <a:prstGeom prst="rect">
            <a:avLst/>
          </a:prstGeom>
          <a:solidFill>
            <a:srgbClr val="CFA355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288038F-8E2A-3EAB-ED5B-F375B620B6BC}"/>
              </a:ext>
            </a:extLst>
          </p:cNvPr>
          <p:cNvSpPr/>
          <p:nvPr/>
        </p:nvSpPr>
        <p:spPr>
          <a:xfrm>
            <a:off x="548640" y="33604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C5438C2-2F86-2917-1ECC-D2DCC0562C97}"/>
              </a:ext>
            </a:extLst>
          </p:cNvPr>
          <p:cNvSpPr/>
          <p:nvPr/>
        </p:nvSpPr>
        <p:spPr>
          <a:xfrm>
            <a:off x="1142999" y="336042"/>
            <a:ext cx="39346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Management</a:t>
            </a:r>
            <a:endParaRPr lang="en-US" sz="22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4425784-A8EC-DA65-84E1-954E9FE068C2}"/>
              </a:ext>
            </a:extLst>
          </p:cNvPr>
          <p:cNvGrpSpPr/>
          <p:nvPr/>
        </p:nvGrpSpPr>
        <p:grpSpPr>
          <a:xfrm>
            <a:off x="548640" y="1024128"/>
            <a:ext cx="4343400" cy="932688"/>
            <a:chOff x="548640" y="868680"/>
            <a:chExt cx="4343400" cy="932688"/>
          </a:xfrm>
        </p:grpSpPr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044AA5F4-696E-AC4C-FFAC-DAA6066BCF8D}"/>
                </a:ext>
              </a:extLst>
            </p:cNvPr>
            <p:cNvSpPr/>
            <p:nvPr/>
          </p:nvSpPr>
          <p:spPr>
            <a:xfrm>
              <a:off x="548640" y="86868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200" dirty="0">
                  <a:solidFill>
                    <a:srgbClr val="B832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PRE-AI</a:t>
              </a:r>
              <a:endParaRPr lang="en-US" sz="900"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21195261-0C5B-4C4D-B233-008D2B5E92A9}"/>
                </a:ext>
              </a:extLst>
            </p:cNvPr>
            <p:cNvSpPr/>
            <p:nvPr/>
          </p:nvSpPr>
          <p:spPr>
            <a:xfrm>
              <a:off x="548640" y="1115568"/>
              <a:ext cx="4343400" cy="6858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1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Annual review cycles. Manager-written narratives. Calibration is political, not analytical. 95% of managers dissatisfied with PM (Gartner).</a:t>
              </a:r>
              <a:endParaRPr lang="en-US" sz="11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79398BC-847A-BF53-DCF0-33857EA3CCC4}"/>
              </a:ext>
            </a:extLst>
          </p:cNvPr>
          <p:cNvGrpSpPr/>
          <p:nvPr/>
        </p:nvGrpSpPr>
        <p:grpSpPr>
          <a:xfrm>
            <a:off x="548640" y="2164842"/>
            <a:ext cx="4343400" cy="1024128"/>
            <a:chOff x="548640" y="1828800"/>
            <a:chExt cx="4343400" cy="1024128"/>
          </a:xfrm>
        </p:grpSpPr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F223E51D-9CBB-17B6-3775-3E3155C46BCC}"/>
                </a:ext>
              </a:extLst>
            </p:cNvPr>
            <p:cNvSpPr/>
            <p:nvPr/>
          </p:nvSpPr>
          <p:spPr>
            <a:xfrm>
              <a:off x="548640" y="1828800"/>
              <a:ext cx="10972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200" dirty="0">
                  <a:solidFill>
                    <a:srgbClr val="1B65D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AI-NATIVE</a:t>
              </a:r>
              <a:endParaRPr lang="en-US" sz="900" dirty="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F264989B-3BC9-9C08-5B19-3FBD04C0ACE5}"/>
                </a:ext>
              </a:extLst>
            </p:cNvPr>
            <p:cNvSpPr/>
            <p:nvPr/>
          </p:nvSpPr>
          <p:spPr>
            <a:xfrm>
              <a:off x="548640" y="2075688"/>
              <a:ext cx="4343400" cy="7772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1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Annual review cycles. Manager-written narratives. Calibration is political, not analytical. 95% of managers dissatisfied with PM (Gartner).</a:t>
              </a:r>
              <a:endParaRPr lang="en-US" sz="11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A50BD1E-43A7-9726-C817-14A4E2FA97BC}"/>
              </a:ext>
            </a:extLst>
          </p:cNvPr>
          <p:cNvGrpSpPr/>
          <p:nvPr/>
        </p:nvGrpSpPr>
        <p:grpSpPr>
          <a:xfrm>
            <a:off x="548640" y="3121429"/>
            <a:ext cx="4343400" cy="1186780"/>
            <a:chOff x="548640" y="2926080"/>
            <a:chExt cx="4343400" cy="914400"/>
          </a:xfrm>
        </p:grpSpPr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66BB17B9-F80F-A87E-F0B6-1AB57DA9793B}"/>
                </a:ext>
              </a:extLst>
            </p:cNvPr>
            <p:cNvSpPr/>
            <p:nvPr/>
          </p:nvSpPr>
          <p:spPr>
            <a:xfrm>
              <a:off x="548640" y="2926080"/>
              <a:ext cx="4343400" cy="914400"/>
            </a:xfrm>
            <a:prstGeom prst="rect">
              <a:avLst/>
            </a:prstGeom>
            <a:solidFill>
              <a:srgbClr val="E8F0FE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B93EF289-3E3E-7437-BEBF-39D08E38428F}"/>
                </a:ext>
              </a:extLst>
            </p:cNvPr>
            <p:cNvSpPr/>
            <p:nvPr/>
          </p:nvSpPr>
          <p:spPr>
            <a:xfrm>
              <a:off x="685800" y="2953512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150" dirty="0">
                  <a:solidFill>
                    <a:srgbClr val="00B0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INTELLIGENCE DELTA</a:t>
              </a:r>
              <a:endParaRPr lang="en-US" sz="900" dirty="0">
                <a:solidFill>
                  <a:srgbClr val="00B050"/>
                </a:solidFill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E0EC4096-1901-9A1A-4FA8-EFC5F490273C}"/>
                </a:ext>
              </a:extLst>
            </p:cNvPr>
            <p:cNvSpPr/>
            <p:nvPr/>
          </p:nvSpPr>
          <p:spPr>
            <a:xfrm>
              <a:off x="685800" y="3182112"/>
              <a:ext cx="4069080" cy="5943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100" b="1" dirty="0">
                  <a:solidFill>
                    <a:srgbClr val="141E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Detect performance decline within weeks, not at the annual review. See systemic bias in management practices: which managers underrate certain demographics, which teams have skewed distributions.</a:t>
              </a:r>
              <a:endParaRPr lang="en-US" sz="1100" dirty="0"/>
            </a:p>
          </p:txBody>
        </p:sp>
      </p:grpSp>
      <p:sp>
        <p:nvSpPr>
          <p:cNvPr id="13" name="Text 11">
            <a:extLst>
              <a:ext uri="{FF2B5EF4-FFF2-40B4-BE49-F238E27FC236}">
                <a16:creationId xmlns:a16="http://schemas.microsoft.com/office/drawing/2014/main" id="{DB43E6DC-69B5-68F2-D43B-17DF880FD173}"/>
              </a:ext>
            </a:extLst>
          </p:cNvPr>
          <p:cNvSpPr/>
          <p:nvPr/>
        </p:nvSpPr>
        <p:spPr>
          <a:xfrm>
            <a:off x="2104680" y="4702302"/>
            <a:ext cx="49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Tools: Lattice · 15Five · Betterworks · Microsoft Viva Insights</a:t>
            </a:r>
            <a:endParaRPr lang="en-US" sz="12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9C3D9C5-1D4B-91C4-71A8-6210132267A2}"/>
              </a:ext>
            </a:extLst>
          </p:cNvPr>
          <p:cNvSpPr/>
          <p:nvPr/>
        </p:nvSpPr>
        <p:spPr>
          <a:xfrm>
            <a:off x="5166360" y="857250"/>
            <a:ext cx="3520440" cy="342900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D90CE41-8735-4300-0E13-860F60322FFE}"/>
              </a:ext>
            </a:extLst>
          </p:cNvPr>
          <p:cNvSpPr/>
          <p:nvPr/>
        </p:nvSpPr>
        <p:spPr>
          <a:xfrm>
            <a:off x="5349240" y="106756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39960B0-2487-D1E6-943E-B81F65B7E05C}"/>
              </a:ext>
            </a:extLst>
          </p:cNvPr>
          <p:cNvSpPr/>
          <p:nvPr/>
        </p:nvSpPr>
        <p:spPr>
          <a:xfrm>
            <a:off x="5349240" y="134188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B1120"/>
                </a:solidFill>
                <a:latin typeface="Georgia" pitchFamily="34" charset="0"/>
              </a:rPr>
              <a:t>Arcesium</a:t>
            </a:r>
            <a:endParaRPr lang="en-US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D9477DC-0EB5-38C3-85BF-A44E4742F4DE}"/>
              </a:ext>
            </a:extLst>
          </p:cNvPr>
          <p:cNvSpPr/>
          <p:nvPr/>
        </p:nvSpPr>
        <p:spPr>
          <a:xfrm>
            <a:off x="5349240" y="166192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Betterworks · 2024</a:t>
            </a: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498A6E6-2FC5-360B-0792-D69E4BE7B2B1}"/>
              </a:ext>
            </a:extLst>
          </p:cNvPr>
          <p:cNvSpPr/>
          <p:nvPr/>
        </p:nvSpPr>
        <p:spPr>
          <a:xfrm>
            <a:off x="5349240" y="1981962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3B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AI-powered continuous performance management with Betterworks for 2,500+ employees, replacing annual reviews with ongoing year wide check-ins. AI-generated insights on goal progress and development needs. </a:t>
            </a:r>
            <a:r>
              <a:rPr lang="en-US" sz="1100" dirty="0">
                <a:solidFill>
                  <a:srgbClr val="3B4D6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source</a:t>
            </a:r>
            <a:endParaRPr lang="en-US" sz="11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4B6EB7F-C449-AED9-F61C-DAC83AEC8F6E}"/>
              </a:ext>
            </a:extLst>
          </p:cNvPr>
          <p:cNvSpPr/>
          <p:nvPr/>
        </p:nvSpPr>
        <p:spPr>
          <a:xfrm>
            <a:off x="4983480" y="976122"/>
            <a:ext cx="0" cy="3429000"/>
          </a:xfrm>
          <a:prstGeom prst="line">
            <a:avLst/>
          </a:prstGeom>
          <a:noFill/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05441B6-24D1-83FE-0B6B-8BDA94BBF7C0}"/>
              </a:ext>
            </a:extLst>
          </p:cNvPr>
          <p:cNvGrpSpPr/>
          <p:nvPr/>
        </p:nvGrpSpPr>
        <p:grpSpPr>
          <a:xfrm>
            <a:off x="5992783" y="3104388"/>
            <a:ext cx="1867593" cy="868680"/>
            <a:chOff x="5349240" y="3108960"/>
            <a:chExt cx="1417320" cy="868680"/>
          </a:xfrm>
        </p:grpSpPr>
        <p:sp>
          <p:nvSpPr>
            <p:cNvPr id="24" name="Shape 17">
              <a:extLst>
                <a:ext uri="{FF2B5EF4-FFF2-40B4-BE49-F238E27FC236}">
                  <a16:creationId xmlns:a16="http://schemas.microsoft.com/office/drawing/2014/main" id="{DF92F17C-FAE9-D962-1BA2-538DE6F95EEE}"/>
                </a:ext>
              </a:extLst>
            </p:cNvPr>
            <p:cNvSpPr/>
            <p:nvPr/>
          </p:nvSpPr>
          <p:spPr>
            <a:xfrm>
              <a:off x="5349240" y="3108960"/>
              <a:ext cx="1417320" cy="86868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5" name="Text 18">
              <a:extLst>
                <a:ext uri="{FF2B5EF4-FFF2-40B4-BE49-F238E27FC236}">
                  <a16:creationId xmlns:a16="http://schemas.microsoft.com/office/drawing/2014/main" id="{AD646459-21A6-B8B4-6CFD-72ADF11699E8}"/>
                </a:ext>
              </a:extLst>
            </p:cNvPr>
            <p:cNvSpPr/>
            <p:nvPr/>
          </p:nvSpPr>
          <p:spPr>
            <a:xfrm>
              <a:off x="5349240" y="3154680"/>
              <a:ext cx="14173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CFA355"/>
                  </a:solidFill>
                  <a:latin typeface="Georgia" pitchFamily="34" charset="0"/>
                </a:rPr>
                <a:t>96-97%</a:t>
              </a:r>
              <a:endParaRPr lang="en-US" sz="2400" dirty="0">
                <a:solidFill>
                  <a:srgbClr val="CFA355"/>
                </a:solidFill>
              </a:endParaRPr>
            </a:p>
          </p:txBody>
        </p:sp>
        <p:sp>
          <p:nvSpPr>
            <p:cNvPr id="26" name="Text 19">
              <a:extLst>
                <a:ext uri="{FF2B5EF4-FFF2-40B4-BE49-F238E27FC236}">
                  <a16:creationId xmlns:a16="http://schemas.microsoft.com/office/drawing/2014/main" id="{BCB4E9D5-C9F9-D00B-9FB4-CF70BF066024}"/>
                </a:ext>
              </a:extLst>
            </p:cNvPr>
            <p:cNvSpPr/>
            <p:nvPr/>
          </p:nvSpPr>
          <p:spPr>
            <a:xfrm>
              <a:off x="5349240" y="3611880"/>
              <a:ext cx="1417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9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Review Completion Rates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793828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42C9A-F39B-E665-344A-A407B3648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6A821CE-6813-43E9-84A5-DFE4399826F1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323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C0FD8BD-B485-4C4B-57E5-17C870F58AAA}"/>
              </a:ext>
            </a:extLst>
          </p:cNvPr>
          <p:cNvSpPr/>
          <p:nvPr/>
        </p:nvSpPr>
        <p:spPr>
          <a:xfrm>
            <a:off x="548640" y="336042"/>
            <a:ext cx="457200" cy="457200"/>
          </a:xfrm>
          <a:prstGeom prst="rect">
            <a:avLst/>
          </a:prstGeom>
          <a:solidFill>
            <a:srgbClr val="B83230"/>
          </a:solidFill>
          <a:ln/>
        </p:spPr>
        <p:txBody>
          <a:bodyPr/>
          <a:lstStyle/>
          <a:p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FC738A0-3AB1-7473-ED7F-84B9E83EF40C}"/>
              </a:ext>
            </a:extLst>
          </p:cNvPr>
          <p:cNvSpPr/>
          <p:nvPr/>
        </p:nvSpPr>
        <p:spPr>
          <a:xfrm>
            <a:off x="548640" y="33604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D8E5D2B-9913-A4C1-BB8B-08E1E6CEC1C1}"/>
              </a:ext>
            </a:extLst>
          </p:cNvPr>
          <p:cNvSpPr/>
          <p:nvPr/>
        </p:nvSpPr>
        <p:spPr>
          <a:xfrm>
            <a:off x="1143000" y="33604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0B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&amp; Development</a:t>
            </a:r>
            <a:endParaRPr lang="en-US" sz="22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97765C8-6286-7B4F-DB5D-93935110CB96}"/>
              </a:ext>
            </a:extLst>
          </p:cNvPr>
          <p:cNvGrpSpPr/>
          <p:nvPr/>
        </p:nvGrpSpPr>
        <p:grpSpPr>
          <a:xfrm>
            <a:off x="548640" y="1024128"/>
            <a:ext cx="4343400" cy="932688"/>
            <a:chOff x="548640" y="868680"/>
            <a:chExt cx="4343400" cy="932688"/>
          </a:xfrm>
        </p:grpSpPr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86F5B78C-8601-C8B8-BBC9-D05F24A90B05}"/>
                </a:ext>
              </a:extLst>
            </p:cNvPr>
            <p:cNvSpPr/>
            <p:nvPr/>
          </p:nvSpPr>
          <p:spPr>
            <a:xfrm>
              <a:off x="548640" y="86868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200" dirty="0">
                  <a:solidFill>
                    <a:srgbClr val="B832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PRE-AI</a:t>
              </a:r>
              <a:endParaRPr lang="en-US" sz="900"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2CFEE6FB-88ED-A104-DADF-4FA618674299}"/>
                </a:ext>
              </a:extLst>
            </p:cNvPr>
            <p:cNvSpPr/>
            <p:nvPr/>
          </p:nvSpPr>
          <p:spPr>
            <a:xfrm>
              <a:off x="548640" y="1115568"/>
              <a:ext cx="4343400" cy="6858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1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Catalog-based. Self-selection. Completion tracked, not capability uplift. Only 12% of learners apply new skills on the job.</a:t>
              </a:r>
              <a:endParaRPr lang="en-US" sz="11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DA017D2-522F-5627-539E-614BCCD5C1F0}"/>
              </a:ext>
            </a:extLst>
          </p:cNvPr>
          <p:cNvGrpSpPr/>
          <p:nvPr/>
        </p:nvGrpSpPr>
        <p:grpSpPr>
          <a:xfrm>
            <a:off x="548640" y="2164842"/>
            <a:ext cx="4343400" cy="1024128"/>
            <a:chOff x="548640" y="1828800"/>
            <a:chExt cx="4343400" cy="1024128"/>
          </a:xfrm>
        </p:grpSpPr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D2EAAE0B-73FA-4D13-8D21-3FF9281B4434}"/>
                </a:ext>
              </a:extLst>
            </p:cNvPr>
            <p:cNvSpPr/>
            <p:nvPr/>
          </p:nvSpPr>
          <p:spPr>
            <a:xfrm>
              <a:off x="548640" y="1828800"/>
              <a:ext cx="10972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200" dirty="0">
                  <a:solidFill>
                    <a:srgbClr val="1B65D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AI-NATIVE</a:t>
              </a:r>
              <a:endParaRPr lang="en-US" sz="900" dirty="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5D33AD6B-9F3A-1B80-99F0-45860052F8CC}"/>
                </a:ext>
              </a:extLst>
            </p:cNvPr>
            <p:cNvSpPr/>
            <p:nvPr/>
          </p:nvSpPr>
          <p:spPr>
            <a:xfrm>
              <a:off x="548640" y="2075688"/>
              <a:ext cx="4343400" cy="7772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1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maps individual skill profiles against target roles and business needs. Auto-generates personalized learning journeys. Skills verified through demonstration, not course completion.</a:t>
              </a:r>
              <a:endParaRPr lang="en-US" sz="11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D715640-F8F3-15AB-076C-CFE4864A98C0}"/>
              </a:ext>
            </a:extLst>
          </p:cNvPr>
          <p:cNvGrpSpPr/>
          <p:nvPr/>
        </p:nvGrpSpPr>
        <p:grpSpPr>
          <a:xfrm>
            <a:off x="548640" y="3121429"/>
            <a:ext cx="4343400" cy="1186780"/>
            <a:chOff x="548640" y="2926080"/>
            <a:chExt cx="4343400" cy="914400"/>
          </a:xfrm>
        </p:grpSpPr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722D14BF-07A8-0EF1-615E-37BA66D782A0}"/>
                </a:ext>
              </a:extLst>
            </p:cNvPr>
            <p:cNvSpPr/>
            <p:nvPr/>
          </p:nvSpPr>
          <p:spPr>
            <a:xfrm>
              <a:off x="548640" y="2926080"/>
              <a:ext cx="4343400" cy="914400"/>
            </a:xfrm>
            <a:prstGeom prst="rect">
              <a:avLst/>
            </a:prstGeom>
            <a:solidFill>
              <a:srgbClr val="E8F0FE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57B706F0-B9B9-AB7C-B991-00E38A8ED778}"/>
                </a:ext>
              </a:extLst>
            </p:cNvPr>
            <p:cNvSpPr/>
            <p:nvPr/>
          </p:nvSpPr>
          <p:spPr>
            <a:xfrm>
              <a:off x="685800" y="2953512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150" dirty="0">
                  <a:solidFill>
                    <a:srgbClr val="00B0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INTELLIGENCE DELTA</a:t>
              </a:r>
              <a:endParaRPr lang="en-US" sz="900" dirty="0">
                <a:solidFill>
                  <a:srgbClr val="00B050"/>
                </a:solidFill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3FC8FB7F-25A7-DE2A-F058-73008B2C2296}"/>
                </a:ext>
              </a:extLst>
            </p:cNvPr>
            <p:cNvSpPr/>
            <p:nvPr/>
          </p:nvSpPr>
          <p:spPr>
            <a:xfrm>
              <a:off x="685800" y="3182112"/>
              <a:ext cx="4069080" cy="5943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100" b="1" dirty="0">
                  <a:solidFill>
                    <a:srgbClr val="141E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Program effectiveness intelligence by measuring whether L&amp;D produces better performance, faster promotion, higher retention. Skill-supply forecasting: know what skills you'll have in 12 months.</a:t>
              </a:r>
              <a:endParaRPr lang="en-US" sz="1100" dirty="0"/>
            </a:p>
          </p:txBody>
        </p:sp>
      </p:grpSp>
      <p:sp>
        <p:nvSpPr>
          <p:cNvPr id="13" name="Text 11">
            <a:extLst>
              <a:ext uri="{FF2B5EF4-FFF2-40B4-BE49-F238E27FC236}">
                <a16:creationId xmlns:a16="http://schemas.microsoft.com/office/drawing/2014/main" id="{7842E15D-D3E6-9931-06A1-7456FD6939E3}"/>
              </a:ext>
            </a:extLst>
          </p:cNvPr>
          <p:cNvSpPr/>
          <p:nvPr/>
        </p:nvSpPr>
        <p:spPr>
          <a:xfrm>
            <a:off x="2104680" y="4702302"/>
            <a:ext cx="49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Tools: Degreed · Cornerstone + AI · EdCast · Coursera for Business</a:t>
            </a:r>
            <a:endParaRPr lang="en-US" sz="12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8F5A716-A4A0-CFDF-57FD-7674FD8464D0}"/>
              </a:ext>
            </a:extLst>
          </p:cNvPr>
          <p:cNvSpPr/>
          <p:nvPr/>
        </p:nvSpPr>
        <p:spPr>
          <a:xfrm>
            <a:off x="5166360" y="857250"/>
            <a:ext cx="3520440" cy="342900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73304B8-AC9E-9060-59E7-99D211611C47}"/>
              </a:ext>
            </a:extLst>
          </p:cNvPr>
          <p:cNvSpPr/>
          <p:nvPr/>
        </p:nvSpPr>
        <p:spPr>
          <a:xfrm>
            <a:off x="5349240" y="106756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F599DE9-B309-E896-98BC-C3E19913B128}"/>
              </a:ext>
            </a:extLst>
          </p:cNvPr>
          <p:cNvSpPr/>
          <p:nvPr/>
        </p:nvSpPr>
        <p:spPr>
          <a:xfrm>
            <a:off x="5349240" y="134188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B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Ericsson</a:t>
            </a:r>
            <a:endParaRPr lang="en-US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A281939-3465-9208-7CD7-E68DE5100B32}"/>
              </a:ext>
            </a:extLst>
          </p:cNvPr>
          <p:cNvSpPr/>
          <p:nvPr/>
        </p:nvSpPr>
        <p:spPr>
          <a:xfrm>
            <a:off x="5349240" y="166192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B8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Degreed · 2024–2025</a:t>
            </a: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98CF171-270D-0883-5D80-042B2BCC31A9}"/>
              </a:ext>
            </a:extLst>
          </p:cNvPr>
          <p:cNvSpPr/>
          <p:nvPr/>
        </p:nvSpPr>
        <p:spPr>
          <a:xfrm>
            <a:off x="5349240" y="1981962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3B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Degreed as their enterprise learning platform for 100K+ employees, replacing LMS silos with AI-personalized skill pathways. Among first to beta-test Degreed Maestro AI coaching. CLO: "All the tools to build capabilities, in one place.“ </a:t>
            </a:r>
            <a:r>
              <a:rPr lang="en-US" sz="1100" dirty="0">
                <a:solidFill>
                  <a:srgbClr val="3B4D6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source</a:t>
            </a:r>
            <a:endParaRPr lang="en-US" sz="11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171906AD-07FB-5222-76B1-E5D7793ECD91}"/>
              </a:ext>
            </a:extLst>
          </p:cNvPr>
          <p:cNvSpPr/>
          <p:nvPr/>
        </p:nvSpPr>
        <p:spPr>
          <a:xfrm>
            <a:off x="4983480" y="976122"/>
            <a:ext cx="0" cy="3429000"/>
          </a:xfrm>
          <a:prstGeom prst="line">
            <a:avLst/>
          </a:prstGeom>
          <a:noFill/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89C20FD-5CB1-F43F-27B9-28377B0710F0}"/>
              </a:ext>
            </a:extLst>
          </p:cNvPr>
          <p:cNvGrpSpPr/>
          <p:nvPr/>
        </p:nvGrpSpPr>
        <p:grpSpPr>
          <a:xfrm>
            <a:off x="5303520" y="3121429"/>
            <a:ext cx="1600200" cy="868680"/>
            <a:chOff x="5349240" y="3108960"/>
            <a:chExt cx="1417320" cy="868680"/>
          </a:xfrm>
        </p:grpSpPr>
        <p:sp>
          <p:nvSpPr>
            <p:cNvPr id="24" name="Shape 17">
              <a:extLst>
                <a:ext uri="{FF2B5EF4-FFF2-40B4-BE49-F238E27FC236}">
                  <a16:creationId xmlns:a16="http://schemas.microsoft.com/office/drawing/2014/main" id="{9881EA9E-D080-2EDC-D295-70EB16B70DCC}"/>
                </a:ext>
              </a:extLst>
            </p:cNvPr>
            <p:cNvSpPr/>
            <p:nvPr/>
          </p:nvSpPr>
          <p:spPr>
            <a:xfrm>
              <a:off x="5349240" y="3108960"/>
              <a:ext cx="1417320" cy="86868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5" name="Text 18">
              <a:extLst>
                <a:ext uri="{FF2B5EF4-FFF2-40B4-BE49-F238E27FC236}">
                  <a16:creationId xmlns:a16="http://schemas.microsoft.com/office/drawing/2014/main" id="{32F2A5CE-FA52-AC0D-3720-2C1F9C282237}"/>
                </a:ext>
              </a:extLst>
            </p:cNvPr>
            <p:cNvSpPr/>
            <p:nvPr/>
          </p:nvSpPr>
          <p:spPr>
            <a:xfrm>
              <a:off x="5349240" y="3154680"/>
              <a:ext cx="14173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B8323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50%</a:t>
              </a:r>
              <a:endParaRPr lang="en-US" sz="2400" dirty="0">
                <a:solidFill>
                  <a:srgbClr val="B83230"/>
                </a:solidFill>
              </a:endParaRPr>
            </a:p>
          </p:txBody>
        </p:sp>
        <p:sp>
          <p:nvSpPr>
            <p:cNvPr id="26" name="Text 19">
              <a:extLst>
                <a:ext uri="{FF2B5EF4-FFF2-40B4-BE49-F238E27FC236}">
                  <a16:creationId xmlns:a16="http://schemas.microsoft.com/office/drawing/2014/main" id="{686D34B2-B11D-5625-4996-FF9049A9CE40}"/>
                </a:ext>
              </a:extLst>
            </p:cNvPr>
            <p:cNvSpPr/>
            <p:nvPr/>
          </p:nvSpPr>
          <p:spPr>
            <a:xfrm>
              <a:off x="5349240" y="3611880"/>
              <a:ext cx="1417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Reduction in learning spend</a:t>
              </a:r>
              <a:endParaRPr lang="en-US" sz="9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1B20AF6-6646-D69C-5F42-110715DBD89D}"/>
              </a:ext>
            </a:extLst>
          </p:cNvPr>
          <p:cNvGrpSpPr/>
          <p:nvPr/>
        </p:nvGrpSpPr>
        <p:grpSpPr>
          <a:xfrm>
            <a:off x="6995160" y="3121429"/>
            <a:ext cx="1600200" cy="868680"/>
            <a:chOff x="5349240" y="3108960"/>
            <a:chExt cx="1417320" cy="868680"/>
          </a:xfrm>
        </p:grpSpPr>
        <p:sp>
          <p:nvSpPr>
            <p:cNvPr id="28" name="Shape 17">
              <a:extLst>
                <a:ext uri="{FF2B5EF4-FFF2-40B4-BE49-F238E27FC236}">
                  <a16:creationId xmlns:a16="http://schemas.microsoft.com/office/drawing/2014/main" id="{D2FAA710-F4DB-35E0-8F5C-42A6443AAD5C}"/>
                </a:ext>
              </a:extLst>
            </p:cNvPr>
            <p:cNvSpPr/>
            <p:nvPr/>
          </p:nvSpPr>
          <p:spPr>
            <a:xfrm>
              <a:off x="5349240" y="3108960"/>
              <a:ext cx="1417320" cy="86868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9" name="Text 18">
              <a:extLst>
                <a:ext uri="{FF2B5EF4-FFF2-40B4-BE49-F238E27FC236}">
                  <a16:creationId xmlns:a16="http://schemas.microsoft.com/office/drawing/2014/main" id="{C06B4F41-ECA5-9A0A-1F0C-7AD15DB5F88D}"/>
                </a:ext>
              </a:extLst>
            </p:cNvPr>
            <p:cNvSpPr/>
            <p:nvPr/>
          </p:nvSpPr>
          <p:spPr>
            <a:xfrm>
              <a:off x="5349240" y="3154680"/>
              <a:ext cx="14173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B8323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62%</a:t>
              </a:r>
              <a:endParaRPr lang="en-US" sz="2400" dirty="0">
                <a:solidFill>
                  <a:srgbClr val="B83230"/>
                </a:solidFill>
              </a:endParaRPr>
            </a:p>
          </p:txBody>
        </p:sp>
        <p:sp>
          <p:nvSpPr>
            <p:cNvPr id="30" name="Text 19">
              <a:extLst>
                <a:ext uri="{FF2B5EF4-FFF2-40B4-BE49-F238E27FC236}">
                  <a16:creationId xmlns:a16="http://schemas.microsoft.com/office/drawing/2014/main" id="{07E18E79-D7BA-CDA7-5128-517422461DB9}"/>
                </a:ext>
              </a:extLst>
            </p:cNvPr>
            <p:cNvSpPr/>
            <p:nvPr/>
          </p:nvSpPr>
          <p:spPr>
            <a:xfrm>
              <a:off x="5349240" y="3611880"/>
              <a:ext cx="1417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Increase in learning completions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88627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6456D-CCFF-A798-804A-424DE156D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8FB5206-1E9C-F54E-FE12-CAD38B609C62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4D6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D91295-108C-B660-32B4-2A1A0D622591}"/>
              </a:ext>
            </a:extLst>
          </p:cNvPr>
          <p:cNvSpPr/>
          <p:nvPr/>
        </p:nvSpPr>
        <p:spPr>
          <a:xfrm>
            <a:off x="548640" y="336042"/>
            <a:ext cx="457200" cy="457200"/>
          </a:xfrm>
          <a:prstGeom prst="rect">
            <a:avLst/>
          </a:prstGeom>
          <a:solidFill>
            <a:srgbClr val="3B4D6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679BFD7-66EC-3FA7-01C3-A96C38397E57}"/>
              </a:ext>
            </a:extLst>
          </p:cNvPr>
          <p:cNvSpPr/>
          <p:nvPr/>
        </p:nvSpPr>
        <p:spPr>
          <a:xfrm>
            <a:off x="548640" y="33604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815B76F-42EE-C0B7-1B92-D7854C7B492B}"/>
              </a:ext>
            </a:extLst>
          </p:cNvPr>
          <p:cNvSpPr/>
          <p:nvPr/>
        </p:nvSpPr>
        <p:spPr>
          <a:xfrm>
            <a:off x="1143000" y="33604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0B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Compensation &amp; Benefits</a:t>
            </a:r>
            <a:endParaRPr lang="en-US" sz="22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EE05D19-E7F5-417A-5FA8-BE2C27245D00}"/>
              </a:ext>
            </a:extLst>
          </p:cNvPr>
          <p:cNvGrpSpPr/>
          <p:nvPr/>
        </p:nvGrpSpPr>
        <p:grpSpPr>
          <a:xfrm>
            <a:off x="548640" y="1024128"/>
            <a:ext cx="4343400" cy="932688"/>
            <a:chOff x="548640" y="868680"/>
            <a:chExt cx="4343400" cy="932688"/>
          </a:xfrm>
        </p:grpSpPr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B9C416BD-B58D-F1B8-8AA3-F7CBAD35B94C}"/>
                </a:ext>
              </a:extLst>
            </p:cNvPr>
            <p:cNvSpPr/>
            <p:nvPr/>
          </p:nvSpPr>
          <p:spPr>
            <a:xfrm>
              <a:off x="548640" y="86868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200" dirty="0">
                  <a:solidFill>
                    <a:srgbClr val="B832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PRE-AI</a:t>
              </a:r>
              <a:endParaRPr lang="en-US" sz="900"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7013265A-7A69-85F8-3095-722AD57968D1}"/>
                </a:ext>
              </a:extLst>
            </p:cNvPr>
            <p:cNvSpPr/>
            <p:nvPr/>
          </p:nvSpPr>
          <p:spPr>
            <a:xfrm>
              <a:off x="548640" y="1115568"/>
              <a:ext cx="4343400" cy="6858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1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Annual benchmarking. Static pay bands. 6-month lag between market shift and adjustment. Equity gaps discovered retroactively.</a:t>
              </a:r>
              <a:endParaRPr lang="en-US" sz="11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7FEB273-C4A0-B389-D9C3-BD609F874FF6}"/>
              </a:ext>
            </a:extLst>
          </p:cNvPr>
          <p:cNvGrpSpPr/>
          <p:nvPr/>
        </p:nvGrpSpPr>
        <p:grpSpPr>
          <a:xfrm>
            <a:off x="548640" y="2164842"/>
            <a:ext cx="4343400" cy="1024128"/>
            <a:chOff x="548640" y="1828800"/>
            <a:chExt cx="4343400" cy="1024128"/>
          </a:xfrm>
        </p:grpSpPr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CC296126-55A6-1BBC-D910-AE92DBCFEBC8}"/>
                </a:ext>
              </a:extLst>
            </p:cNvPr>
            <p:cNvSpPr/>
            <p:nvPr/>
          </p:nvSpPr>
          <p:spPr>
            <a:xfrm>
              <a:off x="548640" y="1828800"/>
              <a:ext cx="10972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200" dirty="0">
                  <a:solidFill>
                    <a:srgbClr val="1B65D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AI-NATIVE</a:t>
              </a:r>
              <a:endParaRPr lang="en-US" sz="900" dirty="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4B1C8CCE-689E-ED41-30B0-D39484598E14}"/>
                </a:ext>
              </a:extLst>
            </p:cNvPr>
            <p:cNvSpPr/>
            <p:nvPr/>
          </p:nvSpPr>
          <p:spPr>
            <a:xfrm>
              <a:off x="548640" y="2075688"/>
              <a:ext cx="4343400" cy="7772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1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Real-time market-rate indexing. Continuous pay-equity scans across gender, ethnicity, tenure, geography. Incentive plan effectiveness modeled against actual retention outcomes.</a:t>
              </a:r>
              <a:endParaRPr lang="en-US" sz="11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0D4B4FB-639A-56A0-6036-7CA5CE99D5DB}"/>
              </a:ext>
            </a:extLst>
          </p:cNvPr>
          <p:cNvGrpSpPr/>
          <p:nvPr/>
        </p:nvGrpSpPr>
        <p:grpSpPr>
          <a:xfrm>
            <a:off x="548640" y="3121429"/>
            <a:ext cx="4343400" cy="1186780"/>
            <a:chOff x="548640" y="2926080"/>
            <a:chExt cx="4343400" cy="914400"/>
          </a:xfrm>
        </p:grpSpPr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224662AA-0C3C-0660-C0FE-CEB87B1C0F82}"/>
                </a:ext>
              </a:extLst>
            </p:cNvPr>
            <p:cNvSpPr/>
            <p:nvPr/>
          </p:nvSpPr>
          <p:spPr>
            <a:xfrm>
              <a:off x="548640" y="2926080"/>
              <a:ext cx="4343400" cy="914400"/>
            </a:xfrm>
            <a:prstGeom prst="rect">
              <a:avLst/>
            </a:prstGeom>
            <a:solidFill>
              <a:srgbClr val="E8F0FE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9AC01396-8DD5-40EA-EE8D-AD478C7305DA}"/>
                </a:ext>
              </a:extLst>
            </p:cNvPr>
            <p:cNvSpPr/>
            <p:nvPr/>
          </p:nvSpPr>
          <p:spPr>
            <a:xfrm>
              <a:off x="685800" y="2953512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150" dirty="0">
                  <a:solidFill>
                    <a:srgbClr val="00B0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INTELLIGENCE DELTA</a:t>
              </a:r>
              <a:endParaRPr lang="en-US" sz="900" dirty="0">
                <a:solidFill>
                  <a:srgbClr val="00B050"/>
                </a:solidFill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D5590A7B-10ED-E488-F73B-FDF6DD07DD17}"/>
                </a:ext>
              </a:extLst>
            </p:cNvPr>
            <p:cNvSpPr/>
            <p:nvPr/>
          </p:nvSpPr>
          <p:spPr>
            <a:xfrm>
              <a:off x="685800" y="3182112"/>
              <a:ext cx="4069080" cy="5943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100" b="1" dirty="0">
                  <a:solidFill>
                    <a:srgbClr val="141E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Continuous pay equity sensing can detect drift in near real-time, not once per year. Know which compensation structures actually retain and motivate vs. those that are just cost without outcomes.</a:t>
              </a:r>
              <a:endParaRPr lang="en-US" sz="1100" dirty="0"/>
            </a:p>
          </p:txBody>
        </p:sp>
      </p:grpSp>
      <p:sp>
        <p:nvSpPr>
          <p:cNvPr id="13" name="Text 11">
            <a:extLst>
              <a:ext uri="{FF2B5EF4-FFF2-40B4-BE49-F238E27FC236}">
                <a16:creationId xmlns:a16="http://schemas.microsoft.com/office/drawing/2014/main" id="{5EEBDFD8-FED0-6A39-B213-845219F6E676}"/>
              </a:ext>
            </a:extLst>
          </p:cNvPr>
          <p:cNvSpPr/>
          <p:nvPr/>
        </p:nvSpPr>
        <p:spPr>
          <a:xfrm>
            <a:off x="2104680" y="4702302"/>
            <a:ext cx="49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Tools: Pave · Syndio · Compport AI · Mercer Pay · Salary.com</a:t>
            </a:r>
            <a:endParaRPr lang="en-US" sz="12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F411020-9BE4-39C9-F925-FE0DFBF86C99}"/>
              </a:ext>
            </a:extLst>
          </p:cNvPr>
          <p:cNvSpPr/>
          <p:nvPr/>
        </p:nvSpPr>
        <p:spPr>
          <a:xfrm>
            <a:off x="5166360" y="857250"/>
            <a:ext cx="3520440" cy="342900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7BDDB39-0F9D-F293-60D4-36D69F3DCD79}"/>
              </a:ext>
            </a:extLst>
          </p:cNvPr>
          <p:cNvSpPr/>
          <p:nvPr/>
        </p:nvSpPr>
        <p:spPr>
          <a:xfrm>
            <a:off x="5349240" y="106756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CE7D398-D86C-A7FB-6EFB-0A0F97FE36F6}"/>
              </a:ext>
            </a:extLst>
          </p:cNvPr>
          <p:cNvSpPr/>
          <p:nvPr/>
        </p:nvSpPr>
        <p:spPr>
          <a:xfrm>
            <a:off x="5349240" y="134188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120"/>
                </a:solidFill>
                <a:latin typeface="Georgia" pitchFamily="34" charset="0"/>
              </a:rPr>
              <a:t>Syndio Clients(Nordstorm)</a:t>
            </a:r>
            <a:endParaRPr lang="en-US" sz="18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188266C-F36F-ED92-66BE-0EE4D89CD43D}"/>
              </a:ext>
            </a:extLst>
          </p:cNvPr>
          <p:cNvSpPr/>
          <p:nvPr/>
        </p:nvSpPr>
        <p:spPr>
          <a:xfrm>
            <a:off x="5349240" y="166192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3B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Syndio · 2023–2025</a:t>
            </a: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BEAADF6-848B-055E-DEF6-C422B786BAD0}"/>
              </a:ext>
            </a:extLst>
          </p:cNvPr>
          <p:cNvSpPr/>
          <p:nvPr/>
        </p:nvSpPr>
        <p:spPr>
          <a:xfrm>
            <a:off x="5349240" y="1981962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3B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Syndio's WorkEqual platform deployed at 300+ enterprises for continuous pay equity monitoring. Clients achieved 95%+ pay equity across gender and ethnicity. Nordstrom closed gaps proactively using real-time alerts. </a:t>
            </a:r>
            <a:r>
              <a:rPr lang="en-US" sz="1100" dirty="0">
                <a:solidFill>
                  <a:srgbClr val="3B4D6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source</a:t>
            </a:r>
            <a:endParaRPr lang="en-US" sz="11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01BA290-6757-F5C4-EBAB-E87E472DDDCD}"/>
              </a:ext>
            </a:extLst>
          </p:cNvPr>
          <p:cNvSpPr/>
          <p:nvPr/>
        </p:nvSpPr>
        <p:spPr>
          <a:xfrm>
            <a:off x="4983480" y="976122"/>
            <a:ext cx="0" cy="3429000"/>
          </a:xfrm>
          <a:prstGeom prst="line">
            <a:avLst/>
          </a:prstGeom>
          <a:noFill/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914FC5C-BB64-7059-713C-E7919DF429A9}"/>
              </a:ext>
            </a:extLst>
          </p:cNvPr>
          <p:cNvGrpSpPr/>
          <p:nvPr/>
        </p:nvGrpSpPr>
        <p:grpSpPr>
          <a:xfrm>
            <a:off x="5303520" y="3121429"/>
            <a:ext cx="1600200" cy="868680"/>
            <a:chOff x="5349240" y="3108960"/>
            <a:chExt cx="1417320" cy="868680"/>
          </a:xfrm>
        </p:grpSpPr>
        <p:sp>
          <p:nvSpPr>
            <p:cNvPr id="24" name="Shape 17">
              <a:extLst>
                <a:ext uri="{FF2B5EF4-FFF2-40B4-BE49-F238E27FC236}">
                  <a16:creationId xmlns:a16="http://schemas.microsoft.com/office/drawing/2014/main" id="{F280B94C-ED88-B241-0740-0BDABBBCB089}"/>
                </a:ext>
              </a:extLst>
            </p:cNvPr>
            <p:cNvSpPr/>
            <p:nvPr/>
          </p:nvSpPr>
          <p:spPr>
            <a:xfrm>
              <a:off x="5349240" y="3108960"/>
              <a:ext cx="1417320" cy="86868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5" name="Text 18">
              <a:extLst>
                <a:ext uri="{FF2B5EF4-FFF2-40B4-BE49-F238E27FC236}">
                  <a16:creationId xmlns:a16="http://schemas.microsoft.com/office/drawing/2014/main" id="{3397B7D4-570C-8F0B-6B1F-C39DECFD1495}"/>
                </a:ext>
              </a:extLst>
            </p:cNvPr>
            <p:cNvSpPr/>
            <p:nvPr/>
          </p:nvSpPr>
          <p:spPr>
            <a:xfrm>
              <a:off x="5349240" y="3154680"/>
              <a:ext cx="14173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6161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70%</a:t>
              </a:r>
              <a:endParaRPr lang="en-US" sz="2400" dirty="0">
                <a:solidFill>
                  <a:srgbClr val="616161"/>
                </a:solidFill>
              </a:endParaRPr>
            </a:p>
          </p:txBody>
        </p:sp>
        <p:sp>
          <p:nvSpPr>
            <p:cNvPr id="26" name="Text 19">
              <a:extLst>
                <a:ext uri="{FF2B5EF4-FFF2-40B4-BE49-F238E27FC236}">
                  <a16:creationId xmlns:a16="http://schemas.microsoft.com/office/drawing/2014/main" id="{0EFE0E0C-E9C7-67DB-2312-0E7D25C102B9}"/>
                </a:ext>
              </a:extLst>
            </p:cNvPr>
            <p:cNvSpPr/>
            <p:nvPr/>
          </p:nvSpPr>
          <p:spPr>
            <a:xfrm>
              <a:off x="5349240" y="3611880"/>
              <a:ext cx="1417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Reduction in remediation costs</a:t>
              </a:r>
              <a:endParaRPr lang="en-US" sz="9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9B192F5-EFEF-92B3-BF2C-D2539C080288}"/>
              </a:ext>
            </a:extLst>
          </p:cNvPr>
          <p:cNvGrpSpPr/>
          <p:nvPr/>
        </p:nvGrpSpPr>
        <p:grpSpPr>
          <a:xfrm>
            <a:off x="6995160" y="3121429"/>
            <a:ext cx="1600200" cy="868680"/>
            <a:chOff x="5349240" y="3108960"/>
            <a:chExt cx="1417320" cy="868680"/>
          </a:xfrm>
        </p:grpSpPr>
        <p:sp>
          <p:nvSpPr>
            <p:cNvPr id="28" name="Shape 17">
              <a:extLst>
                <a:ext uri="{FF2B5EF4-FFF2-40B4-BE49-F238E27FC236}">
                  <a16:creationId xmlns:a16="http://schemas.microsoft.com/office/drawing/2014/main" id="{B3916626-E6A1-FAA4-A468-55588B36767D}"/>
                </a:ext>
              </a:extLst>
            </p:cNvPr>
            <p:cNvSpPr/>
            <p:nvPr/>
          </p:nvSpPr>
          <p:spPr>
            <a:xfrm>
              <a:off x="5349240" y="3108960"/>
              <a:ext cx="1417320" cy="86868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9" name="Text 18">
              <a:extLst>
                <a:ext uri="{FF2B5EF4-FFF2-40B4-BE49-F238E27FC236}">
                  <a16:creationId xmlns:a16="http://schemas.microsoft.com/office/drawing/2014/main" id="{62D598CF-307D-8BCD-2BB7-7EBAB2D4B1A2}"/>
                </a:ext>
              </a:extLst>
            </p:cNvPr>
            <p:cNvSpPr/>
            <p:nvPr/>
          </p:nvSpPr>
          <p:spPr>
            <a:xfrm>
              <a:off x="5349240" y="3154680"/>
              <a:ext cx="14173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6161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6%</a:t>
              </a:r>
              <a:endParaRPr lang="en-US" sz="2400" dirty="0">
                <a:solidFill>
                  <a:srgbClr val="616161"/>
                </a:solidFill>
              </a:endParaRPr>
            </a:p>
          </p:txBody>
        </p:sp>
        <p:sp>
          <p:nvSpPr>
            <p:cNvPr id="30" name="Text 19">
              <a:extLst>
                <a:ext uri="{FF2B5EF4-FFF2-40B4-BE49-F238E27FC236}">
                  <a16:creationId xmlns:a16="http://schemas.microsoft.com/office/drawing/2014/main" id="{4355D4D5-6DA8-E03B-29AB-B99D057E4339}"/>
                </a:ext>
              </a:extLst>
            </p:cNvPr>
            <p:cNvSpPr/>
            <p:nvPr/>
          </p:nvSpPr>
          <p:spPr>
            <a:xfrm>
              <a:off x="5349240" y="3611880"/>
              <a:ext cx="1417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More offers accepted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1492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A5149-4BD3-2288-7762-580A64348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778C938-F308-1B0A-7F04-034893500B74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AEF039B-21D9-3E98-FBD9-DEE20438864F}"/>
              </a:ext>
            </a:extLst>
          </p:cNvPr>
          <p:cNvSpPr/>
          <p:nvPr/>
        </p:nvSpPr>
        <p:spPr>
          <a:xfrm>
            <a:off x="548640" y="336042"/>
            <a:ext cx="457200" cy="4572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D8A5743-A65A-32EC-7178-A79B1069A940}"/>
              </a:ext>
            </a:extLst>
          </p:cNvPr>
          <p:cNvSpPr/>
          <p:nvPr/>
        </p:nvSpPr>
        <p:spPr>
          <a:xfrm>
            <a:off x="548640" y="33604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23652A7-AA98-0F75-6F60-76F7E74B8DEA}"/>
              </a:ext>
            </a:extLst>
          </p:cNvPr>
          <p:cNvSpPr/>
          <p:nvPr/>
        </p:nvSpPr>
        <p:spPr>
          <a:xfrm>
            <a:off x="1143000" y="33604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Employee Engagement</a:t>
            </a:r>
            <a:endParaRPr lang="en-US" sz="22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24F366B-5467-01FD-CC68-12D186645549}"/>
              </a:ext>
            </a:extLst>
          </p:cNvPr>
          <p:cNvGrpSpPr/>
          <p:nvPr/>
        </p:nvGrpSpPr>
        <p:grpSpPr>
          <a:xfrm>
            <a:off x="548640" y="1024128"/>
            <a:ext cx="4343400" cy="932688"/>
            <a:chOff x="548640" y="868680"/>
            <a:chExt cx="4343400" cy="932688"/>
          </a:xfrm>
        </p:grpSpPr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F5867FC8-913B-CE41-D699-786E72A7486E}"/>
                </a:ext>
              </a:extLst>
            </p:cNvPr>
            <p:cNvSpPr/>
            <p:nvPr/>
          </p:nvSpPr>
          <p:spPr>
            <a:xfrm>
              <a:off x="548640" y="86868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200" dirty="0">
                  <a:solidFill>
                    <a:srgbClr val="B832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PRE-AI</a:t>
              </a:r>
              <a:endParaRPr lang="en-US" sz="900"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79C3D96C-4BE2-8393-6AA3-7894140C185B}"/>
                </a:ext>
              </a:extLst>
            </p:cNvPr>
            <p:cNvSpPr/>
            <p:nvPr/>
          </p:nvSpPr>
          <p:spPr>
            <a:xfrm>
              <a:off x="548640" y="1115568"/>
              <a:ext cx="4343400" cy="6858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1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Annual/pulse surveys. Team-level aggregation. Generic action plans. 3 to 6-month signal-to-action lag. Survey fatigue.</a:t>
              </a:r>
              <a:endParaRPr lang="en-US" sz="11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4909822-26BD-65E9-02C2-B52E26472E61}"/>
              </a:ext>
            </a:extLst>
          </p:cNvPr>
          <p:cNvGrpSpPr/>
          <p:nvPr/>
        </p:nvGrpSpPr>
        <p:grpSpPr>
          <a:xfrm>
            <a:off x="548640" y="2164842"/>
            <a:ext cx="4343400" cy="1024128"/>
            <a:chOff x="548640" y="1828800"/>
            <a:chExt cx="4343400" cy="1024128"/>
          </a:xfrm>
        </p:grpSpPr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074EBD22-5456-A731-9631-58BC2A4EFF8B}"/>
                </a:ext>
              </a:extLst>
            </p:cNvPr>
            <p:cNvSpPr/>
            <p:nvPr/>
          </p:nvSpPr>
          <p:spPr>
            <a:xfrm>
              <a:off x="548640" y="1828800"/>
              <a:ext cx="10972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200" dirty="0">
                  <a:solidFill>
                    <a:srgbClr val="1B65D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AI-NATIVE</a:t>
              </a:r>
              <a:endParaRPr lang="en-US" sz="900" dirty="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472649CF-BC7D-B81B-CE07-A03EB8209049}"/>
                </a:ext>
              </a:extLst>
            </p:cNvPr>
            <p:cNvSpPr/>
            <p:nvPr/>
          </p:nvSpPr>
          <p:spPr>
            <a:xfrm>
              <a:off x="548640" y="2075688"/>
              <a:ext cx="4343400" cy="7772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1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Always-on engagement index from collaboration patterns, participation signals, meeting load. AI detects disengagement spirals at team level. Interventions recommended and tracked to outcome.</a:t>
              </a:r>
              <a:endParaRPr lang="en-US" sz="11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20105C5-D0FD-D196-E024-41CC7FE54AB2}"/>
              </a:ext>
            </a:extLst>
          </p:cNvPr>
          <p:cNvGrpSpPr/>
          <p:nvPr/>
        </p:nvGrpSpPr>
        <p:grpSpPr>
          <a:xfrm>
            <a:off x="548640" y="3121429"/>
            <a:ext cx="4343400" cy="1186780"/>
            <a:chOff x="548640" y="2926080"/>
            <a:chExt cx="4343400" cy="914400"/>
          </a:xfrm>
        </p:grpSpPr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07D54D7A-6E60-7F07-BDC4-8D83BDBAE385}"/>
                </a:ext>
              </a:extLst>
            </p:cNvPr>
            <p:cNvSpPr/>
            <p:nvPr/>
          </p:nvSpPr>
          <p:spPr>
            <a:xfrm>
              <a:off x="548640" y="2926080"/>
              <a:ext cx="4343400" cy="914400"/>
            </a:xfrm>
            <a:prstGeom prst="rect">
              <a:avLst/>
            </a:prstGeom>
            <a:solidFill>
              <a:srgbClr val="E8F0FE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F1A35B64-179E-F5B9-3C2F-50418C4E6025}"/>
                </a:ext>
              </a:extLst>
            </p:cNvPr>
            <p:cNvSpPr/>
            <p:nvPr/>
          </p:nvSpPr>
          <p:spPr>
            <a:xfrm>
              <a:off x="685800" y="2953512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150" dirty="0">
                  <a:solidFill>
                    <a:srgbClr val="00B0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INTELLIGENCE DELTA</a:t>
              </a:r>
              <a:endParaRPr lang="en-US" sz="900" dirty="0">
                <a:solidFill>
                  <a:srgbClr val="00B050"/>
                </a:solidFill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7CF35BDB-FEC9-203F-9BCC-DCAEE59A4FF5}"/>
                </a:ext>
              </a:extLst>
            </p:cNvPr>
            <p:cNvSpPr/>
            <p:nvPr/>
          </p:nvSpPr>
          <p:spPr>
            <a:xfrm>
              <a:off x="685800" y="3182112"/>
              <a:ext cx="4069080" cy="5943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100" b="1" dirty="0">
                  <a:solidFill>
                    <a:srgbClr val="141E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Always-on organizational pulse can sense disengagement in real time before it becomes attrition. Connect engagement drivers to actual business outcomes: which factors predict retention vs. which are loudest in surveys.</a:t>
              </a:r>
              <a:endParaRPr lang="en-US" sz="1100" dirty="0"/>
            </a:p>
          </p:txBody>
        </p:sp>
      </p:grpSp>
      <p:sp>
        <p:nvSpPr>
          <p:cNvPr id="13" name="Text 11">
            <a:extLst>
              <a:ext uri="{FF2B5EF4-FFF2-40B4-BE49-F238E27FC236}">
                <a16:creationId xmlns:a16="http://schemas.microsoft.com/office/drawing/2014/main" id="{5852C098-E273-FCBD-8D30-57212AC296C4}"/>
              </a:ext>
            </a:extLst>
          </p:cNvPr>
          <p:cNvSpPr/>
          <p:nvPr/>
        </p:nvSpPr>
        <p:spPr>
          <a:xfrm>
            <a:off x="2104680" y="4702302"/>
            <a:ext cx="49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/>
              <a:t>Tools: </a:t>
            </a:r>
            <a:r>
              <a:rPr lang="en-US" sz="1200" dirty="0">
                <a:ea typeface="Calibri" pitchFamily="34" charset="-122"/>
                <a:cs typeface="Calibri" pitchFamily="34" charset="-120"/>
              </a:rPr>
              <a:t>Qualtrics XM · Culture Amp · Peakon/Workday · Microsoft Viva</a:t>
            </a:r>
            <a:endParaRPr lang="en-US" sz="12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68842D2-65CA-6460-D6D7-B9D11BEA5CE6}"/>
              </a:ext>
            </a:extLst>
          </p:cNvPr>
          <p:cNvSpPr/>
          <p:nvPr/>
        </p:nvSpPr>
        <p:spPr>
          <a:xfrm>
            <a:off x="5166360" y="857250"/>
            <a:ext cx="3520440" cy="342900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5CEBA05-EB7A-CAE0-1A41-F7157D4E23AA}"/>
              </a:ext>
            </a:extLst>
          </p:cNvPr>
          <p:cNvSpPr/>
          <p:nvPr/>
        </p:nvSpPr>
        <p:spPr>
          <a:xfrm>
            <a:off x="5349240" y="106756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97E55ED-F2FB-526E-24BB-DA1FA9A3B4DB}"/>
              </a:ext>
            </a:extLst>
          </p:cNvPr>
          <p:cNvSpPr/>
          <p:nvPr/>
        </p:nvSpPr>
        <p:spPr>
          <a:xfrm>
            <a:off x="5349240" y="134188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120"/>
                </a:solidFill>
                <a:latin typeface="Georgia" pitchFamily="34" charset="0"/>
              </a:rPr>
              <a:t>Microsoft</a:t>
            </a:r>
            <a:endParaRPr lang="en-US" sz="18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1B8A8BD-996B-3114-7825-80A4DB369FB4}"/>
              </a:ext>
            </a:extLst>
          </p:cNvPr>
          <p:cNvSpPr/>
          <p:nvPr/>
        </p:nvSpPr>
        <p:spPr>
          <a:xfrm>
            <a:off x="5349240" y="166192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Insights + Glint · 2023–2025</a:t>
            </a: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6FB5E32-6D4A-971E-613B-BCFB1B3D3900}"/>
              </a:ext>
            </a:extLst>
          </p:cNvPr>
          <p:cNvSpPr/>
          <p:nvPr/>
        </p:nvSpPr>
        <p:spPr>
          <a:xfrm>
            <a:off x="5349240" y="1981962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3B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Viva Insights across 200K+ employees to provide managers with AI-generated team wellbeing indicators. Combined with Glint pulse surveys for continuous engagement sensing. Used data to redesign meeting culture and reduce burnout. </a:t>
            </a:r>
            <a:r>
              <a:rPr lang="en-US" sz="1100" dirty="0">
                <a:solidFill>
                  <a:srgbClr val="3B4D6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source</a:t>
            </a:r>
            <a:endParaRPr lang="en-US" sz="11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CAF7BB1-8EEB-9CC0-6D87-93E540DBFEA8}"/>
              </a:ext>
            </a:extLst>
          </p:cNvPr>
          <p:cNvSpPr/>
          <p:nvPr/>
        </p:nvSpPr>
        <p:spPr>
          <a:xfrm>
            <a:off x="4983480" y="976122"/>
            <a:ext cx="0" cy="3429000"/>
          </a:xfrm>
          <a:prstGeom prst="line">
            <a:avLst/>
          </a:prstGeom>
          <a:noFill/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B2FFC68-5A18-D0DD-42D9-9F953DA0FC1C}"/>
              </a:ext>
            </a:extLst>
          </p:cNvPr>
          <p:cNvGrpSpPr/>
          <p:nvPr/>
        </p:nvGrpSpPr>
        <p:grpSpPr>
          <a:xfrm>
            <a:off x="5303520" y="3121429"/>
            <a:ext cx="1600200" cy="868680"/>
            <a:chOff x="5349240" y="3108960"/>
            <a:chExt cx="1417320" cy="868680"/>
          </a:xfrm>
        </p:grpSpPr>
        <p:sp>
          <p:nvSpPr>
            <p:cNvPr id="24" name="Shape 17">
              <a:extLst>
                <a:ext uri="{FF2B5EF4-FFF2-40B4-BE49-F238E27FC236}">
                  <a16:creationId xmlns:a16="http://schemas.microsoft.com/office/drawing/2014/main" id="{9FD05568-9CDC-369D-6A42-3D2B53772983}"/>
                </a:ext>
              </a:extLst>
            </p:cNvPr>
            <p:cNvSpPr/>
            <p:nvPr/>
          </p:nvSpPr>
          <p:spPr>
            <a:xfrm>
              <a:off x="5349240" y="3108960"/>
              <a:ext cx="1417320" cy="86868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5" name="Text 18">
              <a:extLst>
                <a:ext uri="{FF2B5EF4-FFF2-40B4-BE49-F238E27FC236}">
                  <a16:creationId xmlns:a16="http://schemas.microsoft.com/office/drawing/2014/main" id="{8A0DDE12-B5FE-38B2-59A7-D29391CD38A8}"/>
                </a:ext>
              </a:extLst>
            </p:cNvPr>
            <p:cNvSpPr/>
            <p:nvPr/>
          </p:nvSpPr>
          <p:spPr>
            <a:xfrm>
              <a:off x="5349240" y="3154680"/>
              <a:ext cx="14173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D97706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71%</a:t>
              </a:r>
              <a:endParaRPr lang="en-US" sz="2400" dirty="0">
                <a:solidFill>
                  <a:srgbClr val="D97706"/>
                </a:solidFill>
              </a:endParaRPr>
            </a:p>
          </p:txBody>
        </p:sp>
        <p:sp>
          <p:nvSpPr>
            <p:cNvPr id="26" name="Text 19">
              <a:extLst>
                <a:ext uri="{FF2B5EF4-FFF2-40B4-BE49-F238E27FC236}">
                  <a16:creationId xmlns:a16="http://schemas.microsoft.com/office/drawing/2014/main" id="{E7FEB6BB-CA90-0080-02E3-B694469EDD08}"/>
                </a:ext>
              </a:extLst>
            </p:cNvPr>
            <p:cNvSpPr/>
            <p:nvPr/>
          </p:nvSpPr>
          <p:spPr>
            <a:xfrm>
              <a:off x="5349240" y="3611880"/>
              <a:ext cx="1417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Increase in employee productivity</a:t>
              </a:r>
              <a:endParaRPr lang="en-US" sz="9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D58A370-BF43-1679-1556-71A962D3C0A6}"/>
              </a:ext>
            </a:extLst>
          </p:cNvPr>
          <p:cNvGrpSpPr/>
          <p:nvPr/>
        </p:nvGrpSpPr>
        <p:grpSpPr>
          <a:xfrm>
            <a:off x="6995160" y="3121429"/>
            <a:ext cx="1600200" cy="868680"/>
            <a:chOff x="5349240" y="3108960"/>
            <a:chExt cx="1417320" cy="868680"/>
          </a:xfrm>
        </p:grpSpPr>
        <p:sp>
          <p:nvSpPr>
            <p:cNvPr id="28" name="Shape 17">
              <a:extLst>
                <a:ext uri="{FF2B5EF4-FFF2-40B4-BE49-F238E27FC236}">
                  <a16:creationId xmlns:a16="http://schemas.microsoft.com/office/drawing/2014/main" id="{4AB81311-3BC6-477B-218E-85FBA4BE509A}"/>
                </a:ext>
              </a:extLst>
            </p:cNvPr>
            <p:cNvSpPr/>
            <p:nvPr/>
          </p:nvSpPr>
          <p:spPr>
            <a:xfrm>
              <a:off x="5349240" y="3108960"/>
              <a:ext cx="1417320" cy="86868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9" name="Text 18">
              <a:extLst>
                <a:ext uri="{FF2B5EF4-FFF2-40B4-BE49-F238E27FC236}">
                  <a16:creationId xmlns:a16="http://schemas.microsoft.com/office/drawing/2014/main" id="{B1CC537D-D33C-355F-D3DE-E7749ED3B971}"/>
                </a:ext>
              </a:extLst>
            </p:cNvPr>
            <p:cNvSpPr/>
            <p:nvPr/>
          </p:nvSpPr>
          <p:spPr>
            <a:xfrm>
              <a:off x="5349240" y="3154680"/>
              <a:ext cx="14173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D97706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40%</a:t>
              </a:r>
              <a:endParaRPr lang="en-US" sz="2400" dirty="0">
                <a:solidFill>
                  <a:srgbClr val="D97706"/>
                </a:solidFill>
              </a:endParaRPr>
            </a:p>
          </p:txBody>
        </p:sp>
        <p:sp>
          <p:nvSpPr>
            <p:cNvPr id="30" name="Text 19">
              <a:extLst>
                <a:ext uri="{FF2B5EF4-FFF2-40B4-BE49-F238E27FC236}">
                  <a16:creationId xmlns:a16="http://schemas.microsoft.com/office/drawing/2014/main" id="{561F199D-1CD3-A721-26DD-60D1D3D4EEB5}"/>
                </a:ext>
              </a:extLst>
            </p:cNvPr>
            <p:cNvSpPr/>
            <p:nvPr/>
          </p:nvSpPr>
          <p:spPr>
            <a:xfrm>
              <a:off x="5349240" y="3611880"/>
              <a:ext cx="1417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Decrease in meeting time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23755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B079B-6D0D-EC70-8BF1-DF755B385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2EEC075-D3D1-660D-F3FB-1768A673B646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A5776CC-F6F5-E3CD-91F3-8BD6311CA06E}"/>
              </a:ext>
            </a:extLst>
          </p:cNvPr>
          <p:cNvSpPr/>
          <p:nvPr/>
        </p:nvSpPr>
        <p:spPr>
          <a:xfrm>
            <a:off x="548640" y="336042"/>
            <a:ext cx="457200" cy="4572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1452205-BB79-F559-D4DA-070DD1C0EC07}"/>
              </a:ext>
            </a:extLst>
          </p:cNvPr>
          <p:cNvSpPr/>
          <p:nvPr/>
        </p:nvSpPr>
        <p:spPr>
          <a:xfrm>
            <a:off x="548640" y="33604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5222A8D-CE4E-DE85-1E07-73A6721FACA9}"/>
              </a:ext>
            </a:extLst>
          </p:cNvPr>
          <p:cNvSpPr/>
          <p:nvPr/>
        </p:nvSpPr>
        <p:spPr>
          <a:xfrm>
            <a:off x="1143000" y="33604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0B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 Mobility</a:t>
            </a:r>
            <a:endParaRPr lang="en-US" sz="22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E830A3B-8696-EF71-4C4C-71AD4EB93B31}"/>
              </a:ext>
            </a:extLst>
          </p:cNvPr>
          <p:cNvGrpSpPr/>
          <p:nvPr/>
        </p:nvGrpSpPr>
        <p:grpSpPr>
          <a:xfrm>
            <a:off x="548640" y="1024128"/>
            <a:ext cx="4343400" cy="932688"/>
            <a:chOff x="548640" y="868680"/>
            <a:chExt cx="4343400" cy="932688"/>
          </a:xfrm>
        </p:grpSpPr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8A25B0FD-66B6-63F7-3883-08F274307F77}"/>
                </a:ext>
              </a:extLst>
            </p:cNvPr>
            <p:cNvSpPr/>
            <p:nvPr/>
          </p:nvSpPr>
          <p:spPr>
            <a:xfrm>
              <a:off x="548640" y="86868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200" dirty="0">
                  <a:solidFill>
                    <a:srgbClr val="B832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PRE-AI</a:t>
              </a:r>
              <a:endParaRPr lang="en-US" sz="900"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0390D203-2586-6054-8DC6-BC1CEC9B4B0F}"/>
                </a:ext>
              </a:extLst>
            </p:cNvPr>
            <p:cNvSpPr/>
            <p:nvPr/>
          </p:nvSpPr>
          <p:spPr>
            <a:xfrm>
              <a:off x="548640" y="1115568"/>
              <a:ext cx="4343400" cy="6858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1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Job boards with self-service browsing. Manager hoarding. Resume-based matching. ~25% internal fill rate. 47% leave because they can't find internal growth.</a:t>
              </a:r>
              <a:endParaRPr lang="en-US" sz="11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EDC6CB4-2426-212E-4ADA-0E944CBFEC11}"/>
              </a:ext>
            </a:extLst>
          </p:cNvPr>
          <p:cNvGrpSpPr/>
          <p:nvPr/>
        </p:nvGrpSpPr>
        <p:grpSpPr>
          <a:xfrm>
            <a:off x="548640" y="2164842"/>
            <a:ext cx="4343400" cy="1024128"/>
            <a:chOff x="548640" y="1828800"/>
            <a:chExt cx="4343400" cy="1024128"/>
          </a:xfrm>
        </p:grpSpPr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3892A9EE-F9D9-3BC2-A7E7-2133E8D90A8A}"/>
                </a:ext>
              </a:extLst>
            </p:cNvPr>
            <p:cNvSpPr/>
            <p:nvPr/>
          </p:nvSpPr>
          <p:spPr>
            <a:xfrm>
              <a:off x="548640" y="1828800"/>
              <a:ext cx="10972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200" dirty="0">
                  <a:solidFill>
                    <a:srgbClr val="1B65D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AI-NATIVE</a:t>
              </a:r>
              <a:endParaRPr lang="en-US" sz="900" dirty="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60114D53-CF16-9B83-CB06-C4D13BEDBF7B}"/>
                </a:ext>
              </a:extLst>
            </p:cNvPr>
            <p:cNvSpPr/>
            <p:nvPr/>
          </p:nvSpPr>
          <p:spPr>
            <a:xfrm>
              <a:off x="548640" y="2075688"/>
              <a:ext cx="4343400" cy="7772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1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talent marketplace matches skills + aspirations to roles, gigs, and mentorships. Bidirectional: employees get proactive job openings; managers get curated internal slates. Aspiration-based, not just history-based.</a:t>
              </a:r>
              <a:endParaRPr lang="en-US" sz="11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97778BF-D627-F3E0-469E-27B9FBD644C3}"/>
              </a:ext>
            </a:extLst>
          </p:cNvPr>
          <p:cNvGrpSpPr/>
          <p:nvPr/>
        </p:nvGrpSpPr>
        <p:grpSpPr>
          <a:xfrm>
            <a:off x="548640" y="3121429"/>
            <a:ext cx="4343400" cy="1186780"/>
            <a:chOff x="548640" y="2926080"/>
            <a:chExt cx="4343400" cy="914400"/>
          </a:xfrm>
        </p:grpSpPr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15F19CAE-6838-B6D3-311F-DFE525BA3A64}"/>
                </a:ext>
              </a:extLst>
            </p:cNvPr>
            <p:cNvSpPr/>
            <p:nvPr/>
          </p:nvSpPr>
          <p:spPr>
            <a:xfrm>
              <a:off x="548640" y="2926080"/>
              <a:ext cx="4343400" cy="914400"/>
            </a:xfrm>
            <a:prstGeom prst="rect">
              <a:avLst/>
            </a:prstGeom>
            <a:solidFill>
              <a:srgbClr val="E8F0FE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4B8844BE-051C-F8F7-D12D-21467DCB3074}"/>
                </a:ext>
              </a:extLst>
            </p:cNvPr>
            <p:cNvSpPr/>
            <p:nvPr/>
          </p:nvSpPr>
          <p:spPr>
            <a:xfrm>
              <a:off x="685800" y="2953512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150" dirty="0">
                  <a:solidFill>
                    <a:srgbClr val="00B0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INTELLIGENCE DELTA</a:t>
              </a:r>
              <a:endParaRPr lang="en-US" sz="900" dirty="0">
                <a:solidFill>
                  <a:srgbClr val="00B050"/>
                </a:solidFill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2F756CEA-2CE0-CE34-9F2D-B248EB9D023E}"/>
                </a:ext>
              </a:extLst>
            </p:cNvPr>
            <p:cNvSpPr/>
            <p:nvPr/>
          </p:nvSpPr>
          <p:spPr>
            <a:xfrm>
              <a:off x="685800" y="3182112"/>
              <a:ext cx="4069080" cy="5943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100" b="1" dirty="0">
                  <a:solidFill>
                    <a:srgbClr val="141E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See and activate the entire internal </a:t>
              </a:r>
              <a:r>
                <a:rPr lang="en-US" sz="1100" b="1" dirty="0" err="1">
                  <a:solidFill>
                    <a:srgbClr val="141E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labour</a:t>
              </a:r>
              <a:r>
                <a:rPr lang="en-US" sz="1100" b="1" dirty="0">
                  <a:solidFill>
                    <a:srgbClr val="141E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market in real time. Mobility pattern intelligence: which career movements produce the best long-term outcomes.</a:t>
              </a:r>
              <a:endParaRPr lang="en-US" sz="1100" dirty="0"/>
            </a:p>
          </p:txBody>
        </p:sp>
      </p:grpSp>
      <p:sp>
        <p:nvSpPr>
          <p:cNvPr id="13" name="Text 11">
            <a:extLst>
              <a:ext uri="{FF2B5EF4-FFF2-40B4-BE49-F238E27FC236}">
                <a16:creationId xmlns:a16="http://schemas.microsoft.com/office/drawing/2014/main" id="{D9FA6084-B742-2A96-E403-A64954C61030}"/>
              </a:ext>
            </a:extLst>
          </p:cNvPr>
          <p:cNvSpPr/>
          <p:nvPr/>
        </p:nvSpPr>
        <p:spPr>
          <a:xfrm>
            <a:off x="2104680" y="4702302"/>
            <a:ext cx="49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/>
              <a:t>Tools: </a:t>
            </a:r>
            <a:r>
              <a:rPr lang="en-US" sz="1200" i="1" dirty="0">
                <a:ea typeface="Calibri" pitchFamily="34" charset="-122"/>
                <a:cs typeface="Calibri" pitchFamily="34" charset="-120"/>
              </a:rPr>
              <a:t>Gloat · Fuel50 · Eightfold Talent Marketplace · Phenom</a:t>
            </a:r>
            <a:endParaRPr lang="en-US" sz="12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3AF9E49-18B0-6C86-CEA4-99508FDDDE03}"/>
              </a:ext>
            </a:extLst>
          </p:cNvPr>
          <p:cNvSpPr/>
          <p:nvPr/>
        </p:nvSpPr>
        <p:spPr>
          <a:xfrm>
            <a:off x="5166360" y="857250"/>
            <a:ext cx="3520440" cy="342900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FADBE61-EC25-25B0-D35C-70890C5817F7}"/>
              </a:ext>
            </a:extLst>
          </p:cNvPr>
          <p:cNvSpPr/>
          <p:nvPr/>
        </p:nvSpPr>
        <p:spPr>
          <a:xfrm>
            <a:off x="5349240" y="106756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991999D-0EBE-5F30-788D-A22003C03023}"/>
              </a:ext>
            </a:extLst>
          </p:cNvPr>
          <p:cNvSpPr/>
          <p:nvPr/>
        </p:nvSpPr>
        <p:spPr>
          <a:xfrm>
            <a:off x="5349240" y="134188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B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Schneider Electric</a:t>
            </a:r>
            <a:endParaRPr lang="en-US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FD454B7-6995-82A5-D076-2EBEF11E815F}"/>
              </a:ext>
            </a:extLst>
          </p:cNvPr>
          <p:cNvSpPr/>
          <p:nvPr/>
        </p:nvSpPr>
        <p:spPr>
          <a:xfrm>
            <a:off x="5349240" y="166192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Gloat · 2020–2025</a:t>
            </a: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730652E-E9B0-4751-5DC0-02273B553E98}"/>
              </a:ext>
            </a:extLst>
          </p:cNvPr>
          <p:cNvSpPr/>
          <p:nvPr/>
        </p:nvSpPr>
        <p:spPr>
          <a:xfrm>
            <a:off x="5349240" y="1981962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3B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Talent Market: AI matches 144,000 employees to roles, gigs, and mentors across 100+ countries. Eliminated 3-year minimum tenure rule. HR is hands-off, employees own their career exploration. </a:t>
            </a:r>
            <a:r>
              <a:rPr lang="en-US" sz="1100" dirty="0">
                <a:solidFill>
                  <a:srgbClr val="3B4D6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source</a:t>
            </a:r>
            <a:endParaRPr lang="en-US" sz="11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2090F910-FD02-22C2-9B49-5BE3FBFAFFA4}"/>
              </a:ext>
            </a:extLst>
          </p:cNvPr>
          <p:cNvSpPr/>
          <p:nvPr/>
        </p:nvSpPr>
        <p:spPr>
          <a:xfrm>
            <a:off x="4983480" y="976122"/>
            <a:ext cx="0" cy="3429000"/>
          </a:xfrm>
          <a:prstGeom prst="line">
            <a:avLst/>
          </a:prstGeom>
          <a:noFill/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74A9AE3-F090-AB2B-79E8-AB7A72E97E9C}"/>
              </a:ext>
            </a:extLst>
          </p:cNvPr>
          <p:cNvGrpSpPr/>
          <p:nvPr/>
        </p:nvGrpSpPr>
        <p:grpSpPr>
          <a:xfrm>
            <a:off x="5303520" y="3121429"/>
            <a:ext cx="1600200" cy="868680"/>
            <a:chOff x="5349240" y="3108960"/>
            <a:chExt cx="1417320" cy="868680"/>
          </a:xfrm>
        </p:grpSpPr>
        <p:sp>
          <p:nvSpPr>
            <p:cNvPr id="24" name="Shape 17">
              <a:extLst>
                <a:ext uri="{FF2B5EF4-FFF2-40B4-BE49-F238E27FC236}">
                  <a16:creationId xmlns:a16="http://schemas.microsoft.com/office/drawing/2014/main" id="{BC56BEF3-FF60-D5FD-7B6C-597E1AC0CA17}"/>
                </a:ext>
              </a:extLst>
            </p:cNvPr>
            <p:cNvSpPr/>
            <p:nvPr/>
          </p:nvSpPr>
          <p:spPr>
            <a:xfrm>
              <a:off x="5349240" y="3108960"/>
              <a:ext cx="1417320" cy="86868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5" name="Text 18">
              <a:extLst>
                <a:ext uri="{FF2B5EF4-FFF2-40B4-BE49-F238E27FC236}">
                  <a16:creationId xmlns:a16="http://schemas.microsoft.com/office/drawing/2014/main" id="{F3A42986-7192-E689-C8C6-7B881B422033}"/>
                </a:ext>
              </a:extLst>
            </p:cNvPr>
            <p:cNvSpPr/>
            <p:nvPr/>
          </p:nvSpPr>
          <p:spPr>
            <a:xfrm>
              <a:off x="5349240" y="3154680"/>
              <a:ext cx="14173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2400" b="1" dirty="0">
                  <a:solidFill>
                    <a:srgbClr val="0891B2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89%</a:t>
              </a:r>
              <a:endParaRPr lang="en-US" sz="2400" dirty="0"/>
            </a:p>
          </p:txBody>
        </p:sp>
        <p:sp>
          <p:nvSpPr>
            <p:cNvPr id="26" name="Text 19">
              <a:extLst>
                <a:ext uri="{FF2B5EF4-FFF2-40B4-BE49-F238E27FC236}">
                  <a16:creationId xmlns:a16="http://schemas.microsoft.com/office/drawing/2014/main" id="{574E087F-4683-1992-51DA-2A00FBA7860C}"/>
                </a:ext>
              </a:extLst>
            </p:cNvPr>
            <p:cNvSpPr/>
            <p:nvPr/>
          </p:nvSpPr>
          <p:spPr>
            <a:xfrm>
              <a:off x="5349240" y="3611880"/>
              <a:ext cx="1417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Employee Adoption</a:t>
              </a:r>
              <a:endParaRPr lang="en-US" sz="9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6EC14A8-22CB-5A9C-5AC6-80E8212BE130}"/>
              </a:ext>
            </a:extLst>
          </p:cNvPr>
          <p:cNvGrpSpPr/>
          <p:nvPr/>
        </p:nvGrpSpPr>
        <p:grpSpPr>
          <a:xfrm>
            <a:off x="6995160" y="3121429"/>
            <a:ext cx="1600200" cy="868680"/>
            <a:chOff x="5349240" y="3108960"/>
            <a:chExt cx="1417320" cy="868680"/>
          </a:xfrm>
        </p:grpSpPr>
        <p:sp>
          <p:nvSpPr>
            <p:cNvPr id="28" name="Shape 17">
              <a:extLst>
                <a:ext uri="{FF2B5EF4-FFF2-40B4-BE49-F238E27FC236}">
                  <a16:creationId xmlns:a16="http://schemas.microsoft.com/office/drawing/2014/main" id="{5D0E028A-6BC3-EBF0-1ED5-4EEC34F45DC5}"/>
                </a:ext>
              </a:extLst>
            </p:cNvPr>
            <p:cNvSpPr/>
            <p:nvPr/>
          </p:nvSpPr>
          <p:spPr>
            <a:xfrm>
              <a:off x="5349240" y="3108960"/>
              <a:ext cx="1417320" cy="86868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9" name="Text 18">
              <a:extLst>
                <a:ext uri="{FF2B5EF4-FFF2-40B4-BE49-F238E27FC236}">
                  <a16:creationId xmlns:a16="http://schemas.microsoft.com/office/drawing/2014/main" id="{17A3AF31-0966-D161-E610-D5549CA1E259}"/>
                </a:ext>
              </a:extLst>
            </p:cNvPr>
            <p:cNvSpPr/>
            <p:nvPr/>
          </p:nvSpPr>
          <p:spPr>
            <a:xfrm>
              <a:off x="5349240" y="3154680"/>
              <a:ext cx="14173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2400" b="1" dirty="0">
                  <a:solidFill>
                    <a:srgbClr val="0891B2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$15M+</a:t>
              </a:r>
              <a:endParaRPr lang="en-US" sz="2400" dirty="0"/>
            </a:p>
          </p:txBody>
        </p:sp>
        <p:sp>
          <p:nvSpPr>
            <p:cNvPr id="30" name="Text 19">
              <a:extLst>
                <a:ext uri="{FF2B5EF4-FFF2-40B4-BE49-F238E27FC236}">
                  <a16:creationId xmlns:a16="http://schemas.microsoft.com/office/drawing/2014/main" id="{4B3EF9A2-3907-48C8-28B1-75A119373B39}"/>
                </a:ext>
              </a:extLst>
            </p:cNvPr>
            <p:cNvSpPr/>
            <p:nvPr/>
          </p:nvSpPr>
          <p:spPr>
            <a:xfrm>
              <a:off x="5349240" y="3611880"/>
              <a:ext cx="1417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Savings in productivity + recruiting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86945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19BE2-C27B-2CC0-6119-9EF6933A5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0C6CA8C-F81F-F424-1751-8947FF7593F2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13E5895-1269-FEEB-3C92-1D19CAF47364}"/>
              </a:ext>
            </a:extLst>
          </p:cNvPr>
          <p:cNvSpPr/>
          <p:nvPr/>
        </p:nvSpPr>
        <p:spPr>
          <a:xfrm>
            <a:off x="548640" y="336042"/>
            <a:ext cx="45720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7C81C6C-6186-8396-335F-6FD40AE2D059}"/>
              </a:ext>
            </a:extLst>
          </p:cNvPr>
          <p:cNvSpPr/>
          <p:nvPr/>
        </p:nvSpPr>
        <p:spPr>
          <a:xfrm>
            <a:off x="548640" y="33604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314126C-86D5-48D3-0070-15161EC0F3CD}"/>
              </a:ext>
            </a:extLst>
          </p:cNvPr>
          <p:cNvSpPr/>
          <p:nvPr/>
        </p:nvSpPr>
        <p:spPr>
          <a:xfrm>
            <a:off x="1143000" y="33604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0B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Succession Planning</a:t>
            </a:r>
            <a:endParaRPr lang="en-US" sz="22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AD33018-6C2A-2F3F-B2C3-C627D0436660}"/>
              </a:ext>
            </a:extLst>
          </p:cNvPr>
          <p:cNvGrpSpPr/>
          <p:nvPr/>
        </p:nvGrpSpPr>
        <p:grpSpPr>
          <a:xfrm>
            <a:off x="548640" y="1024128"/>
            <a:ext cx="4343400" cy="932688"/>
            <a:chOff x="548640" y="868680"/>
            <a:chExt cx="4343400" cy="932688"/>
          </a:xfrm>
        </p:grpSpPr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6D7231FE-39FF-7105-21A2-F7EC8145B09A}"/>
                </a:ext>
              </a:extLst>
            </p:cNvPr>
            <p:cNvSpPr/>
            <p:nvPr/>
          </p:nvSpPr>
          <p:spPr>
            <a:xfrm>
              <a:off x="548640" y="86868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200" dirty="0">
                  <a:solidFill>
                    <a:srgbClr val="B832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PRE-AI</a:t>
              </a:r>
              <a:endParaRPr lang="en-US" sz="900"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8F07A7F7-1519-99F9-6446-EC60C716A266}"/>
                </a:ext>
              </a:extLst>
            </p:cNvPr>
            <p:cNvSpPr/>
            <p:nvPr/>
          </p:nvSpPr>
          <p:spPr>
            <a:xfrm>
              <a:off x="548640" y="1115568"/>
              <a:ext cx="4343400" cy="6858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1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Annual 9-box exercise. Nomination-based. Static documents. Subjective "ready now" assessments. Concentration risks noticed anecdotally.</a:t>
              </a:r>
              <a:endParaRPr lang="en-US" sz="11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EE35E98-5135-71C0-FACE-DD5DD9787270}"/>
              </a:ext>
            </a:extLst>
          </p:cNvPr>
          <p:cNvGrpSpPr/>
          <p:nvPr/>
        </p:nvGrpSpPr>
        <p:grpSpPr>
          <a:xfrm>
            <a:off x="548640" y="2164842"/>
            <a:ext cx="4343400" cy="1024128"/>
            <a:chOff x="548640" y="1828800"/>
            <a:chExt cx="4343400" cy="1024128"/>
          </a:xfrm>
        </p:grpSpPr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CC6D1E3A-9861-6AF0-43F5-A88F8072117F}"/>
                </a:ext>
              </a:extLst>
            </p:cNvPr>
            <p:cNvSpPr/>
            <p:nvPr/>
          </p:nvSpPr>
          <p:spPr>
            <a:xfrm>
              <a:off x="548640" y="1828800"/>
              <a:ext cx="10972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200" dirty="0">
                  <a:solidFill>
                    <a:srgbClr val="1B65D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AI-NATIVE</a:t>
              </a:r>
              <a:endParaRPr lang="en-US" sz="900" dirty="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ACD6FF7A-2D81-5F39-7E51-C356A8CCD192}"/>
                </a:ext>
              </a:extLst>
            </p:cNvPr>
            <p:cNvSpPr/>
            <p:nvPr/>
          </p:nvSpPr>
          <p:spPr>
            <a:xfrm>
              <a:off x="548640" y="2075688"/>
              <a:ext cx="4343400" cy="7772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1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continuously assesses readiness via performance trajectory, skills coverage, leadership development, network influence. Dynamic slates auto-updated. Concentration risks and diversity gaps flagged.</a:t>
              </a:r>
              <a:endParaRPr lang="en-US" sz="11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B7B72D9-210D-ADA2-C57E-9E9DC4AC794D}"/>
              </a:ext>
            </a:extLst>
          </p:cNvPr>
          <p:cNvGrpSpPr/>
          <p:nvPr/>
        </p:nvGrpSpPr>
        <p:grpSpPr>
          <a:xfrm>
            <a:off x="548640" y="3121429"/>
            <a:ext cx="4343400" cy="1186780"/>
            <a:chOff x="548640" y="2926080"/>
            <a:chExt cx="4343400" cy="914400"/>
          </a:xfrm>
        </p:grpSpPr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A4452D81-BFAB-4F2F-75D0-C2BC39A1C12D}"/>
                </a:ext>
              </a:extLst>
            </p:cNvPr>
            <p:cNvSpPr/>
            <p:nvPr/>
          </p:nvSpPr>
          <p:spPr>
            <a:xfrm>
              <a:off x="548640" y="2926080"/>
              <a:ext cx="4343400" cy="914400"/>
            </a:xfrm>
            <a:prstGeom prst="rect">
              <a:avLst/>
            </a:prstGeom>
            <a:solidFill>
              <a:srgbClr val="E8F0FE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F937F655-B173-E6EB-0027-90F697FFB136}"/>
                </a:ext>
              </a:extLst>
            </p:cNvPr>
            <p:cNvSpPr/>
            <p:nvPr/>
          </p:nvSpPr>
          <p:spPr>
            <a:xfrm>
              <a:off x="685800" y="2953512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150" dirty="0">
                  <a:solidFill>
                    <a:srgbClr val="00B0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INTELLIGENCE DELTA</a:t>
              </a:r>
              <a:endParaRPr lang="en-US" sz="900" dirty="0">
                <a:solidFill>
                  <a:srgbClr val="00B050"/>
                </a:solidFill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669F80C9-4964-7F45-DA7F-9BBEB9BAD0C2}"/>
                </a:ext>
              </a:extLst>
            </p:cNvPr>
            <p:cNvSpPr/>
            <p:nvPr/>
          </p:nvSpPr>
          <p:spPr>
            <a:xfrm>
              <a:off x="685800" y="3182112"/>
              <a:ext cx="4069080" cy="5943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100" b="1" dirty="0">
                  <a:solidFill>
                    <a:srgbClr val="141E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You know the pipeline health at any moment which positions are one departure from crisis. Surface hidden successor candidates whose data qualifies them but who lack visibility.</a:t>
              </a:r>
              <a:endParaRPr lang="en-US" sz="1100" dirty="0"/>
            </a:p>
          </p:txBody>
        </p:sp>
      </p:grpSp>
      <p:sp>
        <p:nvSpPr>
          <p:cNvPr id="13" name="Text 11">
            <a:extLst>
              <a:ext uri="{FF2B5EF4-FFF2-40B4-BE49-F238E27FC236}">
                <a16:creationId xmlns:a16="http://schemas.microsoft.com/office/drawing/2014/main" id="{B622EFE5-F836-02B8-AC63-5657C8BD5114}"/>
              </a:ext>
            </a:extLst>
          </p:cNvPr>
          <p:cNvSpPr/>
          <p:nvPr/>
        </p:nvSpPr>
        <p:spPr>
          <a:xfrm>
            <a:off x="2104680" y="4702302"/>
            <a:ext cx="49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/>
              <a:t>Tools: </a:t>
            </a:r>
            <a:r>
              <a:rPr lang="en-US" sz="1200" dirty="0">
                <a:ea typeface="Calibri" pitchFamily="34" charset="-122"/>
                <a:cs typeface="Calibri" pitchFamily="34" charset="-120"/>
              </a:rPr>
              <a:t>Eightfold AI · </a:t>
            </a:r>
            <a:r>
              <a:rPr lang="en-US" sz="1200" dirty="0" err="1">
                <a:ea typeface="Calibri" pitchFamily="34" charset="-122"/>
                <a:cs typeface="Calibri" pitchFamily="34" charset="-120"/>
              </a:rPr>
              <a:t>Visier</a:t>
            </a:r>
            <a:r>
              <a:rPr lang="en-US" sz="1200" dirty="0">
                <a:ea typeface="Calibri" pitchFamily="34" charset="-122"/>
                <a:cs typeface="Calibri" pitchFamily="34" charset="-120"/>
              </a:rPr>
              <a:t> Succession · SHL Assessment · Hogan + AI</a:t>
            </a:r>
            <a:endParaRPr lang="en-US" sz="12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A1B2A98-9285-87F3-C176-ADA6A4C28961}"/>
              </a:ext>
            </a:extLst>
          </p:cNvPr>
          <p:cNvSpPr/>
          <p:nvPr/>
        </p:nvSpPr>
        <p:spPr>
          <a:xfrm>
            <a:off x="5166360" y="857250"/>
            <a:ext cx="3520440" cy="342900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488D96A-2852-3E8D-1442-0B351321F8E5}"/>
              </a:ext>
            </a:extLst>
          </p:cNvPr>
          <p:cNvSpPr/>
          <p:nvPr/>
        </p:nvSpPr>
        <p:spPr>
          <a:xfrm>
            <a:off x="5349240" y="106756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BE3302C-57D5-6DCF-3A71-855642F14BBB}"/>
              </a:ext>
            </a:extLst>
          </p:cNvPr>
          <p:cNvSpPr/>
          <p:nvPr/>
        </p:nvSpPr>
        <p:spPr>
          <a:xfrm>
            <a:off x="5349240" y="134188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B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Coca-Cola </a:t>
            </a:r>
            <a:r>
              <a:rPr lang="en-US" b="1" dirty="0" err="1">
                <a:solidFill>
                  <a:srgbClr val="0B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EuroPacific</a:t>
            </a:r>
            <a:endParaRPr lang="en-US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86382E4-FB2A-6847-39F4-E80E1A390C1A}"/>
              </a:ext>
            </a:extLst>
          </p:cNvPr>
          <p:cNvSpPr/>
          <p:nvPr/>
        </p:nvSpPr>
        <p:spPr>
          <a:xfrm>
            <a:off x="5349240" y="166192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Eightfold AI · 2024</a:t>
            </a: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AC918E5-C0CD-21FF-6727-D6347DDFB7AC}"/>
              </a:ext>
            </a:extLst>
          </p:cNvPr>
          <p:cNvSpPr/>
          <p:nvPr/>
        </p:nvSpPr>
        <p:spPr>
          <a:xfrm>
            <a:off x="5349240" y="1981962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3B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Eightfold's talent intelligence for dynamic succession planning across leadership pipeline. AI continuously maps internal talent against critical role requirements, identifying non-obvious successor candidates across business units. </a:t>
            </a:r>
            <a:r>
              <a:rPr lang="en-US" sz="1100" dirty="0">
                <a:solidFill>
                  <a:srgbClr val="3B4D6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source</a:t>
            </a:r>
            <a:endParaRPr lang="en-US" sz="11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F0D3935-5AA2-83C2-058D-D3BA2D70CBCD}"/>
              </a:ext>
            </a:extLst>
          </p:cNvPr>
          <p:cNvSpPr/>
          <p:nvPr/>
        </p:nvSpPr>
        <p:spPr>
          <a:xfrm>
            <a:off x="4983480" y="976122"/>
            <a:ext cx="0" cy="3429000"/>
          </a:xfrm>
          <a:prstGeom prst="line">
            <a:avLst/>
          </a:prstGeom>
          <a:noFill/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6D30C1E-5A3A-07D9-4399-3DDC5BCD3691}"/>
              </a:ext>
            </a:extLst>
          </p:cNvPr>
          <p:cNvGrpSpPr/>
          <p:nvPr/>
        </p:nvGrpSpPr>
        <p:grpSpPr>
          <a:xfrm>
            <a:off x="5303520" y="3121429"/>
            <a:ext cx="1600200" cy="868680"/>
            <a:chOff x="5349240" y="3108960"/>
            <a:chExt cx="1417320" cy="868680"/>
          </a:xfrm>
        </p:grpSpPr>
        <p:sp>
          <p:nvSpPr>
            <p:cNvPr id="24" name="Shape 17">
              <a:extLst>
                <a:ext uri="{FF2B5EF4-FFF2-40B4-BE49-F238E27FC236}">
                  <a16:creationId xmlns:a16="http://schemas.microsoft.com/office/drawing/2014/main" id="{42188AB9-CEA4-D161-0011-847742DF537F}"/>
                </a:ext>
              </a:extLst>
            </p:cNvPr>
            <p:cNvSpPr/>
            <p:nvPr/>
          </p:nvSpPr>
          <p:spPr>
            <a:xfrm>
              <a:off x="5349240" y="3108960"/>
              <a:ext cx="1417320" cy="86868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5" name="Text 18">
              <a:extLst>
                <a:ext uri="{FF2B5EF4-FFF2-40B4-BE49-F238E27FC236}">
                  <a16:creationId xmlns:a16="http://schemas.microsoft.com/office/drawing/2014/main" id="{B1A8EAB0-6D1C-CAA4-781F-2F35A889034E}"/>
                </a:ext>
              </a:extLst>
            </p:cNvPr>
            <p:cNvSpPr/>
            <p:nvPr/>
          </p:nvSpPr>
          <p:spPr>
            <a:xfrm>
              <a:off x="5349240" y="3154680"/>
              <a:ext cx="14173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7C3AED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40x</a:t>
              </a:r>
              <a:endParaRPr lang="en-US" sz="2400" dirty="0">
                <a:solidFill>
                  <a:srgbClr val="7C3AED"/>
                </a:solidFill>
              </a:endParaRPr>
            </a:p>
          </p:txBody>
        </p:sp>
        <p:sp>
          <p:nvSpPr>
            <p:cNvPr id="26" name="Text 19">
              <a:extLst>
                <a:ext uri="{FF2B5EF4-FFF2-40B4-BE49-F238E27FC236}">
                  <a16:creationId xmlns:a16="http://schemas.microsoft.com/office/drawing/2014/main" id="{07ABBC79-0A78-070A-A50C-31B25D4D09CD}"/>
                </a:ext>
              </a:extLst>
            </p:cNvPr>
            <p:cNvSpPr/>
            <p:nvPr/>
          </p:nvSpPr>
          <p:spPr>
            <a:xfrm>
              <a:off x="5349240" y="3611880"/>
              <a:ext cx="1417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Increase in employee with talent profile</a:t>
              </a:r>
              <a:endParaRPr lang="en-US" sz="9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23EC92A-82AE-D2B5-1C9D-E624C2B9C4F5}"/>
              </a:ext>
            </a:extLst>
          </p:cNvPr>
          <p:cNvGrpSpPr/>
          <p:nvPr/>
        </p:nvGrpSpPr>
        <p:grpSpPr>
          <a:xfrm>
            <a:off x="6995160" y="3121429"/>
            <a:ext cx="1600200" cy="868680"/>
            <a:chOff x="5349240" y="3108960"/>
            <a:chExt cx="1417320" cy="868680"/>
          </a:xfrm>
        </p:grpSpPr>
        <p:sp>
          <p:nvSpPr>
            <p:cNvPr id="28" name="Shape 17">
              <a:extLst>
                <a:ext uri="{FF2B5EF4-FFF2-40B4-BE49-F238E27FC236}">
                  <a16:creationId xmlns:a16="http://schemas.microsoft.com/office/drawing/2014/main" id="{5A607FB4-F07A-8C93-FE05-6683329F279D}"/>
                </a:ext>
              </a:extLst>
            </p:cNvPr>
            <p:cNvSpPr/>
            <p:nvPr/>
          </p:nvSpPr>
          <p:spPr>
            <a:xfrm>
              <a:off x="5349240" y="3108960"/>
              <a:ext cx="1417320" cy="86868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9" name="Text 18">
              <a:extLst>
                <a:ext uri="{FF2B5EF4-FFF2-40B4-BE49-F238E27FC236}">
                  <a16:creationId xmlns:a16="http://schemas.microsoft.com/office/drawing/2014/main" id="{000F56D5-1771-DFD0-32B0-3FD7B7BD330B}"/>
                </a:ext>
              </a:extLst>
            </p:cNvPr>
            <p:cNvSpPr/>
            <p:nvPr/>
          </p:nvSpPr>
          <p:spPr>
            <a:xfrm>
              <a:off x="5349240" y="3154680"/>
              <a:ext cx="14173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7C3AED"/>
                  </a:solidFill>
                  <a:latin typeface="Georgia" pitchFamily="34" charset="0"/>
                </a:rPr>
                <a:t>41000+</a:t>
              </a:r>
              <a:endParaRPr lang="en-US" sz="2400" dirty="0">
                <a:solidFill>
                  <a:srgbClr val="7C3AED"/>
                </a:solidFill>
              </a:endParaRPr>
            </a:p>
          </p:txBody>
        </p:sp>
        <p:sp>
          <p:nvSpPr>
            <p:cNvPr id="30" name="Text 19">
              <a:extLst>
                <a:ext uri="{FF2B5EF4-FFF2-40B4-BE49-F238E27FC236}">
                  <a16:creationId xmlns:a16="http://schemas.microsoft.com/office/drawing/2014/main" id="{6282AF0E-4F7A-2EF2-A1FB-E22A4EA65C1E}"/>
                </a:ext>
              </a:extLst>
            </p:cNvPr>
            <p:cNvSpPr/>
            <p:nvPr/>
          </p:nvSpPr>
          <p:spPr>
            <a:xfrm>
              <a:off x="5349240" y="3611880"/>
              <a:ext cx="1417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Succession plans created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85300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7B899-1EF8-BF34-BCB1-BC205B354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6070CD9-0893-D5D1-F282-5356B15D36A4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8A735B8-A359-8DDA-A7A2-D1FDB36D9528}"/>
              </a:ext>
            </a:extLst>
          </p:cNvPr>
          <p:cNvSpPr/>
          <p:nvPr/>
        </p:nvSpPr>
        <p:spPr>
          <a:xfrm>
            <a:off x="548640" y="336042"/>
            <a:ext cx="457200" cy="4572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2F3A0BC-4D49-90CE-C1DB-F3A9DA92C79F}"/>
              </a:ext>
            </a:extLst>
          </p:cNvPr>
          <p:cNvSpPr/>
          <p:nvPr/>
        </p:nvSpPr>
        <p:spPr>
          <a:xfrm>
            <a:off x="548640" y="33604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08573A9-6020-A43C-57FB-5BCD9E661CC5}"/>
              </a:ext>
            </a:extLst>
          </p:cNvPr>
          <p:cNvSpPr/>
          <p:nvPr/>
        </p:nvSpPr>
        <p:spPr>
          <a:xfrm>
            <a:off x="1142999" y="336042"/>
            <a:ext cx="43433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0B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Diversity, Equity &amp; Inclusion</a:t>
            </a:r>
            <a:endParaRPr lang="en-US" sz="22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C2839F3-26AA-ECCD-E63E-B28AE8EC85F6}"/>
              </a:ext>
            </a:extLst>
          </p:cNvPr>
          <p:cNvGrpSpPr/>
          <p:nvPr/>
        </p:nvGrpSpPr>
        <p:grpSpPr>
          <a:xfrm>
            <a:off x="548640" y="1024128"/>
            <a:ext cx="4343400" cy="932688"/>
            <a:chOff x="548640" y="868680"/>
            <a:chExt cx="4343400" cy="932688"/>
          </a:xfrm>
        </p:grpSpPr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E44A3A7D-E2DE-25A8-22DB-6E70115D0CC9}"/>
                </a:ext>
              </a:extLst>
            </p:cNvPr>
            <p:cNvSpPr/>
            <p:nvPr/>
          </p:nvSpPr>
          <p:spPr>
            <a:xfrm>
              <a:off x="548640" y="86868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200" dirty="0">
                  <a:solidFill>
                    <a:srgbClr val="B832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PRE-AI</a:t>
              </a:r>
              <a:endParaRPr lang="en-US" sz="900"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3E4A1940-3993-55EF-73DF-6EBCA61EDF62}"/>
                </a:ext>
              </a:extLst>
            </p:cNvPr>
            <p:cNvSpPr/>
            <p:nvPr/>
          </p:nvSpPr>
          <p:spPr>
            <a:xfrm>
              <a:off x="548640" y="1115568"/>
              <a:ext cx="4343400" cy="6858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1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Annual demographic reports. Point-in-time snapshots. Intersectional analysis impossible. Programs designed on intent, not measured outcomes.</a:t>
              </a:r>
              <a:endParaRPr lang="en-US" sz="11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C9DD180-E943-543D-3483-77468B5DACC0}"/>
              </a:ext>
            </a:extLst>
          </p:cNvPr>
          <p:cNvGrpSpPr/>
          <p:nvPr/>
        </p:nvGrpSpPr>
        <p:grpSpPr>
          <a:xfrm>
            <a:off x="548640" y="2164842"/>
            <a:ext cx="4343400" cy="1024128"/>
            <a:chOff x="548640" y="1828800"/>
            <a:chExt cx="4343400" cy="1024128"/>
          </a:xfrm>
        </p:grpSpPr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BA2AE80F-4AAB-86E8-D742-13CA1F059EBB}"/>
                </a:ext>
              </a:extLst>
            </p:cNvPr>
            <p:cNvSpPr/>
            <p:nvPr/>
          </p:nvSpPr>
          <p:spPr>
            <a:xfrm>
              <a:off x="548640" y="1828800"/>
              <a:ext cx="10972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200" dirty="0">
                  <a:solidFill>
                    <a:srgbClr val="1B65D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AI-NATIVE</a:t>
              </a:r>
              <a:endParaRPr lang="en-US" sz="900" dirty="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46DE053C-5C25-DEF8-CD43-A893B954B568}"/>
                </a:ext>
              </a:extLst>
            </p:cNvPr>
            <p:cNvSpPr/>
            <p:nvPr/>
          </p:nvSpPr>
          <p:spPr>
            <a:xfrm>
              <a:off x="548640" y="2075688"/>
              <a:ext cx="4343400" cy="7772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1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Continuous multi-dimensional DEI sensing: hiring funnel drop-off, promotion velocity differentials, pay equity, engagement differences, attrition by demographic. Detects where bias enters the lifecycle.</a:t>
              </a:r>
              <a:endParaRPr lang="en-US" sz="11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8E7CA78-99C9-1A79-368C-BB13506C6CEF}"/>
              </a:ext>
            </a:extLst>
          </p:cNvPr>
          <p:cNvGrpSpPr/>
          <p:nvPr/>
        </p:nvGrpSpPr>
        <p:grpSpPr>
          <a:xfrm>
            <a:off x="548640" y="3121429"/>
            <a:ext cx="4343400" cy="1186780"/>
            <a:chOff x="548640" y="2926080"/>
            <a:chExt cx="4343400" cy="914400"/>
          </a:xfrm>
        </p:grpSpPr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5D8C4948-DB0B-B7D9-8830-C34DDAACBAD5}"/>
                </a:ext>
              </a:extLst>
            </p:cNvPr>
            <p:cNvSpPr/>
            <p:nvPr/>
          </p:nvSpPr>
          <p:spPr>
            <a:xfrm>
              <a:off x="548640" y="2926080"/>
              <a:ext cx="4343400" cy="914400"/>
            </a:xfrm>
            <a:prstGeom prst="rect">
              <a:avLst/>
            </a:prstGeom>
            <a:solidFill>
              <a:srgbClr val="E8F0FE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2A53C827-2BF5-28D4-5B7D-3F3DB757F10E}"/>
                </a:ext>
              </a:extLst>
            </p:cNvPr>
            <p:cNvSpPr/>
            <p:nvPr/>
          </p:nvSpPr>
          <p:spPr>
            <a:xfrm>
              <a:off x="685800" y="2953512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150" dirty="0">
                  <a:solidFill>
                    <a:srgbClr val="1B65D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INTELLIGENCE DELTA</a:t>
              </a:r>
              <a:endParaRPr lang="en-US" sz="900" dirty="0"/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C887F0C0-ECB8-6583-3651-71DD7A8BC34A}"/>
                </a:ext>
              </a:extLst>
            </p:cNvPr>
            <p:cNvSpPr/>
            <p:nvPr/>
          </p:nvSpPr>
          <p:spPr>
            <a:xfrm>
              <a:off x="685800" y="3182112"/>
              <a:ext cx="4069080" cy="5943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100" b="1" dirty="0">
                  <a:solidFill>
                    <a:srgbClr val="141E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See where </a:t>
              </a:r>
              <a:r>
                <a:rPr lang="en-US" sz="1100" b="1">
                  <a:solidFill>
                    <a:srgbClr val="141E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bias enters </a:t>
              </a:r>
              <a:r>
                <a:rPr lang="en-US" sz="1100" b="1" dirty="0">
                  <a:solidFill>
                    <a:srgbClr val="141E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 the systems as it operates; not after the damage. Detect that a specific interviewer consistently underrates certain demographics, or that promotion calibration produces skewed outcomes, in real time.</a:t>
              </a:r>
              <a:endParaRPr lang="en-US" sz="1100" dirty="0"/>
            </a:p>
          </p:txBody>
        </p:sp>
      </p:grpSp>
      <p:sp>
        <p:nvSpPr>
          <p:cNvPr id="13" name="Text 11">
            <a:extLst>
              <a:ext uri="{FF2B5EF4-FFF2-40B4-BE49-F238E27FC236}">
                <a16:creationId xmlns:a16="http://schemas.microsoft.com/office/drawing/2014/main" id="{718D7CEC-39BC-3D36-6363-8AE5AD6B282C}"/>
              </a:ext>
            </a:extLst>
          </p:cNvPr>
          <p:cNvSpPr/>
          <p:nvPr/>
        </p:nvSpPr>
        <p:spPr>
          <a:xfrm>
            <a:off x="2104680" y="4702302"/>
            <a:ext cx="49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/>
              <a:t>Tools: </a:t>
            </a:r>
            <a:r>
              <a:rPr lang="en-US" sz="1200" dirty="0">
                <a:ea typeface="Calibri" pitchFamily="34" charset="-122"/>
                <a:cs typeface="Calibri" pitchFamily="34" charset="-120"/>
              </a:rPr>
              <a:t>Syndio · </a:t>
            </a:r>
            <a:r>
              <a:rPr lang="en-US" sz="1200" dirty="0" err="1">
                <a:ea typeface="Calibri" pitchFamily="34" charset="-122"/>
                <a:cs typeface="Calibri" pitchFamily="34" charset="-120"/>
              </a:rPr>
              <a:t>Textio</a:t>
            </a:r>
            <a:r>
              <a:rPr lang="en-US" sz="1200" dirty="0">
                <a:ea typeface="Calibri" pitchFamily="34" charset="-122"/>
                <a:cs typeface="Calibri" pitchFamily="34" charset="-120"/>
              </a:rPr>
              <a:t> · Pymetrics/Harver · </a:t>
            </a:r>
            <a:r>
              <a:rPr lang="en-US" sz="1200" dirty="0" err="1">
                <a:ea typeface="Calibri" pitchFamily="34" charset="-122"/>
                <a:cs typeface="Calibri" pitchFamily="34" charset="-120"/>
              </a:rPr>
              <a:t>Visier</a:t>
            </a:r>
            <a:r>
              <a:rPr lang="en-US" sz="1200" dirty="0">
                <a:ea typeface="Calibri" pitchFamily="34" charset="-122"/>
                <a:cs typeface="Calibri" pitchFamily="34" charset="-120"/>
              </a:rPr>
              <a:t> DEI · Workday VIBE</a:t>
            </a:r>
            <a:endParaRPr lang="en-US" sz="12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845F613-FCE9-9952-B07E-864CA958A669}"/>
              </a:ext>
            </a:extLst>
          </p:cNvPr>
          <p:cNvSpPr/>
          <p:nvPr/>
        </p:nvSpPr>
        <p:spPr>
          <a:xfrm>
            <a:off x="5166360" y="857250"/>
            <a:ext cx="3520440" cy="342900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B7A5312-A56A-DED7-D673-764BD8A87485}"/>
              </a:ext>
            </a:extLst>
          </p:cNvPr>
          <p:cNvSpPr/>
          <p:nvPr/>
        </p:nvSpPr>
        <p:spPr>
          <a:xfrm>
            <a:off x="5349240" y="106756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B6EBE9D-7C6D-1DA1-2463-E7D5594967E7}"/>
              </a:ext>
            </a:extLst>
          </p:cNvPr>
          <p:cNvSpPr/>
          <p:nvPr/>
        </p:nvSpPr>
        <p:spPr>
          <a:xfrm>
            <a:off x="5349240" y="134188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 err="1">
                <a:solidFill>
                  <a:srgbClr val="0B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Textio</a:t>
            </a:r>
            <a:r>
              <a:rPr lang="en-US" b="1" dirty="0">
                <a:solidFill>
                  <a:srgbClr val="0B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/ Gap Inc.</a:t>
            </a:r>
            <a:endParaRPr lang="en-US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F2DD69B-B063-C681-6CE3-1912320AE950}"/>
              </a:ext>
            </a:extLst>
          </p:cNvPr>
          <p:cNvSpPr/>
          <p:nvPr/>
        </p:nvSpPr>
        <p:spPr>
          <a:xfrm>
            <a:off x="5349240" y="166192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 err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Textio</a:t>
            </a: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2023–2025</a:t>
            </a: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E6A1F7C-0A48-75ED-25D2-4235E611FEB3}"/>
              </a:ext>
            </a:extLst>
          </p:cNvPr>
          <p:cNvSpPr/>
          <p:nvPr/>
        </p:nvSpPr>
        <p:spPr>
          <a:xfrm>
            <a:off x="5349240" y="1981962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3B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Inc. deployed </a:t>
            </a:r>
            <a:r>
              <a:rPr lang="en-US" sz="1100" dirty="0" err="1">
                <a:solidFill>
                  <a:srgbClr val="3B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Textio's</a:t>
            </a:r>
            <a:r>
              <a:rPr lang="en-US" sz="1100" dirty="0">
                <a:solidFill>
                  <a:srgbClr val="3B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AI-powered language analysis across all job postings and performance feedback, removing biased language at scale. </a:t>
            </a:r>
            <a:r>
              <a:rPr lang="en-US" sz="1100" dirty="0" err="1">
                <a:solidFill>
                  <a:srgbClr val="3B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Textio's</a:t>
            </a:r>
            <a:r>
              <a:rPr lang="en-US" sz="1100" dirty="0">
                <a:solidFill>
                  <a:srgbClr val="3B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platform analyzes millions of documents to surface patterns invisible to human reviewers. </a:t>
            </a:r>
            <a:r>
              <a:rPr lang="en-US" sz="1100" dirty="0">
                <a:solidFill>
                  <a:srgbClr val="3B4D6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source</a:t>
            </a:r>
            <a:endParaRPr lang="en-US" sz="11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5E0974D-9759-3245-6A35-87BB66992202}"/>
              </a:ext>
            </a:extLst>
          </p:cNvPr>
          <p:cNvSpPr/>
          <p:nvPr/>
        </p:nvSpPr>
        <p:spPr>
          <a:xfrm>
            <a:off x="4983480" y="976122"/>
            <a:ext cx="0" cy="3429000"/>
          </a:xfrm>
          <a:prstGeom prst="line">
            <a:avLst/>
          </a:prstGeom>
          <a:noFill/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166C6D3-3411-2DCD-493F-961631220BD4}"/>
              </a:ext>
            </a:extLst>
          </p:cNvPr>
          <p:cNvGrpSpPr/>
          <p:nvPr/>
        </p:nvGrpSpPr>
        <p:grpSpPr>
          <a:xfrm>
            <a:off x="5303520" y="3121429"/>
            <a:ext cx="1600200" cy="868680"/>
            <a:chOff x="5349240" y="3108960"/>
            <a:chExt cx="1417320" cy="868680"/>
          </a:xfrm>
        </p:grpSpPr>
        <p:sp>
          <p:nvSpPr>
            <p:cNvPr id="24" name="Shape 17">
              <a:extLst>
                <a:ext uri="{FF2B5EF4-FFF2-40B4-BE49-F238E27FC236}">
                  <a16:creationId xmlns:a16="http://schemas.microsoft.com/office/drawing/2014/main" id="{ECA54D39-0AFC-AA14-FA86-18E86BE8E174}"/>
                </a:ext>
              </a:extLst>
            </p:cNvPr>
            <p:cNvSpPr/>
            <p:nvPr/>
          </p:nvSpPr>
          <p:spPr>
            <a:xfrm>
              <a:off x="5349240" y="3108960"/>
              <a:ext cx="1417320" cy="86868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5" name="Text 18">
              <a:extLst>
                <a:ext uri="{FF2B5EF4-FFF2-40B4-BE49-F238E27FC236}">
                  <a16:creationId xmlns:a16="http://schemas.microsoft.com/office/drawing/2014/main" id="{D6D730E6-7810-9AFE-1CCD-4E6D61B2D878}"/>
                </a:ext>
              </a:extLst>
            </p:cNvPr>
            <p:cNvSpPr/>
            <p:nvPr/>
          </p:nvSpPr>
          <p:spPr>
            <a:xfrm>
              <a:off x="5349240" y="3154680"/>
              <a:ext cx="14173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059669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1800+</a:t>
              </a:r>
              <a:endParaRPr lang="en-US" sz="2400" dirty="0">
                <a:solidFill>
                  <a:srgbClr val="059669"/>
                </a:solidFill>
              </a:endParaRPr>
            </a:p>
          </p:txBody>
        </p:sp>
        <p:sp>
          <p:nvSpPr>
            <p:cNvPr id="26" name="Text 19">
              <a:extLst>
                <a:ext uri="{FF2B5EF4-FFF2-40B4-BE49-F238E27FC236}">
                  <a16:creationId xmlns:a16="http://schemas.microsoft.com/office/drawing/2014/main" id="{79CCAEFA-B479-1769-E66A-8CF6B87E7346}"/>
                </a:ext>
              </a:extLst>
            </p:cNvPr>
            <p:cNvSpPr/>
            <p:nvPr/>
          </p:nvSpPr>
          <p:spPr>
            <a:xfrm>
              <a:off x="5349240" y="3611880"/>
              <a:ext cx="1417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Job Descriptions Created</a:t>
              </a:r>
              <a:endParaRPr lang="en-US" sz="9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2E04BE0-223C-C129-0EBA-C5DE4CCE95DC}"/>
              </a:ext>
            </a:extLst>
          </p:cNvPr>
          <p:cNvGrpSpPr/>
          <p:nvPr/>
        </p:nvGrpSpPr>
        <p:grpSpPr>
          <a:xfrm>
            <a:off x="6995160" y="3121429"/>
            <a:ext cx="1600200" cy="868680"/>
            <a:chOff x="5349240" y="3108960"/>
            <a:chExt cx="1417320" cy="868680"/>
          </a:xfrm>
        </p:grpSpPr>
        <p:sp>
          <p:nvSpPr>
            <p:cNvPr id="28" name="Shape 17">
              <a:extLst>
                <a:ext uri="{FF2B5EF4-FFF2-40B4-BE49-F238E27FC236}">
                  <a16:creationId xmlns:a16="http://schemas.microsoft.com/office/drawing/2014/main" id="{6F6618B8-4672-A270-4EE7-356953409D50}"/>
                </a:ext>
              </a:extLst>
            </p:cNvPr>
            <p:cNvSpPr/>
            <p:nvPr/>
          </p:nvSpPr>
          <p:spPr>
            <a:xfrm>
              <a:off x="5349240" y="3108960"/>
              <a:ext cx="1417320" cy="86868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9" name="Text 18">
              <a:extLst>
                <a:ext uri="{FF2B5EF4-FFF2-40B4-BE49-F238E27FC236}">
                  <a16:creationId xmlns:a16="http://schemas.microsoft.com/office/drawing/2014/main" id="{F2FF5513-5F38-5CC2-5ADC-3B4CF8ACB348}"/>
                </a:ext>
              </a:extLst>
            </p:cNvPr>
            <p:cNvSpPr/>
            <p:nvPr/>
          </p:nvSpPr>
          <p:spPr>
            <a:xfrm>
              <a:off x="5349240" y="3154680"/>
              <a:ext cx="14173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059669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25%</a:t>
              </a:r>
              <a:endParaRPr lang="en-US" sz="2400" dirty="0">
                <a:solidFill>
                  <a:srgbClr val="059669"/>
                </a:solidFill>
              </a:endParaRPr>
            </a:p>
          </p:txBody>
        </p:sp>
        <p:sp>
          <p:nvSpPr>
            <p:cNvPr id="30" name="Text 19">
              <a:extLst>
                <a:ext uri="{FF2B5EF4-FFF2-40B4-BE49-F238E27FC236}">
                  <a16:creationId xmlns:a16="http://schemas.microsoft.com/office/drawing/2014/main" id="{DF7D86DC-32F2-60D5-A109-CABE1472F1B3}"/>
                </a:ext>
              </a:extLst>
            </p:cNvPr>
            <p:cNvSpPr/>
            <p:nvPr/>
          </p:nvSpPr>
          <p:spPr>
            <a:xfrm>
              <a:off x="5349240" y="3611880"/>
              <a:ext cx="1417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Increase in women applicants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75012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36022-D986-E344-F0DB-CD2EEE6A0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208579D-BFC4-1151-6D05-63361E5F8AA6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65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30E3965-C98A-1E60-8BF1-CF33D17744EE}"/>
              </a:ext>
            </a:extLst>
          </p:cNvPr>
          <p:cNvSpPr/>
          <p:nvPr/>
        </p:nvSpPr>
        <p:spPr>
          <a:xfrm>
            <a:off x="548640" y="336042"/>
            <a:ext cx="457200" cy="457200"/>
          </a:xfrm>
          <a:prstGeom prst="rect">
            <a:avLst/>
          </a:prstGeom>
          <a:solidFill>
            <a:srgbClr val="1B65D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0790FB4-2E1B-69AC-78FE-572B25956DC4}"/>
              </a:ext>
            </a:extLst>
          </p:cNvPr>
          <p:cNvSpPr/>
          <p:nvPr/>
        </p:nvSpPr>
        <p:spPr>
          <a:xfrm>
            <a:off x="548640" y="33604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63A5DBF-5923-911A-4587-9DE6CC58C54C}"/>
              </a:ext>
            </a:extLst>
          </p:cNvPr>
          <p:cNvSpPr/>
          <p:nvPr/>
        </p:nvSpPr>
        <p:spPr>
          <a:xfrm>
            <a:off x="1142999" y="336042"/>
            <a:ext cx="39346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0B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 Ops &amp; Service Delivery</a:t>
            </a:r>
            <a:endParaRPr lang="en-US" sz="22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40A136C-A808-688A-6C0D-5249E9D84865}"/>
              </a:ext>
            </a:extLst>
          </p:cNvPr>
          <p:cNvGrpSpPr/>
          <p:nvPr/>
        </p:nvGrpSpPr>
        <p:grpSpPr>
          <a:xfrm>
            <a:off x="548640" y="1024128"/>
            <a:ext cx="4343400" cy="932688"/>
            <a:chOff x="548640" y="868680"/>
            <a:chExt cx="4343400" cy="932688"/>
          </a:xfrm>
        </p:grpSpPr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8B6D3630-CE93-EFDB-6EB6-35A95396DE77}"/>
                </a:ext>
              </a:extLst>
            </p:cNvPr>
            <p:cNvSpPr/>
            <p:nvPr/>
          </p:nvSpPr>
          <p:spPr>
            <a:xfrm>
              <a:off x="548640" y="86868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200" dirty="0">
                  <a:solidFill>
                    <a:srgbClr val="B832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PRE-AI</a:t>
              </a:r>
              <a:endParaRPr lang="en-US" sz="900"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7490240E-9B04-D3F0-7821-26595FCC5C88}"/>
                </a:ext>
              </a:extLst>
            </p:cNvPr>
            <p:cNvSpPr/>
            <p:nvPr/>
          </p:nvSpPr>
          <p:spPr>
            <a:xfrm>
              <a:off x="548640" y="1115568"/>
              <a:ext cx="4343400" cy="6858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1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HR partners spend ~50% of time on transactional queries. Knowledge scattered across docs and people's heads. Inconsistent policy application.</a:t>
              </a:r>
              <a:endParaRPr lang="en-US" sz="11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75EE374-6C36-2938-17B9-587F4E4C7D89}"/>
              </a:ext>
            </a:extLst>
          </p:cNvPr>
          <p:cNvGrpSpPr/>
          <p:nvPr/>
        </p:nvGrpSpPr>
        <p:grpSpPr>
          <a:xfrm>
            <a:off x="548640" y="2164842"/>
            <a:ext cx="4343400" cy="1024128"/>
            <a:chOff x="548640" y="1828800"/>
            <a:chExt cx="4343400" cy="1024128"/>
          </a:xfrm>
        </p:grpSpPr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103617A0-F624-88DC-16E1-B2516088F98F}"/>
                </a:ext>
              </a:extLst>
            </p:cNvPr>
            <p:cNvSpPr/>
            <p:nvPr/>
          </p:nvSpPr>
          <p:spPr>
            <a:xfrm>
              <a:off x="548640" y="1828800"/>
              <a:ext cx="10972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200" dirty="0">
                  <a:solidFill>
                    <a:srgbClr val="1B65D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AI-NATIVE</a:t>
              </a:r>
              <a:endParaRPr lang="en-US" sz="900" dirty="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9192B7F2-569A-BB46-DB17-0D5F7D222A40}"/>
                </a:ext>
              </a:extLst>
            </p:cNvPr>
            <p:cNvSpPr/>
            <p:nvPr/>
          </p:nvSpPr>
          <p:spPr>
            <a:xfrm>
              <a:off x="548640" y="2075688"/>
              <a:ext cx="4343400" cy="7772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1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AI-powered conversational agent handles transactional queries, leave requests, benefits inquiries. RAG-based institutional memory provides consistent, source-cited answers. HR partners freed for strategic work.</a:t>
              </a:r>
              <a:endParaRPr lang="en-US" sz="11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CCD686A-F100-95CA-CE4D-9ED66F699D0D}"/>
              </a:ext>
            </a:extLst>
          </p:cNvPr>
          <p:cNvGrpSpPr/>
          <p:nvPr/>
        </p:nvGrpSpPr>
        <p:grpSpPr>
          <a:xfrm>
            <a:off x="548640" y="3121429"/>
            <a:ext cx="4343400" cy="1186780"/>
            <a:chOff x="548640" y="2926080"/>
            <a:chExt cx="4343400" cy="914400"/>
          </a:xfrm>
        </p:grpSpPr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9C830C4F-F470-2D24-784D-656CBE0B7D18}"/>
                </a:ext>
              </a:extLst>
            </p:cNvPr>
            <p:cNvSpPr/>
            <p:nvPr/>
          </p:nvSpPr>
          <p:spPr>
            <a:xfrm>
              <a:off x="548640" y="2926080"/>
              <a:ext cx="4343400" cy="914400"/>
            </a:xfrm>
            <a:prstGeom prst="rect">
              <a:avLst/>
            </a:prstGeom>
            <a:solidFill>
              <a:srgbClr val="E8F0FE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82135729-3280-9969-522F-1E948CEACF02}"/>
                </a:ext>
              </a:extLst>
            </p:cNvPr>
            <p:cNvSpPr/>
            <p:nvPr/>
          </p:nvSpPr>
          <p:spPr>
            <a:xfrm>
              <a:off x="685800" y="2953512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150" dirty="0">
                  <a:solidFill>
                    <a:srgbClr val="1B65D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INTELLIGENCE DELTA</a:t>
              </a:r>
              <a:endParaRPr lang="en-US" sz="900" dirty="0"/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72A5E55E-9730-0725-3EDD-B5D29AABF847}"/>
                </a:ext>
              </a:extLst>
            </p:cNvPr>
            <p:cNvSpPr/>
            <p:nvPr/>
          </p:nvSpPr>
          <p:spPr>
            <a:xfrm>
              <a:off x="685800" y="3182112"/>
              <a:ext cx="4069080" cy="5943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100" b="1" dirty="0">
                  <a:solidFill>
                    <a:srgbClr val="141E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Persistent, </a:t>
              </a:r>
              <a:r>
                <a:rPr lang="en-US" sz="1100" b="1" dirty="0" err="1">
                  <a:solidFill>
                    <a:srgbClr val="141E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queryable</a:t>
              </a:r>
              <a:r>
                <a:rPr lang="en-US" sz="1100" b="1" dirty="0">
                  <a:solidFill>
                    <a:srgbClr val="141E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institutional memory independent of any individual. Operational intelligence from query patterns: reveals policy confusion, benefits underutilization, emerging concerns.</a:t>
              </a:r>
              <a:endParaRPr lang="en-US" sz="1100" dirty="0"/>
            </a:p>
          </p:txBody>
        </p:sp>
      </p:grpSp>
      <p:sp>
        <p:nvSpPr>
          <p:cNvPr id="13" name="Text 11">
            <a:extLst>
              <a:ext uri="{FF2B5EF4-FFF2-40B4-BE49-F238E27FC236}">
                <a16:creationId xmlns:a16="http://schemas.microsoft.com/office/drawing/2014/main" id="{145BC86A-75F2-E0E0-D8C8-F43E50CC798A}"/>
              </a:ext>
            </a:extLst>
          </p:cNvPr>
          <p:cNvSpPr/>
          <p:nvPr/>
        </p:nvSpPr>
        <p:spPr>
          <a:xfrm>
            <a:off x="2104680" y="4702302"/>
            <a:ext cx="49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/>
              <a:t>Tools: </a:t>
            </a:r>
            <a:r>
              <a:rPr lang="en-US" sz="1200" dirty="0">
                <a:ea typeface="Calibri" pitchFamily="34" charset="-122"/>
                <a:cs typeface="Calibri" pitchFamily="34" charset="-120"/>
              </a:rPr>
              <a:t>IBM </a:t>
            </a:r>
            <a:r>
              <a:rPr lang="en-US" sz="1200" dirty="0" err="1">
                <a:ea typeface="Calibri" pitchFamily="34" charset="-122"/>
                <a:cs typeface="Calibri" pitchFamily="34" charset="-120"/>
              </a:rPr>
              <a:t>watsonx</a:t>
            </a:r>
            <a:r>
              <a:rPr lang="en-US" sz="1200" dirty="0">
                <a:ea typeface="Calibri" pitchFamily="34" charset="-122"/>
                <a:cs typeface="Calibri" pitchFamily="34" charset="-120"/>
              </a:rPr>
              <a:t> · Microsoft Copilot Studio · ServiceNow HR · Glean</a:t>
            </a:r>
            <a:endParaRPr lang="en-US" sz="12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4560AA7-4F7B-B34B-5899-4F4564C9E078}"/>
              </a:ext>
            </a:extLst>
          </p:cNvPr>
          <p:cNvSpPr/>
          <p:nvPr/>
        </p:nvSpPr>
        <p:spPr>
          <a:xfrm>
            <a:off x="5166360" y="857250"/>
            <a:ext cx="3520440" cy="342900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C7AE856-2050-A8FF-7B4C-90ED5F23E482}"/>
              </a:ext>
            </a:extLst>
          </p:cNvPr>
          <p:cNvSpPr/>
          <p:nvPr/>
        </p:nvSpPr>
        <p:spPr>
          <a:xfrm>
            <a:off x="5349240" y="106756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3486376-3496-EB3F-DEBE-9F911E98C49D}"/>
              </a:ext>
            </a:extLst>
          </p:cNvPr>
          <p:cNvSpPr/>
          <p:nvPr/>
        </p:nvSpPr>
        <p:spPr>
          <a:xfrm>
            <a:off x="5349240" y="134188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B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IBM</a:t>
            </a:r>
            <a:endParaRPr lang="en-US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1519F66-BF37-379D-D3BD-17BE9DA1067A}"/>
              </a:ext>
            </a:extLst>
          </p:cNvPr>
          <p:cNvSpPr/>
          <p:nvPr/>
        </p:nvSpPr>
        <p:spPr>
          <a:xfrm>
            <a:off x="5349240" y="166192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1B6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AskHR / </a:t>
            </a:r>
            <a:r>
              <a:rPr lang="en-US" sz="1000" b="1" dirty="0" err="1">
                <a:solidFill>
                  <a:srgbClr val="1B6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</a:t>
            </a:r>
            <a:r>
              <a:rPr lang="en-US" sz="1000" b="1" dirty="0">
                <a:solidFill>
                  <a:srgbClr val="1B6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Orchestrate · 2017–2025</a:t>
            </a: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078CD47-58DB-C4C6-EE33-6FFD7C77D858}"/>
              </a:ext>
            </a:extLst>
          </p:cNvPr>
          <p:cNvSpPr/>
          <p:nvPr/>
        </p:nvSpPr>
        <p:spPr>
          <a:xfrm>
            <a:off x="5349240" y="1981962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3B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AskHR handles 11.5M+ interactions/year with 94% self-resolution. 80+ automated HR processes. Managers complete HR transactions 75% faster. Platform evolved from chatbot to full agentic AI system. </a:t>
            </a:r>
            <a:r>
              <a:rPr lang="en-US" sz="1100" dirty="0">
                <a:solidFill>
                  <a:srgbClr val="3B4D6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source</a:t>
            </a:r>
            <a:endParaRPr lang="en-US" sz="11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2B396B9-8E97-F3E2-D30A-354BA6C15201}"/>
              </a:ext>
            </a:extLst>
          </p:cNvPr>
          <p:cNvSpPr/>
          <p:nvPr/>
        </p:nvSpPr>
        <p:spPr>
          <a:xfrm>
            <a:off x="4983480" y="976122"/>
            <a:ext cx="0" cy="3429000"/>
          </a:xfrm>
          <a:prstGeom prst="line">
            <a:avLst/>
          </a:prstGeom>
          <a:noFill/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8ACA176-29E2-7125-F554-BCCFAE988FDA}"/>
              </a:ext>
            </a:extLst>
          </p:cNvPr>
          <p:cNvGrpSpPr/>
          <p:nvPr/>
        </p:nvGrpSpPr>
        <p:grpSpPr>
          <a:xfrm>
            <a:off x="5303520" y="3121429"/>
            <a:ext cx="1600200" cy="868680"/>
            <a:chOff x="5349240" y="3108960"/>
            <a:chExt cx="1417320" cy="868680"/>
          </a:xfrm>
        </p:grpSpPr>
        <p:sp>
          <p:nvSpPr>
            <p:cNvPr id="24" name="Shape 17">
              <a:extLst>
                <a:ext uri="{FF2B5EF4-FFF2-40B4-BE49-F238E27FC236}">
                  <a16:creationId xmlns:a16="http://schemas.microsoft.com/office/drawing/2014/main" id="{AF9365EA-2820-20D1-2B7F-1DFD16EB9957}"/>
                </a:ext>
              </a:extLst>
            </p:cNvPr>
            <p:cNvSpPr/>
            <p:nvPr/>
          </p:nvSpPr>
          <p:spPr>
            <a:xfrm>
              <a:off x="5349240" y="3108960"/>
              <a:ext cx="1417320" cy="86868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5" name="Text 18">
              <a:extLst>
                <a:ext uri="{FF2B5EF4-FFF2-40B4-BE49-F238E27FC236}">
                  <a16:creationId xmlns:a16="http://schemas.microsoft.com/office/drawing/2014/main" id="{718A2188-F79E-DC29-A811-4E4BB3CAA35C}"/>
                </a:ext>
              </a:extLst>
            </p:cNvPr>
            <p:cNvSpPr/>
            <p:nvPr/>
          </p:nvSpPr>
          <p:spPr>
            <a:xfrm>
              <a:off x="5349240" y="3154680"/>
              <a:ext cx="14173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1B65D6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40%</a:t>
              </a:r>
              <a:endParaRPr lang="en-US" sz="2400" dirty="0">
                <a:solidFill>
                  <a:srgbClr val="1B65D6"/>
                </a:solidFill>
              </a:endParaRPr>
            </a:p>
          </p:txBody>
        </p:sp>
        <p:sp>
          <p:nvSpPr>
            <p:cNvPr id="26" name="Text 19">
              <a:extLst>
                <a:ext uri="{FF2B5EF4-FFF2-40B4-BE49-F238E27FC236}">
                  <a16:creationId xmlns:a16="http://schemas.microsoft.com/office/drawing/2014/main" id="{4141ADFA-D716-15B6-AE6F-67ADB46F3923}"/>
                </a:ext>
              </a:extLst>
            </p:cNvPr>
            <p:cNvSpPr/>
            <p:nvPr/>
          </p:nvSpPr>
          <p:spPr>
            <a:xfrm>
              <a:off x="5349240" y="3611880"/>
              <a:ext cx="1417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Reduction in HR Ops Costs</a:t>
              </a:r>
              <a:endParaRPr lang="en-US" sz="9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091603C-75C0-974E-EC8A-099D059D84A8}"/>
              </a:ext>
            </a:extLst>
          </p:cNvPr>
          <p:cNvGrpSpPr/>
          <p:nvPr/>
        </p:nvGrpSpPr>
        <p:grpSpPr>
          <a:xfrm>
            <a:off x="6995160" y="3121429"/>
            <a:ext cx="1600200" cy="868680"/>
            <a:chOff x="5349240" y="3108960"/>
            <a:chExt cx="1417320" cy="868680"/>
          </a:xfrm>
        </p:grpSpPr>
        <p:sp>
          <p:nvSpPr>
            <p:cNvPr id="28" name="Shape 17">
              <a:extLst>
                <a:ext uri="{FF2B5EF4-FFF2-40B4-BE49-F238E27FC236}">
                  <a16:creationId xmlns:a16="http://schemas.microsoft.com/office/drawing/2014/main" id="{2E3CB07A-2552-AD1A-3F0A-C5019A0C64FC}"/>
                </a:ext>
              </a:extLst>
            </p:cNvPr>
            <p:cNvSpPr/>
            <p:nvPr/>
          </p:nvSpPr>
          <p:spPr>
            <a:xfrm>
              <a:off x="5349240" y="3108960"/>
              <a:ext cx="1417320" cy="86868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9" name="Text 18">
              <a:extLst>
                <a:ext uri="{FF2B5EF4-FFF2-40B4-BE49-F238E27FC236}">
                  <a16:creationId xmlns:a16="http://schemas.microsoft.com/office/drawing/2014/main" id="{32304FF6-46E6-E576-AFBF-4757DAD2F36D}"/>
                </a:ext>
              </a:extLst>
            </p:cNvPr>
            <p:cNvSpPr/>
            <p:nvPr/>
          </p:nvSpPr>
          <p:spPr>
            <a:xfrm>
              <a:off x="5349240" y="3154680"/>
              <a:ext cx="14173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1B65D6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+74</a:t>
              </a:r>
              <a:endParaRPr lang="en-US" sz="2400" dirty="0">
                <a:solidFill>
                  <a:srgbClr val="1B65D6"/>
                </a:solidFill>
              </a:endParaRPr>
            </a:p>
          </p:txBody>
        </p:sp>
        <p:sp>
          <p:nvSpPr>
            <p:cNvPr id="30" name="Text 19">
              <a:extLst>
                <a:ext uri="{FF2B5EF4-FFF2-40B4-BE49-F238E27FC236}">
                  <a16:creationId xmlns:a16="http://schemas.microsoft.com/office/drawing/2014/main" id="{7906E5AD-8A95-2E3A-5641-330B779D97D3}"/>
                </a:ext>
              </a:extLst>
            </p:cNvPr>
            <p:cNvSpPr/>
            <p:nvPr/>
          </p:nvSpPr>
          <p:spPr>
            <a:xfrm>
              <a:off x="5349240" y="3611880"/>
              <a:ext cx="1417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NPS (From ~35)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52888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0EB24-389F-9999-28A1-BC4B608FA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CE38BF5-3211-FD21-8373-1C3566A9BE24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32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6297BA7-F671-0738-2868-D9ED7D4F0B77}"/>
              </a:ext>
            </a:extLst>
          </p:cNvPr>
          <p:cNvSpPr/>
          <p:nvPr/>
        </p:nvSpPr>
        <p:spPr>
          <a:xfrm>
            <a:off x="548640" y="336042"/>
            <a:ext cx="457200" cy="457200"/>
          </a:xfrm>
          <a:prstGeom prst="rect">
            <a:avLst/>
          </a:prstGeom>
          <a:solidFill>
            <a:srgbClr val="B83230"/>
          </a:solidFill>
          <a:ln/>
        </p:spPr>
        <p:txBody>
          <a:bodyPr/>
          <a:lstStyle/>
          <a:p>
            <a:endParaRPr lang="en-IN" dirty="0">
              <a:solidFill>
                <a:srgbClr val="B83230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B875335-7434-B5CB-C2E6-77CD6EAA05AB}"/>
              </a:ext>
            </a:extLst>
          </p:cNvPr>
          <p:cNvSpPr/>
          <p:nvPr/>
        </p:nvSpPr>
        <p:spPr>
          <a:xfrm>
            <a:off x="548640" y="33604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0D445E8-D6D1-C545-99CB-3C9EBAB962C4}"/>
              </a:ext>
            </a:extLst>
          </p:cNvPr>
          <p:cNvSpPr/>
          <p:nvPr/>
        </p:nvSpPr>
        <p:spPr>
          <a:xfrm>
            <a:off x="1143000" y="33604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0B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Offboarding &amp; Alumni</a:t>
            </a:r>
            <a:endParaRPr lang="en-US" sz="22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9E7940E-214D-EC65-3574-49692EC8967F}"/>
              </a:ext>
            </a:extLst>
          </p:cNvPr>
          <p:cNvGrpSpPr/>
          <p:nvPr/>
        </p:nvGrpSpPr>
        <p:grpSpPr>
          <a:xfrm>
            <a:off x="548640" y="1024128"/>
            <a:ext cx="4343400" cy="932688"/>
            <a:chOff x="548640" y="868680"/>
            <a:chExt cx="4343400" cy="932688"/>
          </a:xfrm>
        </p:grpSpPr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229341DA-4EDB-9A53-075C-70A5814FCE7C}"/>
                </a:ext>
              </a:extLst>
            </p:cNvPr>
            <p:cNvSpPr/>
            <p:nvPr/>
          </p:nvSpPr>
          <p:spPr>
            <a:xfrm>
              <a:off x="548640" y="86868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200" dirty="0">
                  <a:solidFill>
                    <a:srgbClr val="B832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PRE-AI</a:t>
              </a:r>
              <a:endParaRPr lang="en-US" sz="900"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9EB4E50B-85BE-1304-9D18-0C10F5F120DF}"/>
                </a:ext>
              </a:extLst>
            </p:cNvPr>
            <p:cNvSpPr/>
            <p:nvPr/>
          </p:nvSpPr>
          <p:spPr>
            <a:xfrm>
              <a:off x="548640" y="1115568"/>
              <a:ext cx="4343400" cy="6858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1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Administrative exit. Ad hoc knowledge transfer. Anecdotal root-cause analysis. Alumni networks underutilized. 70% of knowledge walks out </a:t>
              </a:r>
              <a:r>
                <a:rPr lang="en-US" sz="1100" dirty="0" err="1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untransferred</a:t>
              </a:r>
              <a:r>
                <a:rPr lang="en-US" sz="11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  <a:endParaRPr lang="en-US" sz="11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A128E9A-FEBB-0679-7475-64D0B0335A77}"/>
              </a:ext>
            </a:extLst>
          </p:cNvPr>
          <p:cNvGrpSpPr/>
          <p:nvPr/>
        </p:nvGrpSpPr>
        <p:grpSpPr>
          <a:xfrm>
            <a:off x="548640" y="2164842"/>
            <a:ext cx="4343400" cy="1024128"/>
            <a:chOff x="548640" y="1828800"/>
            <a:chExt cx="4343400" cy="1024128"/>
          </a:xfrm>
        </p:grpSpPr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26AD676F-59AE-85C6-C3E6-4D377C7678A4}"/>
                </a:ext>
              </a:extLst>
            </p:cNvPr>
            <p:cNvSpPr/>
            <p:nvPr/>
          </p:nvSpPr>
          <p:spPr>
            <a:xfrm>
              <a:off x="548640" y="1828800"/>
              <a:ext cx="10972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200" dirty="0">
                  <a:solidFill>
                    <a:srgbClr val="1B65D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AI-NATIVE</a:t>
              </a:r>
              <a:endParaRPr lang="en-US" sz="900" dirty="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47FDA6C9-9746-0F1A-AC44-ADB336A290A6}"/>
                </a:ext>
              </a:extLst>
            </p:cNvPr>
            <p:cNvSpPr/>
            <p:nvPr/>
          </p:nvSpPr>
          <p:spPr>
            <a:xfrm>
              <a:off x="548640" y="2075688"/>
              <a:ext cx="4343400" cy="7772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1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maps departing employee's knowledge graph. Auto-generates transfer plans. Attrition root-cause models identify systemic drivers across cohorts. Alumni AI maintains warm rehire/referral relationships.</a:t>
              </a:r>
              <a:endParaRPr lang="en-US" sz="11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B56439C-F3D4-B004-9E6A-343E043A5535}"/>
              </a:ext>
            </a:extLst>
          </p:cNvPr>
          <p:cNvGrpSpPr/>
          <p:nvPr/>
        </p:nvGrpSpPr>
        <p:grpSpPr>
          <a:xfrm>
            <a:off x="548640" y="3121429"/>
            <a:ext cx="4343400" cy="1186780"/>
            <a:chOff x="548640" y="2926080"/>
            <a:chExt cx="4343400" cy="914400"/>
          </a:xfrm>
        </p:grpSpPr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1778829B-5369-6D7E-0BEB-618664E4960B}"/>
                </a:ext>
              </a:extLst>
            </p:cNvPr>
            <p:cNvSpPr/>
            <p:nvPr/>
          </p:nvSpPr>
          <p:spPr>
            <a:xfrm>
              <a:off x="548640" y="2926080"/>
              <a:ext cx="4343400" cy="914400"/>
            </a:xfrm>
            <a:prstGeom prst="rect">
              <a:avLst/>
            </a:prstGeom>
            <a:solidFill>
              <a:srgbClr val="E8F0FE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889A72F5-20F5-F381-36A8-E1E574029C6C}"/>
                </a:ext>
              </a:extLst>
            </p:cNvPr>
            <p:cNvSpPr/>
            <p:nvPr/>
          </p:nvSpPr>
          <p:spPr>
            <a:xfrm>
              <a:off x="685800" y="2953512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150" dirty="0">
                  <a:solidFill>
                    <a:srgbClr val="1B65D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INTELLIGENCE DELTA</a:t>
              </a:r>
              <a:endParaRPr lang="en-US" sz="900" dirty="0"/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88CD9725-ABB2-3C3A-A211-E8794CAE7CF4}"/>
                </a:ext>
              </a:extLst>
            </p:cNvPr>
            <p:cNvSpPr/>
            <p:nvPr/>
          </p:nvSpPr>
          <p:spPr>
            <a:xfrm>
              <a:off x="685800" y="3182112"/>
              <a:ext cx="4069080" cy="5943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100" b="1" dirty="0">
                  <a:solidFill>
                    <a:srgbClr val="141E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Systemic attrition intelligence — true structural drivers across hundreds of exits, not polite reasons from exit interviews. Knowledge preservation: know what's at risk before each departure.</a:t>
              </a:r>
              <a:endParaRPr lang="en-US" sz="1100" dirty="0"/>
            </a:p>
          </p:txBody>
        </p:sp>
      </p:grpSp>
      <p:sp>
        <p:nvSpPr>
          <p:cNvPr id="13" name="Text 11">
            <a:extLst>
              <a:ext uri="{FF2B5EF4-FFF2-40B4-BE49-F238E27FC236}">
                <a16:creationId xmlns:a16="http://schemas.microsoft.com/office/drawing/2014/main" id="{15244092-CDC3-F867-1896-78419922CD7B}"/>
              </a:ext>
            </a:extLst>
          </p:cNvPr>
          <p:cNvSpPr/>
          <p:nvPr/>
        </p:nvSpPr>
        <p:spPr>
          <a:xfrm>
            <a:off x="2104680" y="4702302"/>
            <a:ext cx="49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/>
              <a:t>Tools: </a:t>
            </a:r>
            <a:r>
              <a:rPr lang="en-US" sz="1200" dirty="0" err="1">
                <a:ea typeface="Calibri" pitchFamily="34" charset="-122"/>
                <a:cs typeface="Calibri" pitchFamily="34" charset="-120"/>
              </a:rPr>
              <a:t>Visier</a:t>
            </a:r>
            <a:r>
              <a:rPr lang="en-US" sz="1200" dirty="0">
                <a:ea typeface="Calibri" pitchFamily="34" charset="-122"/>
                <a:cs typeface="Calibri" pitchFamily="34" charset="-120"/>
              </a:rPr>
              <a:t> Attrition Analytics · </a:t>
            </a:r>
            <a:r>
              <a:rPr lang="en-US" sz="1200" dirty="0" err="1">
                <a:ea typeface="Calibri" pitchFamily="34" charset="-122"/>
                <a:cs typeface="Calibri" pitchFamily="34" charset="-120"/>
              </a:rPr>
              <a:t>EnterpriseAlumni</a:t>
            </a:r>
            <a:r>
              <a:rPr lang="en-US" sz="1200" dirty="0">
                <a:ea typeface="Calibri" pitchFamily="34" charset="-122"/>
                <a:cs typeface="Calibri" pitchFamily="34" charset="-120"/>
              </a:rPr>
              <a:t> · LLM exit analysis</a:t>
            </a:r>
            <a:endParaRPr lang="en-US" sz="12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A47359-CF57-F8F5-E58C-A5CA25F320E0}"/>
              </a:ext>
            </a:extLst>
          </p:cNvPr>
          <p:cNvSpPr/>
          <p:nvPr/>
        </p:nvSpPr>
        <p:spPr>
          <a:xfrm>
            <a:off x="5166360" y="857250"/>
            <a:ext cx="3520440" cy="342900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1E7FAA9-89B5-F2CB-0EB2-AFE5D481791C}"/>
              </a:ext>
            </a:extLst>
          </p:cNvPr>
          <p:cNvSpPr/>
          <p:nvPr/>
        </p:nvSpPr>
        <p:spPr>
          <a:xfrm>
            <a:off x="5349240" y="106756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F1FA925-ED1C-C58C-ACBB-E0B91DDF491A}"/>
              </a:ext>
            </a:extLst>
          </p:cNvPr>
          <p:cNvSpPr/>
          <p:nvPr/>
        </p:nvSpPr>
        <p:spPr>
          <a:xfrm>
            <a:off x="5349240" y="134188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120"/>
                </a:solidFill>
                <a:latin typeface="Georgia" pitchFamily="34" charset="0"/>
              </a:rPr>
              <a:t>IBM</a:t>
            </a:r>
            <a:endParaRPr lang="en-US" sz="18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7A9269B-7608-E112-E867-7A7F727EF0E6}"/>
              </a:ext>
            </a:extLst>
          </p:cNvPr>
          <p:cNvSpPr/>
          <p:nvPr/>
        </p:nvSpPr>
        <p:spPr>
          <a:xfrm>
            <a:off x="5349240" y="166192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B8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 Predictive Attrition · 2019–2025</a:t>
            </a: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AB1F7D1-3DE9-430C-EEF9-2463B93F517B}"/>
              </a:ext>
            </a:extLst>
          </p:cNvPr>
          <p:cNvSpPr/>
          <p:nvPr/>
        </p:nvSpPr>
        <p:spPr>
          <a:xfrm>
            <a:off x="5349240" y="1981962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3B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Patented predictive attrition program analyzing 34+ HR variables predicts flight risk within 6 months. Prescribes targeted interventions for at-risk high-performers. Now offered to external clients. </a:t>
            </a:r>
            <a:r>
              <a:rPr lang="en-US" sz="1100" dirty="0">
                <a:solidFill>
                  <a:srgbClr val="3B4D6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source</a:t>
            </a:r>
            <a:endParaRPr lang="en-US" sz="11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87B2CA8-29B6-11B8-61FA-3A60090AE320}"/>
              </a:ext>
            </a:extLst>
          </p:cNvPr>
          <p:cNvSpPr/>
          <p:nvPr/>
        </p:nvSpPr>
        <p:spPr>
          <a:xfrm>
            <a:off x="4983480" y="976122"/>
            <a:ext cx="0" cy="3429000"/>
          </a:xfrm>
          <a:prstGeom prst="line">
            <a:avLst/>
          </a:prstGeom>
          <a:noFill/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EEEECD6-F522-BFCB-4855-D73CC0CF62B1}"/>
              </a:ext>
            </a:extLst>
          </p:cNvPr>
          <p:cNvGrpSpPr/>
          <p:nvPr/>
        </p:nvGrpSpPr>
        <p:grpSpPr>
          <a:xfrm>
            <a:off x="5303520" y="3121429"/>
            <a:ext cx="1600200" cy="868680"/>
            <a:chOff x="5349240" y="3108960"/>
            <a:chExt cx="1417320" cy="868680"/>
          </a:xfrm>
        </p:grpSpPr>
        <p:sp>
          <p:nvSpPr>
            <p:cNvPr id="24" name="Shape 17">
              <a:extLst>
                <a:ext uri="{FF2B5EF4-FFF2-40B4-BE49-F238E27FC236}">
                  <a16:creationId xmlns:a16="http://schemas.microsoft.com/office/drawing/2014/main" id="{959F11BF-0BCA-0A4B-0A25-58FC1D68D1CE}"/>
                </a:ext>
              </a:extLst>
            </p:cNvPr>
            <p:cNvSpPr/>
            <p:nvPr/>
          </p:nvSpPr>
          <p:spPr>
            <a:xfrm>
              <a:off x="5349240" y="3108960"/>
              <a:ext cx="1417320" cy="86868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5" name="Text 18">
              <a:extLst>
                <a:ext uri="{FF2B5EF4-FFF2-40B4-BE49-F238E27FC236}">
                  <a16:creationId xmlns:a16="http://schemas.microsoft.com/office/drawing/2014/main" id="{795A3429-FBCF-8FA9-4778-2B970FAACF80}"/>
                </a:ext>
              </a:extLst>
            </p:cNvPr>
            <p:cNvSpPr/>
            <p:nvPr/>
          </p:nvSpPr>
          <p:spPr>
            <a:xfrm>
              <a:off x="5349240" y="3154680"/>
              <a:ext cx="14173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B83230"/>
                  </a:solidFill>
                  <a:latin typeface="Georgia" pitchFamily="34" charset="0"/>
                </a:rPr>
                <a:t>95%</a:t>
              </a:r>
              <a:endParaRPr lang="en-US" sz="2400" dirty="0">
                <a:solidFill>
                  <a:srgbClr val="B83230"/>
                </a:solidFill>
              </a:endParaRPr>
            </a:p>
          </p:txBody>
        </p:sp>
        <p:sp>
          <p:nvSpPr>
            <p:cNvPr id="26" name="Text 19">
              <a:extLst>
                <a:ext uri="{FF2B5EF4-FFF2-40B4-BE49-F238E27FC236}">
                  <a16:creationId xmlns:a16="http://schemas.microsoft.com/office/drawing/2014/main" id="{1A3F3140-E85A-BDED-14FE-3243DEBAE2DB}"/>
                </a:ext>
              </a:extLst>
            </p:cNvPr>
            <p:cNvSpPr/>
            <p:nvPr/>
          </p:nvSpPr>
          <p:spPr>
            <a:xfrm>
              <a:off x="5349240" y="3611880"/>
              <a:ext cx="1417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Prediction Accuracy</a:t>
              </a:r>
              <a:endParaRPr lang="en-US" sz="9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350D5FA-D191-0D3E-6E5A-EEB8A144F274}"/>
              </a:ext>
            </a:extLst>
          </p:cNvPr>
          <p:cNvGrpSpPr/>
          <p:nvPr/>
        </p:nvGrpSpPr>
        <p:grpSpPr>
          <a:xfrm>
            <a:off x="6995160" y="3121429"/>
            <a:ext cx="1600200" cy="868680"/>
            <a:chOff x="5349240" y="3108960"/>
            <a:chExt cx="1417320" cy="868680"/>
          </a:xfrm>
        </p:grpSpPr>
        <p:sp>
          <p:nvSpPr>
            <p:cNvPr id="28" name="Shape 17">
              <a:extLst>
                <a:ext uri="{FF2B5EF4-FFF2-40B4-BE49-F238E27FC236}">
                  <a16:creationId xmlns:a16="http://schemas.microsoft.com/office/drawing/2014/main" id="{3BE7ECF7-089A-0936-4F69-82EEECBAB145}"/>
                </a:ext>
              </a:extLst>
            </p:cNvPr>
            <p:cNvSpPr/>
            <p:nvPr/>
          </p:nvSpPr>
          <p:spPr>
            <a:xfrm>
              <a:off x="5349240" y="3108960"/>
              <a:ext cx="1417320" cy="86868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9" name="Text 18">
              <a:extLst>
                <a:ext uri="{FF2B5EF4-FFF2-40B4-BE49-F238E27FC236}">
                  <a16:creationId xmlns:a16="http://schemas.microsoft.com/office/drawing/2014/main" id="{C4CD3C32-6829-AF59-52B9-74503BDDAF2D}"/>
                </a:ext>
              </a:extLst>
            </p:cNvPr>
            <p:cNvSpPr/>
            <p:nvPr/>
          </p:nvSpPr>
          <p:spPr>
            <a:xfrm>
              <a:off x="5349240" y="3154680"/>
              <a:ext cx="14173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B8323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$300M</a:t>
              </a:r>
              <a:endParaRPr lang="en-US" sz="2400" dirty="0">
                <a:solidFill>
                  <a:srgbClr val="B83230"/>
                </a:solidFill>
              </a:endParaRPr>
            </a:p>
          </p:txBody>
        </p:sp>
        <p:sp>
          <p:nvSpPr>
            <p:cNvPr id="30" name="Text 19">
              <a:extLst>
                <a:ext uri="{FF2B5EF4-FFF2-40B4-BE49-F238E27FC236}">
                  <a16:creationId xmlns:a16="http://schemas.microsoft.com/office/drawing/2014/main" id="{EC608F3E-61A5-5AFD-B013-F71C47457B59}"/>
                </a:ext>
              </a:extLst>
            </p:cNvPr>
            <p:cNvSpPr/>
            <p:nvPr/>
          </p:nvSpPr>
          <p:spPr>
            <a:xfrm>
              <a:off x="5349240" y="3611880"/>
              <a:ext cx="1417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Saved in retention costs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914489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6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RISKS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Guardrails, not blockers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169164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4864" cy="1691640"/>
          </a:xfrm>
          <a:prstGeom prst="rect">
            <a:avLst/>
          </a:prstGeom>
          <a:solidFill>
            <a:srgbClr val="B832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B8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 at 30× Scale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B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biased model across the conglomerate does 30× the damage. Mandatory audits before deployment.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651760" cy="169164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91840" y="1188720"/>
            <a:ext cx="54864" cy="1691640"/>
          </a:xfrm>
          <a:prstGeom prst="rect">
            <a:avLst/>
          </a:prstGeom>
          <a:solidFill>
            <a:srgbClr val="B832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474720" y="1280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B8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False Confidence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187452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B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treat probabilistic scores as fact. Surface confidence intervals. Human review for all high-stakes decisions.</a:t>
            </a:r>
            <a:endParaRPr lang="en-US" sz="100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D053293-2315-7BBA-7E31-9C78C69C9A8F}"/>
              </a:ext>
            </a:extLst>
          </p:cNvPr>
          <p:cNvGrpSpPr/>
          <p:nvPr/>
        </p:nvGrpSpPr>
        <p:grpSpPr>
          <a:xfrm>
            <a:off x="6126480" y="3063240"/>
            <a:ext cx="2651760" cy="1691640"/>
            <a:chOff x="6126480" y="1188720"/>
            <a:chExt cx="2651760" cy="1691640"/>
          </a:xfrm>
        </p:grpSpPr>
        <p:sp>
          <p:nvSpPr>
            <p:cNvPr id="15" name="Shape 13"/>
            <p:cNvSpPr/>
            <p:nvPr/>
          </p:nvSpPr>
          <p:spPr>
            <a:xfrm>
              <a:off x="6126480" y="1188720"/>
              <a:ext cx="2651760" cy="1691640"/>
            </a:xfrm>
            <a:prstGeom prst="rect">
              <a:avLst/>
            </a:prstGeom>
            <a:solidFill>
              <a:srgbClr val="F4F6F9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Shape 14"/>
            <p:cNvSpPr/>
            <p:nvPr/>
          </p:nvSpPr>
          <p:spPr>
            <a:xfrm>
              <a:off x="6126480" y="1188720"/>
              <a:ext cx="54864" cy="1691640"/>
            </a:xfrm>
            <a:prstGeom prst="rect">
              <a:avLst/>
            </a:prstGeom>
            <a:solidFill>
              <a:srgbClr val="C28A00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 15"/>
            <p:cNvSpPr/>
            <p:nvPr/>
          </p:nvSpPr>
          <p:spPr>
            <a:xfrm>
              <a:off x="6309360" y="1280160"/>
              <a:ext cx="22860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150" dirty="0">
                  <a:solidFill>
                    <a:srgbClr val="C28A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</a:t>
              </a:r>
              <a:endParaRPr lang="en-US" sz="9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6309360" y="1508760"/>
              <a:ext cx="2286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B112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Surveillance vs. Sensing</a:t>
              </a:r>
              <a:endParaRPr lang="en-US" sz="13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6309360" y="1874520"/>
              <a:ext cx="2286000" cy="8686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Always-on sensing can erode trust in an autonomy-based culture. Radical transparency. Aggregated signals by default.</a:t>
              </a:r>
              <a:endParaRPr lang="en-US" sz="1000" dirty="0"/>
            </a:p>
          </p:txBody>
        </p:sp>
      </p:grpSp>
      <p:sp>
        <p:nvSpPr>
          <p:cNvPr id="20" name="Shape 18"/>
          <p:cNvSpPr/>
          <p:nvPr/>
        </p:nvSpPr>
        <p:spPr>
          <a:xfrm>
            <a:off x="457200" y="3063240"/>
            <a:ext cx="2651760" cy="169164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57200" y="3063240"/>
            <a:ext cx="54864" cy="1691640"/>
          </a:xfrm>
          <a:prstGeom prst="rect">
            <a:avLst/>
          </a:prstGeom>
          <a:solidFill>
            <a:srgbClr val="C28A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0080" y="31546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2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Sovereignty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37490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B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companies may resist sharing talent data with parent. Design as a data cooperative with reciprocal value.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3063240"/>
            <a:ext cx="2651760" cy="169164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291840" y="3063240"/>
            <a:ext cx="54864" cy="1691640"/>
          </a:xfrm>
          <a:prstGeom prst="rect">
            <a:avLst/>
          </a:prstGeom>
          <a:solidFill>
            <a:srgbClr val="C28A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474720" y="31546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2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7472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 Without Action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74720" y="37490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B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without changed governance = expensive overhead. Every capability needs an accountable decision-maker.</a:t>
            </a:r>
            <a:endParaRPr lang="en-US" sz="10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FAF65EC-0963-4504-EE4B-CF1F3F8FC25F}"/>
              </a:ext>
            </a:extLst>
          </p:cNvPr>
          <p:cNvGrpSpPr/>
          <p:nvPr/>
        </p:nvGrpSpPr>
        <p:grpSpPr>
          <a:xfrm>
            <a:off x="6126480" y="1188720"/>
            <a:ext cx="2651760" cy="1691640"/>
            <a:chOff x="6126480" y="3063240"/>
            <a:chExt cx="2651760" cy="1691640"/>
          </a:xfrm>
        </p:grpSpPr>
        <p:sp>
          <p:nvSpPr>
            <p:cNvPr id="30" name="Shape 28"/>
            <p:cNvSpPr/>
            <p:nvPr/>
          </p:nvSpPr>
          <p:spPr>
            <a:xfrm>
              <a:off x="6126480" y="3063240"/>
              <a:ext cx="2651760" cy="1691640"/>
            </a:xfrm>
            <a:prstGeom prst="rect">
              <a:avLst/>
            </a:prstGeom>
            <a:solidFill>
              <a:srgbClr val="F4F6F9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Shape 29"/>
            <p:cNvSpPr/>
            <p:nvPr/>
          </p:nvSpPr>
          <p:spPr>
            <a:xfrm>
              <a:off x="6126480" y="3063240"/>
              <a:ext cx="54864" cy="1691640"/>
            </a:xfrm>
            <a:prstGeom prst="rect">
              <a:avLst/>
            </a:prstGeom>
            <a:solidFill>
              <a:srgbClr val="B83230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 30"/>
            <p:cNvSpPr/>
            <p:nvPr/>
          </p:nvSpPr>
          <p:spPr>
            <a:xfrm>
              <a:off x="6309360" y="3154680"/>
              <a:ext cx="22860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150" dirty="0">
                  <a:solidFill>
                    <a:srgbClr val="B832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CRITICAL</a:t>
              </a:r>
              <a:endParaRPr lang="en-US" sz="9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6309360" y="3383280"/>
              <a:ext cx="2286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B112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Knowledge Hallucination</a:t>
              </a:r>
              <a:endParaRPr lang="en-US" sz="13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6309360" y="3749040"/>
              <a:ext cx="2286000" cy="8686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B4D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Conversational AI can produce confident wrong HR answers. RAG with source citations. Human verification for legal queries.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5379</TotalTime>
  <Words>2199</Words>
  <Application>Microsoft Office PowerPoint</Application>
  <PresentationFormat>On-screen Show (16:9)</PresentationFormat>
  <Paragraphs>312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Intelligence Delta: AI-Native HR</dc:title>
  <dc:subject>PptxGenJS Presentation</dc:subject>
  <dc:creator>People &amp; Organization Practice</dc:creator>
  <cp:lastModifiedBy>Nirmit Shah</cp:lastModifiedBy>
  <cp:revision>2</cp:revision>
  <dcterms:created xsi:type="dcterms:W3CDTF">2026-04-10T07:37:54Z</dcterms:created>
  <dcterms:modified xsi:type="dcterms:W3CDTF">2026-04-14T04:55:50Z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3bba68-4eb1-45e8-9c75-b7dd7eb6bd90_Enabled">
    <vt:lpwstr>true</vt:lpwstr>
  </property>
  <property fmtid="{D5CDD505-2E9C-101B-9397-08002B2CF9AE}" pid="3" name="MSIP_Label_153bba68-4eb1-45e8-9c75-b7dd7eb6bd90_SetDate">
    <vt:lpwstr>2026-04-10T11:05:02Z</vt:lpwstr>
  </property>
  <property fmtid="{D5CDD505-2E9C-101B-9397-08002B2CF9AE}" pid="4" name="MSIP_Label_153bba68-4eb1-45e8-9c75-b7dd7eb6bd90_Method">
    <vt:lpwstr>Standard</vt:lpwstr>
  </property>
  <property fmtid="{D5CDD505-2E9C-101B-9397-08002B2CF9AE}" pid="5" name="MSIP_Label_153bba68-4eb1-45e8-9c75-b7dd7eb6bd90_Name">
    <vt:lpwstr>153bba68-4eb1-45e8-9c75-b7dd7eb6bd90</vt:lpwstr>
  </property>
  <property fmtid="{D5CDD505-2E9C-101B-9397-08002B2CF9AE}" pid="6" name="MSIP_Label_153bba68-4eb1-45e8-9c75-b7dd7eb6bd90_SiteId">
    <vt:lpwstr>e5ba7b2a-a780-41a9-92b2-c2ed52d3a12f</vt:lpwstr>
  </property>
  <property fmtid="{D5CDD505-2E9C-101B-9397-08002B2CF9AE}" pid="7" name="MSIP_Label_153bba68-4eb1-45e8-9c75-b7dd7eb6bd90_ActionId">
    <vt:lpwstr>488f79ff-228a-44f5-9894-2384018a7440</vt:lpwstr>
  </property>
  <property fmtid="{D5CDD505-2E9C-101B-9397-08002B2CF9AE}" pid="8" name="MSIP_Label_153bba68-4eb1-45e8-9c75-b7dd7eb6bd90_ContentBits">
    <vt:lpwstr>2</vt:lpwstr>
  </property>
  <property fmtid="{D5CDD505-2E9C-101B-9397-08002B2CF9AE}" pid="9" name="MSIP_Label_153bba68-4eb1-45e8-9c75-b7dd7eb6bd90_Tag">
    <vt:lpwstr>10, 3, 0, 1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Tata Sons - Internal</vt:lpwstr>
  </property>
</Properties>
</file>