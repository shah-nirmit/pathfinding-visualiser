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81"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82" r:id="rId19"/>
    <p:sldId id="283" r:id="rId20"/>
    <p:sldId id="284" r:id="rId21"/>
    <p:sldId id="285" r:id="rId22"/>
    <p:sldId id="277" r:id="rId23"/>
    <p:sldId id="287" r:id="rId24"/>
    <p:sldId id="288" r:id="rId25"/>
    <p:sldId id="289" r:id="rId26"/>
    <p:sldId id="276" r:id="rId27"/>
    <p:sldId id="278" r:id="rId28"/>
    <p:sldId id="279" r:id="rId29"/>
    <p:sldId id="280" r:id="rId3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901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61D518-F2EF-431D-95F7-FF458A046F57}" v="53" dt="2026-05-27T10:24:36.8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2264" autoAdjust="0"/>
  </p:normalViewPr>
  <p:slideViewPr>
    <p:cSldViewPr snapToGrid="0" snapToObjects="1">
      <p:cViewPr>
        <p:scale>
          <a:sx n="75" d="100"/>
          <a:sy n="75" d="100"/>
        </p:scale>
        <p:origin x="1020" y="-5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rmit Shah" userId="19542b5f-727d-48fc-a6e5-31748f5f223f" providerId="ADAL" clId="{6E744BBD-6A1F-4C63-AAA4-E23759909C2A}"/>
    <pc:docChg chg="undo custSel addSld delSld modSld sldOrd">
      <pc:chgData name="Nirmit Shah" userId="19542b5f-727d-48fc-a6e5-31748f5f223f" providerId="ADAL" clId="{6E744BBD-6A1F-4C63-AAA4-E23759909C2A}" dt="2026-05-27T10:24:37.195" v="7099" actId="20577"/>
      <pc:docMkLst>
        <pc:docMk/>
      </pc:docMkLst>
      <pc:sldChg chg="addSp delSp modSp mod modNotesTx">
        <pc:chgData name="Nirmit Shah" userId="19542b5f-727d-48fc-a6e5-31748f5f223f" providerId="ADAL" clId="{6E744BBD-6A1F-4C63-AAA4-E23759909C2A}" dt="2026-05-27T05:52:39.931" v="6727" actId="20577"/>
        <pc:sldMkLst>
          <pc:docMk/>
          <pc:sldMk cId="0" sldId="256"/>
        </pc:sldMkLst>
        <pc:spChg chg="add del">
          <ac:chgData name="Nirmit Shah" userId="19542b5f-727d-48fc-a6e5-31748f5f223f" providerId="ADAL" clId="{6E744BBD-6A1F-4C63-AAA4-E23759909C2A}" dt="2026-05-27T05:19:34.723" v="6611" actId="478"/>
          <ac:spMkLst>
            <pc:docMk/>
            <pc:sldMk cId="0" sldId="256"/>
            <ac:spMk id="2" creationId="{00000000-0000-0000-0000-000000000000}"/>
          </ac:spMkLst>
        </pc:spChg>
        <pc:spChg chg="mod">
          <ac:chgData name="Nirmit Shah" userId="19542b5f-727d-48fc-a6e5-31748f5f223f" providerId="ADAL" clId="{6E744BBD-6A1F-4C63-AAA4-E23759909C2A}" dt="2026-05-22T06:56:44.379" v="93" actId="20577"/>
          <ac:spMkLst>
            <pc:docMk/>
            <pc:sldMk cId="0" sldId="256"/>
            <ac:spMk id="7" creationId="{00000000-0000-0000-0000-000000000000}"/>
          </ac:spMkLst>
        </pc:spChg>
        <pc:spChg chg="mod">
          <ac:chgData name="Nirmit Shah" userId="19542b5f-727d-48fc-a6e5-31748f5f223f" providerId="ADAL" clId="{6E744BBD-6A1F-4C63-AAA4-E23759909C2A}" dt="2026-05-21T21:59:29.719" v="66" actId="20577"/>
          <ac:spMkLst>
            <pc:docMk/>
            <pc:sldMk cId="0" sldId="256"/>
            <ac:spMk id="8" creationId="{00000000-0000-0000-0000-000000000000}"/>
          </ac:spMkLst>
        </pc:spChg>
        <pc:spChg chg="mod">
          <ac:chgData name="Nirmit Shah" userId="19542b5f-727d-48fc-a6e5-31748f5f223f" providerId="ADAL" clId="{6E744BBD-6A1F-4C63-AAA4-E23759909C2A}" dt="2026-05-27T05:19:28.546" v="6609" actId="20577"/>
          <ac:spMkLst>
            <pc:docMk/>
            <pc:sldMk cId="0" sldId="256"/>
            <ac:spMk id="9" creationId="{00000000-0000-0000-0000-000000000000}"/>
          </ac:spMkLst>
        </pc:spChg>
        <pc:picChg chg="add mod">
          <ac:chgData name="Nirmit Shah" userId="19542b5f-727d-48fc-a6e5-31748f5f223f" providerId="ADAL" clId="{6E744BBD-6A1F-4C63-AAA4-E23759909C2A}" dt="2026-05-22T07:10:38.070" v="654"/>
          <ac:picMkLst>
            <pc:docMk/>
            <pc:sldMk cId="0" sldId="256"/>
            <ac:picMk id="10" creationId="{A5FB20D4-C9CE-8091-5360-D5CA5A404314}"/>
          </ac:picMkLst>
        </pc:picChg>
      </pc:sldChg>
      <pc:sldChg chg="addSp delSp modSp mod modNotes modNotesTx">
        <pc:chgData name="Nirmit Shah" userId="19542b5f-727d-48fc-a6e5-31748f5f223f" providerId="ADAL" clId="{6E744BBD-6A1F-4C63-AAA4-E23759909C2A}" dt="2026-05-27T05:55:03.137" v="6797" actId="20577"/>
        <pc:sldMkLst>
          <pc:docMk/>
          <pc:sldMk cId="0" sldId="257"/>
        </pc:sldMkLst>
        <pc:spChg chg="mod">
          <ac:chgData name="Nirmit Shah" userId="19542b5f-727d-48fc-a6e5-31748f5f223f" providerId="ADAL" clId="{6E744BBD-6A1F-4C63-AAA4-E23759909C2A}" dt="2026-05-22T07:00:20.197" v="218" actId="403"/>
          <ac:spMkLst>
            <pc:docMk/>
            <pc:sldMk cId="0" sldId="257"/>
            <ac:spMk id="3" creationId="{00000000-0000-0000-0000-000000000000}"/>
          </ac:spMkLst>
        </pc:spChg>
        <pc:spChg chg="mod">
          <ac:chgData name="Nirmit Shah" userId="19542b5f-727d-48fc-a6e5-31748f5f223f" providerId="ADAL" clId="{6E744BBD-6A1F-4C63-AAA4-E23759909C2A}" dt="2026-05-22T07:00:09.418" v="215" actId="20577"/>
          <ac:spMkLst>
            <pc:docMk/>
            <pc:sldMk cId="0" sldId="257"/>
            <ac:spMk id="5" creationId="{00000000-0000-0000-0000-000000000000}"/>
          </ac:spMkLst>
        </pc:spChg>
        <pc:spChg chg="mod">
          <ac:chgData name="Nirmit Shah" userId="19542b5f-727d-48fc-a6e5-31748f5f223f" providerId="ADAL" clId="{6E744BBD-6A1F-4C63-AAA4-E23759909C2A}" dt="2026-05-22T06:58:00.396" v="129" actId="403"/>
          <ac:spMkLst>
            <pc:docMk/>
            <pc:sldMk cId="0" sldId="257"/>
            <ac:spMk id="6" creationId="{00000000-0000-0000-0000-000000000000}"/>
          </ac:spMkLst>
        </pc:spChg>
        <pc:spChg chg="mod">
          <ac:chgData name="Nirmit Shah" userId="19542b5f-727d-48fc-a6e5-31748f5f223f" providerId="ADAL" clId="{6E744BBD-6A1F-4C63-AAA4-E23759909C2A}" dt="2026-05-22T06:57:25.648" v="115" actId="164"/>
          <ac:spMkLst>
            <pc:docMk/>
            <pc:sldMk cId="0" sldId="257"/>
            <ac:spMk id="7" creationId="{00000000-0000-0000-0000-000000000000}"/>
          </ac:spMkLst>
        </pc:spChg>
        <pc:spChg chg="mod">
          <ac:chgData name="Nirmit Shah" userId="19542b5f-727d-48fc-a6e5-31748f5f223f" providerId="ADAL" clId="{6E744BBD-6A1F-4C63-AAA4-E23759909C2A}" dt="2026-05-22T06:57:25.648" v="115" actId="164"/>
          <ac:spMkLst>
            <pc:docMk/>
            <pc:sldMk cId="0" sldId="257"/>
            <ac:spMk id="8" creationId="{00000000-0000-0000-0000-000000000000}"/>
          </ac:spMkLst>
        </pc:spChg>
        <pc:spChg chg="mod">
          <ac:chgData name="Nirmit Shah" userId="19542b5f-727d-48fc-a6e5-31748f5f223f" providerId="ADAL" clId="{6E744BBD-6A1F-4C63-AAA4-E23759909C2A}" dt="2026-05-22T06:57:53.161" v="124" actId="404"/>
          <ac:spMkLst>
            <pc:docMk/>
            <pc:sldMk cId="0" sldId="257"/>
            <ac:spMk id="9" creationId="{00000000-0000-0000-0000-000000000000}"/>
          </ac:spMkLst>
        </pc:spChg>
        <pc:spChg chg="mod">
          <ac:chgData name="Nirmit Shah" userId="19542b5f-727d-48fc-a6e5-31748f5f223f" providerId="ADAL" clId="{6E744BBD-6A1F-4C63-AAA4-E23759909C2A}" dt="2026-05-22T07:10:57.084" v="680" actId="20577"/>
          <ac:spMkLst>
            <pc:docMk/>
            <pc:sldMk cId="0" sldId="257"/>
            <ac:spMk id="10" creationId="{00000000-0000-0000-0000-000000000000}"/>
          </ac:spMkLst>
        </pc:spChg>
        <pc:spChg chg="mod">
          <ac:chgData name="Nirmit Shah" userId="19542b5f-727d-48fc-a6e5-31748f5f223f" providerId="ADAL" clId="{6E744BBD-6A1F-4C63-AAA4-E23759909C2A}" dt="2026-05-22T06:57:45.567" v="118" actId="164"/>
          <ac:spMkLst>
            <pc:docMk/>
            <pc:sldMk cId="0" sldId="257"/>
            <ac:spMk id="11" creationId="{00000000-0000-0000-0000-000000000000}"/>
          </ac:spMkLst>
        </pc:spChg>
        <pc:spChg chg="mod">
          <ac:chgData name="Nirmit Shah" userId="19542b5f-727d-48fc-a6e5-31748f5f223f" providerId="ADAL" clId="{6E744BBD-6A1F-4C63-AAA4-E23759909C2A}" dt="2026-05-22T06:57:45.567" v="118" actId="164"/>
          <ac:spMkLst>
            <pc:docMk/>
            <pc:sldMk cId="0" sldId="257"/>
            <ac:spMk id="12" creationId="{00000000-0000-0000-0000-000000000000}"/>
          </ac:spMkLst>
        </pc:spChg>
        <pc:spChg chg="mod">
          <ac:chgData name="Nirmit Shah" userId="19542b5f-727d-48fc-a6e5-31748f5f223f" providerId="ADAL" clId="{6E744BBD-6A1F-4C63-AAA4-E23759909C2A}" dt="2026-05-22T06:58:08.308" v="133" actId="403"/>
          <ac:spMkLst>
            <pc:docMk/>
            <pc:sldMk cId="0" sldId="257"/>
            <ac:spMk id="13" creationId="{00000000-0000-0000-0000-000000000000}"/>
          </ac:spMkLst>
        </pc:spChg>
        <pc:spChg chg="mod">
          <ac:chgData name="Nirmit Shah" userId="19542b5f-727d-48fc-a6e5-31748f5f223f" providerId="ADAL" clId="{6E744BBD-6A1F-4C63-AAA4-E23759909C2A}" dt="2026-05-22T06:59:14.221" v="180" actId="20577"/>
          <ac:spMkLst>
            <pc:docMk/>
            <pc:sldMk cId="0" sldId="257"/>
            <ac:spMk id="14" creationId="{00000000-0000-0000-0000-000000000000}"/>
          </ac:spMkLst>
        </pc:spChg>
        <pc:spChg chg="mod">
          <ac:chgData name="Nirmit Shah" userId="19542b5f-727d-48fc-a6e5-31748f5f223f" providerId="ADAL" clId="{6E744BBD-6A1F-4C63-AAA4-E23759909C2A}" dt="2026-05-22T06:57:30.657" v="116" actId="164"/>
          <ac:spMkLst>
            <pc:docMk/>
            <pc:sldMk cId="0" sldId="257"/>
            <ac:spMk id="15" creationId="{00000000-0000-0000-0000-000000000000}"/>
          </ac:spMkLst>
        </pc:spChg>
        <pc:spChg chg="mod">
          <ac:chgData name="Nirmit Shah" userId="19542b5f-727d-48fc-a6e5-31748f5f223f" providerId="ADAL" clId="{6E744BBD-6A1F-4C63-AAA4-E23759909C2A}" dt="2026-05-22T06:57:30.657" v="116" actId="164"/>
          <ac:spMkLst>
            <pc:docMk/>
            <pc:sldMk cId="0" sldId="257"/>
            <ac:spMk id="16" creationId="{00000000-0000-0000-0000-000000000000}"/>
          </ac:spMkLst>
        </pc:spChg>
        <pc:spChg chg="mod">
          <ac:chgData name="Nirmit Shah" userId="19542b5f-727d-48fc-a6e5-31748f5f223f" providerId="ADAL" clId="{6E744BBD-6A1F-4C63-AAA4-E23759909C2A}" dt="2026-05-22T06:58:26.576" v="146" actId="403"/>
          <ac:spMkLst>
            <pc:docMk/>
            <pc:sldMk cId="0" sldId="257"/>
            <ac:spMk id="17" creationId="{00000000-0000-0000-0000-000000000000}"/>
          </ac:spMkLst>
        </pc:spChg>
        <pc:spChg chg="mod">
          <ac:chgData name="Nirmit Shah" userId="19542b5f-727d-48fc-a6e5-31748f5f223f" providerId="ADAL" clId="{6E744BBD-6A1F-4C63-AAA4-E23759909C2A}" dt="2026-05-22T06:58:23.514" v="143" actId="403"/>
          <ac:spMkLst>
            <pc:docMk/>
            <pc:sldMk cId="0" sldId="257"/>
            <ac:spMk id="18" creationId="{00000000-0000-0000-0000-000000000000}"/>
          </ac:spMkLst>
        </pc:spChg>
        <pc:spChg chg="mod">
          <ac:chgData name="Nirmit Shah" userId="19542b5f-727d-48fc-a6e5-31748f5f223f" providerId="ADAL" clId="{6E744BBD-6A1F-4C63-AAA4-E23759909C2A}" dt="2026-05-22T06:57:38.096" v="117" actId="164"/>
          <ac:spMkLst>
            <pc:docMk/>
            <pc:sldMk cId="0" sldId="257"/>
            <ac:spMk id="19" creationId="{00000000-0000-0000-0000-000000000000}"/>
          </ac:spMkLst>
        </pc:spChg>
        <pc:spChg chg="mod">
          <ac:chgData name="Nirmit Shah" userId="19542b5f-727d-48fc-a6e5-31748f5f223f" providerId="ADAL" clId="{6E744BBD-6A1F-4C63-AAA4-E23759909C2A}" dt="2026-05-22T06:57:38.096" v="117" actId="164"/>
          <ac:spMkLst>
            <pc:docMk/>
            <pc:sldMk cId="0" sldId="257"/>
            <ac:spMk id="20" creationId="{00000000-0000-0000-0000-000000000000}"/>
          </ac:spMkLst>
        </pc:spChg>
        <pc:spChg chg="mod">
          <ac:chgData name="Nirmit Shah" userId="19542b5f-727d-48fc-a6e5-31748f5f223f" providerId="ADAL" clId="{6E744BBD-6A1F-4C63-AAA4-E23759909C2A}" dt="2026-05-25T09:31:41.658" v="2524" actId="20577"/>
          <ac:spMkLst>
            <pc:docMk/>
            <pc:sldMk cId="0" sldId="257"/>
            <ac:spMk id="21" creationId="{00000000-0000-0000-0000-000000000000}"/>
          </ac:spMkLst>
        </pc:spChg>
        <pc:spChg chg="mod">
          <ac:chgData name="Nirmit Shah" userId="19542b5f-727d-48fc-a6e5-31748f5f223f" providerId="ADAL" clId="{6E744BBD-6A1F-4C63-AAA4-E23759909C2A}" dt="2026-05-22T06:58:35.499" v="154" actId="404"/>
          <ac:spMkLst>
            <pc:docMk/>
            <pc:sldMk cId="0" sldId="257"/>
            <ac:spMk id="22" creationId="{00000000-0000-0000-0000-000000000000}"/>
          </ac:spMkLst>
        </pc:spChg>
        <pc:spChg chg="mod">
          <ac:chgData name="Nirmit Shah" userId="19542b5f-727d-48fc-a6e5-31748f5f223f" providerId="ADAL" clId="{6E744BBD-6A1F-4C63-AAA4-E23759909C2A}" dt="2026-05-27T05:19:21.759" v="6607" actId="20577"/>
          <ac:spMkLst>
            <pc:docMk/>
            <pc:sldMk cId="0" sldId="257"/>
            <ac:spMk id="23" creationId="{00000000-0000-0000-0000-000000000000}"/>
          </ac:spMkLst>
        </pc:spChg>
        <pc:grpChg chg="add mod">
          <ac:chgData name="Nirmit Shah" userId="19542b5f-727d-48fc-a6e5-31748f5f223f" providerId="ADAL" clId="{6E744BBD-6A1F-4C63-AAA4-E23759909C2A}" dt="2026-05-22T06:57:25.648" v="115" actId="164"/>
          <ac:grpSpMkLst>
            <pc:docMk/>
            <pc:sldMk cId="0" sldId="257"/>
            <ac:grpSpMk id="24" creationId="{96AB1F49-A882-36F2-492D-15277C9624B2}"/>
          </ac:grpSpMkLst>
        </pc:grpChg>
        <pc:grpChg chg="add mod">
          <ac:chgData name="Nirmit Shah" userId="19542b5f-727d-48fc-a6e5-31748f5f223f" providerId="ADAL" clId="{6E744BBD-6A1F-4C63-AAA4-E23759909C2A}" dt="2026-05-22T06:57:30.657" v="116" actId="164"/>
          <ac:grpSpMkLst>
            <pc:docMk/>
            <pc:sldMk cId="0" sldId="257"/>
            <ac:grpSpMk id="25" creationId="{E22E3CBA-33BA-5366-67F7-9EA51192AD0D}"/>
          </ac:grpSpMkLst>
        </pc:grpChg>
        <pc:grpChg chg="add mod">
          <ac:chgData name="Nirmit Shah" userId="19542b5f-727d-48fc-a6e5-31748f5f223f" providerId="ADAL" clId="{6E744BBD-6A1F-4C63-AAA4-E23759909C2A}" dt="2026-05-22T06:57:38.096" v="117" actId="164"/>
          <ac:grpSpMkLst>
            <pc:docMk/>
            <pc:sldMk cId="0" sldId="257"/>
            <ac:grpSpMk id="26" creationId="{BC2F30F5-147A-F888-3D5A-9D0857E02633}"/>
          </ac:grpSpMkLst>
        </pc:grpChg>
        <pc:grpChg chg="add mod">
          <ac:chgData name="Nirmit Shah" userId="19542b5f-727d-48fc-a6e5-31748f5f223f" providerId="ADAL" clId="{6E744BBD-6A1F-4C63-AAA4-E23759909C2A}" dt="2026-05-22T06:57:45.567" v="118" actId="164"/>
          <ac:grpSpMkLst>
            <pc:docMk/>
            <pc:sldMk cId="0" sldId="257"/>
            <ac:grpSpMk id="27" creationId="{9EFE6A6A-B0DA-BAB7-E8F3-87E8D9573E61}"/>
          </ac:grpSpMkLst>
        </pc:grpChg>
        <pc:picChg chg="add mod">
          <ac:chgData name="Nirmit Shah" userId="19542b5f-727d-48fc-a6e5-31748f5f223f" providerId="ADAL" clId="{6E744BBD-6A1F-4C63-AAA4-E23759909C2A}" dt="2026-05-22T07:08:30.334" v="567"/>
          <ac:picMkLst>
            <pc:docMk/>
            <pc:sldMk cId="0" sldId="257"/>
            <ac:picMk id="28" creationId="{F575735E-3930-A6EA-72EC-E0660EA7D789}"/>
          </ac:picMkLst>
        </pc:picChg>
      </pc:sldChg>
      <pc:sldChg chg="addSp delSp modSp mod modNotesTx">
        <pc:chgData name="Nirmit Shah" userId="19542b5f-727d-48fc-a6e5-31748f5f223f" providerId="ADAL" clId="{6E744BBD-6A1F-4C63-AAA4-E23759909C2A}" dt="2026-05-27T09:27:25.988" v="7077" actId="20577"/>
        <pc:sldMkLst>
          <pc:docMk/>
          <pc:sldMk cId="0" sldId="258"/>
        </pc:sldMkLst>
        <pc:spChg chg="mod">
          <ac:chgData name="Nirmit Shah" userId="19542b5f-727d-48fc-a6e5-31748f5f223f" providerId="ADAL" clId="{6E744BBD-6A1F-4C63-AAA4-E23759909C2A}" dt="2026-05-22T07:12:09.359" v="696" actId="20577"/>
          <ac:spMkLst>
            <pc:docMk/>
            <pc:sldMk cId="0" sldId="258"/>
            <ac:spMk id="3" creationId="{00000000-0000-0000-0000-000000000000}"/>
          </ac:spMkLst>
        </pc:spChg>
        <pc:spChg chg="mod">
          <ac:chgData name="Nirmit Shah" userId="19542b5f-727d-48fc-a6e5-31748f5f223f" providerId="ADAL" clId="{6E744BBD-6A1F-4C63-AAA4-E23759909C2A}" dt="2026-05-22T07:00:01.228" v="205" actId="20577"/>
          <ac:spMkLst>
            <pc:docMk/>
            <pc:sldMk cId="0" sldId="258"/>
            <ac:spMk id="5" creationId="{00000000-0000-0000-0000-000000000000}"/>
          </ac:spMkLst>
        </pc:spChg>
        <pc:spChg chg="mod">
          <ac:chgData name="Nirmit Shah" userId="19542b5f-727d-48fc-a6e5-31748f5f223f" providerId="ADAL" clId="{6E744BBD-6A1F-4C63-AAA4-E23759909C2A}" dt="2026-05-22T06:59:38.584" v="184" actId="164"/>
          <ac:spMkLst>
            <pc:docMk/>
            <pc:sldMk cId="0" sldId="258"/>
            <ac:spMk id="6" creationId="{00000000-0000-0000-0000-000000000000}"/>
          </ac:spMkLst>
        </pc:spChg>
        <pc:spChg chg="mod">
          <ac:chgData name="Nirmit Shah" userId="19542b5f-727d-48fc-a6e5-31748f5f223f" providerId="ADAL" clId="{6E744BBD-6A1F-4C63-AAA4-E23759909C2A}" dt="2026-05-22T06:59:38.584" v="184" actId="164"/>
          <ac:spMkLst>
            <pc:docMk/>
            <pc:sldMk cId="0" sldId="258"/>
            <ac:spMk id="7" creationId="{00000000-0000-0000-0000-000000000000}"/>
          </ac:spMkLst>
        </pc:spChg>
        <pc:spChg chg="mod">
          <ac:chgData name="Nirmit Shah" userId="19542b5f-727d-48fc-a6e5-31748f5f223f" providerId="ADAL" clId="{6E744BBD-6A1F-4C63-AAA4-E23759909C2A}" dt="2026-05-22T07:01:22.293" v="242" actId="122"/>
          <ac:spMkLst>
            <pc:docMk/>
            <pc:sldMk cId="0" sldId="258"/>
            <ac:spMk id="8" creationId="{00000000-0000-0000-0000-000000000000}"/>
          </ac:spMkLst>
        </pc:spChg>
        <pc:spChg chg="mod">
          <ac:chgData name="Nirmit Shah" userId="19542b5f-727d-48fc-a6e5-31748f5f223f" providerId="ADAL" clId="{6E744BBD-6A1F-4C63-AAA4-E23759909C2A}" dt="2026-05-25T09:32:08.735" v="2530" actId="20577"/>
          <ac:spMkLst>
            <pc:docMk/>
            <pc:sldMk cId="0" sldId="258"/>
            <ac:spMk id="9" creationId="{00000000-0000-0000-0000-000000000000}"/>
          </ac:spMkLst>
        </pc:spChg>
        <pc:spChg chg="mod">
          <ac:chgData name="Nirmit Shah" userId="19542b5f-727d-48fc-a6e5-31748f5f223f" providerId="ADAL" clId="{6E744BBD-6A1F-4C63-AAA4-E23759909C2A}" dt="2026-05-22T06:59:53.215" v="187" actId="164"/>
          <ac:spMkLst>
            <pc:docMk/>
            <pc:sldMk cId="0" sldId="258"/>
            <ac:spMk id="10" creationId="{00000000-0000-0000-0000-000000000000}"/>
          </ac:spMkLst>
        </pc:spChg>
        <pc:spChg chg="mod">
          <ac:chgData name="Nirmit Shah" userId="19542b5f-727d-48fc-a6e5-31748f5f223f" providerId="ADAL" clId="{6E744BBD-6A1F-4C63-AAA4-E23759909C2A}" dt="2026-05-22T06:59:53.215" v="187" actId="164"/>
          <ac:spMkLst>
            <pc:docMk/>
            <pc:sldMk cId="0" sldId="258"/>
            <ac:spMk id="11" creationId="{00000000-0000-0000-0000-000000000000}"/>
          </ac:spMkLst>
        </pc:spChg>
        <pc:spChg chg="mod">
          <ac:chgData name="Nirmit Shah" userId="19542b5f-727d-48fc-a6e5-31748f5f223f" providerId="ADAL" clId="{6E744BBD-6A1F-4C63-AAA4-E23759909C2A}" dt="2026-05-22T07:01:30.565" v="247" actId="403"/>
          <ac:spMkLst>
            <pc:docMk/>
            <pc:sldMk cId="0" sldId="258"/>
            <ac:spMk id="12" creationId="{00000000-0000-0000-0000-000000000000}"/>
          </ac:spMkLst>
        </pc:spChg>
        <pc:spChg chg="mod">
          <ac:chgData name="Nirmit Shah" userId="19542b5f-727d-48fc-a6e5-31748f5f223f" providerId="ADAL" clId="{6E744BBD-6A1F-4C63-AAA4-E23759909C2A}" dt="2026-05-25T09:32:51.197" v="2571" actId="20577"/>
          <ac:spMkLst>
            <pc:docMk/>
            <pc:sldMk cId="0" sldId="258"/>
            <ac:spMk id="13" creationId="{00000000-0000-0000-0000-000000000000}"/>
          </ac:spMkLst>
        </pc:spChg>
        <pc:spChg chg="mod">
          <ac:chgData name="Nirmit Shah" userId="19542b5f-727d-48fc-a6e5-31748f5f223f" providerId="ADAL" clId="{6E744BBD-6A1F-4C63-AAA4-E23759909C2A}" dt="2026-05-22T07:01:48.405" v="256" actId="122"/>
          <ac:spMkLst>
            <pc:docMk/>
            <pc:sldMk cId="0" sldId="258"/>
            <ac:spMk id="16" creationId="{00000000-0000-0000-0000-000000000000}"/>
          </ac:spMkLst>
        </pc:spChg>
        <pc:spChg chg="mod">
          <ac:chgData name="Nirmit Shah" userId="19542b5f-727d-48fc-a6e5-31748f5f223f" providerId="ADAL" clId="{6E744BBD-6A1F-4C63-AAA4-E23759909C2A}" dt="2026-05-27T09:27:25.988" v="7077" actId="20577"/>
          <ac:spMkLst>
            <pc:docMk/>
            <pc:sldMk cId="0" sldId="258"/>
            <ac:spMk id="17" creationId="{00000000-0000-0000-0000-000000000000}"/>
          </ac:spMkLst>
        </pc:spChg>
        <pc:spChg chg="add del mod">
          <ac:chgData name="Nirmit Shah" userId="19542b5f-727d-48fc-a6e5-31748f5f223f" providerId="ADAL" clId="{6E744BBD-6A1F-4C63-AAA4-E23759909C2A}" dt="2026-05-27T05:19:08.188" v="6603" actId="20577"/>
          <ac:spMkLst>
            <pc:docMk/>
            <pc:sldMk cId="0" sldId="258"/>
            <ac:spMk id="18" creationId="{00000000-0000-0000-0000-000000000000}"/>
          </ac:spMkLst>
        </pc:spChg>
        <pc:grpChg chg="add mod">
          <ac:chgData name="Nirmit Shah" userId="19542b5f-727d-48fc-a6e5-31748f5f223f" providerId="ADAL" clId="{6E744BBD-6A1F-4C63-AAA4-E23759909C2A}" dt="2026-05-22T06:59:38.584" v="184" actId="164"/>
          <ac:grpSpMkLst>
            <pc:docMk/>
            <pc:sldMk cId="0" sldId="258"/>
            <ac:grpSpMk id="19" creationId="{88992883-C72D-2A89-3C71-1DD869C465AD}"/>
          </ac:grpSpMkLst>
        </pc:grpChg>
        <pc:grpChg chg="add mod">
          <ac:chgData name="Nirmit Shah" userId="19542b5f-727d-48fc-a6e5-31748f5f223f" providerId="ADAL" clId="{6E744BBD-6A1F-4C63-AAA4-E23759909C2A}" dt="2026-05-22T06:59:53.215" v="187" actId="164"/>
          <ac:grpSpMkLst>
            <pc:docMk/>
            <pc:sldMk cId="0" sldId="258"/>
            <ac:grpSpMk id="20" creationId="{77639E02-DF49-CD93-09BD-C5B82FD7901D}"/>
          </ac:grpSpMkLst>
        </pc:grpChg>
        <pc:picChg chg="add mod">
          <ac:chgData name="Nirmit Shah" userId="19542b5f-727d-48fc-a6e5-31748f5f223f" providerId="ADAL" clId="{6E744BBD-6A1F-4C63-AAA4-E23759909C2A}" dt="2026-05-22T07:08:31.976" v="568"/>
          <ac:picMkLst>
            <pc:docMk/>
            <pc:sldMk cId="0" sldId="258"/>
            <ac:picMk id="21" creationId="{6E709222-E341-A5B1-33C5-7F282C12B694}"/>
          </ac:picMkLst>
        </pc:picChg>
      </pc:sldChg>
      <pc:sldChg chg="addSp delSp modSp mod modNotesTx">
        <pc:chgData name="Nirmit Shah" userId="19542b5f-727d-48fc-a6e5-31748f5f223f" providerId="ADAL" clId="{6E744BBD-6A1F-4C63-AAA4-E23759909C2A}" dt="2026-05-27T10:14:00.127" v="7079" actId="20577"/>
        <pc:sldMkLst>
          <pc:docMk/>
          <pc:sldMk cId="0" sldId="259"/>
        </pc:sldMkLst>
        <pc:spChg chg="mod">
          <ac:chgData name="Nirmit Shah" userId="19542b5f-727d-48fc-a6e5-31748f5f223f" providerId="ADAL" clId="{6E744BBD-6A1F-4C63-AAA4-E23759909C2A}" dt="2026-05-22T07:12:56.109" v="731" actId="20577"/>
          <ac:spMkLst>
            <pc:docMk/>
            <pc:sldMk cId="0" sldId="259"/>
            <ac:spMk id="3" creationId="{00000000-0000-0000-0000-000000000000}"/>
          </ac:spMkLst>
        </pc:spChg>
        <pc:spChg chg="mod">
          <ac:chgData name="Nirmit Shah" userId="19542b5f-727d-48fc-a6e5-31748f5f223f" providerId="ADAL" clId="{6E744BBD-6A1F-4C63-AAA4-E23759909C2A}" dt="2026-05-22T09:19:20.746" v="1466" actId="20577"/>
          <ac:spMkLst>
            <pc:docMk/>
            <pc:sldMk cId="0" sldId="259"/>
            <ac:spMk id="5" creationId="{00000000-0000-0000-0000-000000000000}"/>
          </ac:spMkLst>
        </pc:spChg>
        <pc:spChg chg="mod">
          <ac:chgData name="Nirmit Shah" userId="19542b5f-727d-48fc-a6e5-31748f5f223f" providerId="ADAL" clId="{6E744BBD-6A1F-4C63-AAA4-E23759909C2A}" dt="2026-05-22T07:06:53.844" v="483"/>
          <ac:spMkLst>
            <pc:docMk/>
            <pc:sldMk cId="0" sldId="259"/>
            <ac:spMk id="6" creationId="{00000000-0000-0000-0000-000000000000}"/>
          </ac:spMkLst>
        </pc:spChg>
        <pc:spChg chg="mod">
          <ac:chgData name="Nirmit Shah" userId="19542b5f-727d-48fc-a6e5-31748f5f223f" providerId="ADAL" clId="{6E744BBD-6A1F-4C63-AAA4-E23759909C2A}" dt="2026-05-22T07:06:53.844" v="483"/>
          <ac:spMkLst>
            <pc:docMk/>
            <pc:sldMk cId="0" sldId="259"/>
            <ac:spMk id="7" creationId="{00000000-0000-0000-0000-000000000000}"/>
          </ac:spMkLst>
        </pc:spChg>
        <pc:spChg chg="mod">
          <ac:chgData name="Nirmit Shah" userId="19542b5f-727d-48fc-a6e5-31748f5f223f" providerId="ADAL" clId="{6E744BBD-6A1F-4C63-AAA4-E23759909C2A}" dt="2026-05-22T07:07:03.118" v="487" actId="20577"/>
          <ac:spMkLst>
            <pc:docMk/>
            <pc:sldMk cId="0" sldId="259"/>
            <ac:spMk id="8" creationId="{00000000-0000-0000-0000-000000000000}"/>
          </ac:spMkLst>
        </pc:spChg>
        <pc:spChg chg="mod">
          <ac:chgData name="Nirmit Shah" userId="19542b5f-727d-48fc-a6e5-31748f5f223f" providerId="ADAL" clId="{6E744BBD-6A1F-4C63-AAA4-E23759909C2A}" dt="2026-05-22T07:06:53.844" v="483"/>
          <ac:spMkLst>
            <pc:docMk/>
            <pc:sldMk cId="0" sldId="259"/>
            <ac:spMk id="9" creationId="{00000000-0000-0000-0000-000000000000}"/>
          </ac:spMkLst>
        </pc:spChg>
        <pc:spChg chg="mod">
          <ac:chgData name="Nirmit Shah" userId="19542b5f-727d-48fc-a6e5-31748f5f223f" providerId="ADAL" clId="{6E744BBD-6A1F-4C63-AAA4-E23759909C2A}" dt="2026-05-22T07:06:53.844" v="483"/>
          <ac:spMkLst>
            <pc:docMk/>
            <pc:sldMk cId="0" sldId="259"/>
            <ac:spMk id="11" creationId="{00000000-0000-0000-0000-000000000000}"/>
          </ac:spMkLst>
        </pc:spChg>
        <pc:spChg chg="mod">
          <ac:chgData name="Nirmit Shah" userId="19542b5f-727d-48fc-a6e5-31748f5f223f" providerId="ADAL" clId="{6E744BBD-6A1F-4C63-AAA4-E23759909C2A}" dt="2026-05-22T07:06:53.844" v="483"/>
          <ac:spMkLst>
            <pc:docMk/>
            <pc:sldMk cId="0" sldId="259"/>
            <ac:spMk id="12" creationId="{00000000-0000-0000-0000-000000000000}"/>
          </ac:spMkLst>
        </pc:spChg>
        <pc:spChg chg="mod">
          <ac:chgData name="Nirmit Shah" userId="19542b5f-727d-48fc-a6e5-31748f5f223f" providerId="ADAL" clId="{6E744BBD-6A1F-4C63-AAA4-E23759909C2A}" dt="2026-05-22T07:06:53.844" v="483"/>
          <ac:spMkLst>
            <pc:docMk/>
            <pc:sldMk cId="0" sldId="259"/>
            <ac:spMk id="13" creationId="{00000000-0000-0000-0000-000000000000}"/>
          </ac:spMkLst>
        </pc:spChg>
        <pc:spChg chg="mod">
          <ac:chgData name="Nirmit Shah" userId="19542b5f-727d-48fc-a6e5-31748f5f223f" providerId="ADAL" clId="{6E744BBD-6A1F-4C63-AAA4-E23759909C2A}" dt="2026-05-22T07:06:53.844" v="483"/>
          <ac:spMkLst>
            <pc:docMk/>
            <pc:sldMk cId="0" sldId="259"/>
            <ac:spMk id="14" creationId="{00000000-0000-0000-0000-000000000000}"/>
          </ac:spMkLst>
        </pc:spChg>
        <pc:spChg chg="mod">
          <ac:chgData name="Nirmit Shah" userId="19542b5f-727d-48fc-a6e5-31748f5f223f" providerId="ADAL" clId="{6E744BBD-6A1F-4C63-AAA4-E23759909C2A}" dt="2026-05-22T07:13:03.320" v="736" actId="20577"/>
          <ac:spMkLst>
            <pc:docMk/>
            <pc:sldMk cId="0" sldId="259"/>
            <ac:spMk id="15" creationId="{00000000-0000-0000-0000-000000000000}"/>
          </ac:spMkLst>
        </pc:spChg>
        <pc:spChg chg="mod">
          <ac:chgData name="Nirmit Shah" userId="19542b5f-727d-48fc-a6e5-31748f5f223f" providerId="ADAL" clId="{6E744BBD-6A1F-4C63-AAA4-E23759909C2A}" dt="2026-05-22T07:07:52.738" v="565" actId="33524"/>
          <ac:spMkLst>
            <pc:docMk/>
            <pc:sldMk cId="0" sldId="259"/>
            <ac:spMk id="16" creationId="{00000000-0000-0000-0000-000000000000}"/>
          </ac:spMkLst>
        </pc:spChg>
        <pc:spChg chg="mod">
          <ac:chgData name="Nirmit Shah" userId="19542b5f-727d-48fc-a6e5-31748f5f223f" providerId="ADAL" clId="{6E744BBD-6A1F-4C63-AAA4-E23759909C2A}" dt="2026-05-27T05:19:02.189" v="6601" actId="20577"/>
          <ac:spMkLst>
            <pc:docMk/>
            <pc:sldMk cId="0" sldId="259"/>
            <ac:spMk id="18" creationId="{00000000-0000-0000-0000-000000000000}"/>
          </ac:spMkLst>
        </pc:spChg>
        <pc:grpChg chg="mod">
          <ac:chgData name="Nirmit Shah" userId="19542b5f-727d-48fc-a6e5-31748f5f223f" providerId="ADAL" clId="{6E744BBD-6A1F-4C63-AAA4-E23759909C2A}" dt="2026-05-22T07:05:00.162" v="363" actId="12789"/>
          <ac:grpSpMkLst>
            <pc:docMk/>
            <pc:sldMk cId="0" sldId="259"/>
            <ac:grpSpMk id="19" creationId="{134C64D0-066F-05B3-DBBE-98EB612CE2AD}"/>
          </ac:grpSpMkLst>
        </pc:grpChg>
        <pc:picChg chg="add mod">
          <ac:chgData name="Nirmit Shah" userId="19542b5f-727d-48fc-a6e5-31748f5f223f" providerId="ADAL" clId="{6E744BBD-6A1F-4C63-AAA4-E23759909C2A}" dt="2026-05-22T07:08:26.997" v="566"/>
          <ac:picMkLst>
            <pc:docMk/>
            <pc:sldMk cId="0" sldId="259"/>
            <ac:picMk id="20" creationId="{BEF9954E-D9B3-7AC0-337F-83867419DBC9}"/>
          </ac:picMkLst>
        </pc:picChg>
      </pc:sldChg>
      <pc:sldChg chg="addSp modSp mod modShow">
        <pc:chgData name="Nirmit Shah" userId="19542b5f-727d-48fc-a6e5-31748f5f223f" providerId="ADAL" clId="{6E744BBD-6A1F-4C63-AAA4-E23759909C2A}" dt="2026-05-22T09:19:53.929" v="1469"/>
        <pc:sldMkLst>
          <pc:docMk/>
          <pc:sldMk cId="0" sldId="260"/>
        </pc:sldMkLst>
        <pc:spChg chg="mod">
          <ac:chgData name="Nirmit Shah" userId="19542b5f-727d-48fc-a6e5-31748f5f223f" providerId="ADAL" clId="{6E744BBD-6A1F-4C63-AAA4-E23759909C2A}" dt="2026-05-22T09:19:53.929" v="1469"/>
          <ac:spMkLst>
            <pc:docMk/>
            <pc:sldMk cId="0" sldId="260"/>
            <ac:spMk id="5" creationId="{00000000-0000-0000-0000-000000000000}"/>
          </ac:spMkLst>
        </pc:spChg>
        <pc:picChg chg="add mod">
          <ac:chgData name="Nirmit Shah" userId="19542b5f-727d-48fc-a6e5-31748f5f223f" providerId="ADAL" clId="{6E744BBD-6A1F-4C63-AAA4-E23759909C2A}" dt="2026-05-22T07:08:37.200" v="569"/>
          <ac:picMkLst>
            <pc:docMk/>
            <pc:sldMk cId="0" sldId="260"/>
            <ac:picMk id="24" creationId="{94AFFA35-8981-E371-224F-FF8DDFEB794B}"/>
          </ac:picMkLst>
        </pc:picChg>
      </pc:sldChg>
      <pc:sldChg chg="addSp delSp modSp mod modNotes modNotesTx">
        <pc:chgData name="Nirmit Shah" userId="19542b5f-727d-48fc-a6e5-31748f5f223f" providerId="ADAL" clId="{6E744BBD-6A1F-4C63-AAA4-E23759909C2A}" dt="2026-05-27T05:58:32.884" v="6822" actId="20577"/>
        <pc:sldMkLst>
          <pc:docMk/>
          <pc:sldMk cId="0" sldId="261"/>
        </pc:sldMkLst>
        <pc:spChg chg="mod">
          <ac:chgData name="Nirmit Shah" userId="19542b5f-727d-48fc-a6e5-31748f5f223f" providerId="ADAL" clId="{6E744BBD-6A1F-4C63-AAA4-E23759909C2A}" dt="2026-05-25T09:30:28.830" v="2463" actId="1035"/>
          <ac:spMkLst>
            <pc:docMk/>
            <pc:sldMk cId="0" sldId="261"/>
            <ac:spMk id="3" creationId="{00000000-0000-0000-0000-000000000000}"/>
          </ac:spMkLst>
        </pc:spChg>
        <pc:spChg chg="mod">
          <ac:chgData name="Nirmit Shah" userId="19542b5f-727d-48fc-a6e5-31748f5f223f" providerId="ADAL" clId="{6E744BBD-6A1F-4C63-AAA4-E23759909C2A}" dt="2026-05-22T07:27:35.624" v="1380" actId="20577"/>
          <ac:spMkLst>
            <pc:docMk/>
            <pc:sldMk cId="0" sldId="261"/>
            <ac:spMk id="5" creationId="{00000000-0000-0000-0000-000000000000}"/>
          </ac:spMkLst>
        </pc:spChg>
        <pc:spChg chg="mod">
          <ac:chgData name="Nirmit Shah" userId="19542b5f-727d-48fc-a6e5-31748f5f223f" providerId="ADAL" clId="{6E744BBD-6A1F-4C63-AAA4-E23759909C2A}" dt="2026-05-25T09:24:57.749" v="2413" actId="12"/>
          <ac:spMkLst>
            <pc:docMk/>
            <pc:sldMk cId="0" sldId="261"/>
            <ac:spMk id="9" creationId="{00000000-0000-0000-0000-000000000000}"/>
          </ac:spMkLst>
        </pc:spChg>
        <pc:spChg chg="mod">
          <ac:chgData name="Nirmit Shah" userId="19542b5f-727d-48fc-a6e5-31748f5f223f" providerId="ADAL" clId="{6E744BBD-6A1F-4C63-AAA4-E23759909C2A}" dt="2026-05-22T07:15:05.126" v="899" actId="404"/>
          <ac:spMkLst>
            <pc:docMk/>
            <pc:sldMk cId="0" sldId="261"/>
            <ac:spMk id="12" creationId="{00000000-0000-0000-0000-000000000000}"/>
          </ac:spMkLst>
        </pc:spChg>
        <pc:spChg chg="mod">
          <ac:chgData name="Nirmit Shah" userId="19542b5f-727d-48fc-a6e5-31748f5f223f" providerId="ADAL" clId="{6E744BBD-6A1F-4C63-AAA4-E23759909C2A}" dt="2026-05-22T07:16:21.324" v="1020" actId="20577"/>
          <ac:spMkLst>
            <pc:docMk/>
            <pc:sldMk cId="0" sldId="261"/>
            <ac:spMk id="13" creationId="{00000000-0000-0000-0000-000000000000}"/>
          </ac:spMkLst>
        </pc:spChg>
        <pc:spChg chg="mod">
          <ac:chgData name="Nirmit Shah" userId="19542b5f-727d-48fc-a6e5-31748f5f223f" providerId="ADAL" clId="{6E744BBD-6A1F-4C63-AAA4-E23759909C2A}" dt="2026-05-22T07:17:14.901" v="1059" actId="1036"/>
          <ac:spMkLst>
            <pc:docMk/>
            <pc:sldMk cId="0" sldId="261"/>
            <ac:spMk id="16" creationId="{00000000-0000-0000-0000-000000000000}"/>
          </ac:spMkLst>
        </pc:spChg>
        <pc:spChg chg="mod">
          <ac:chgData name="Nirmit Shah" userId="19542b5f-727d-48fc-a6e5-31748f5f223f" providerId="ADAL" clId="{6E744BBD-6A1F-4C63-AAA4-E23759909C2A}" dt="2026-05-22T07:24:47" v="1228" actId="403"/>
          <ac:spMkLst>
            <pc:docMk/>
            <pc:sldMk cId="0" sldId="261"/>
            <ac:spMk id="17" creationId="{00000000-0000-0000-0000-000000000000}"/>
          </ac:spMkLst>
        </pc:spChg>
        <pc:spChg chg="mod">
          <ac:chgData name="Nirmit Shah" userId="19542b5f-727d-48fc-a6e5-31748f5f223f" providerId="ADAL" clId="{6E744BBD-6A1F-4C63-AAA4-E23759909C2A}" dt="2026-05-22T07:13:58.317" v="765" actId="20577"/>
          <ac:spMkLst>
            <pc:docMk/>
            <pc:sldMk cId="0" sldId="261"/>
            <ac:spMk id="20" creationId="{00000000-0000-0000-0000-000000000000}"/>
          </ac:spMkLst>
        </pc:spChg>
        <pc:spChg chg="mod">
          <ac:chgData name="Nirmit Shah" userId="19542b5f-727d-48fc-a6e5-31748f5f223f" providerId="ADAL" clId="{6E744BBD-6A1F-4C63-AAA4-E23759909C2A}" dt="2026-05-22T07:14:42.326" v="880" actId="20577"/>
          <ac:spMkLst>
            <pc:docMk/>
            <pc:sldMk cId="0" sldId="261"/>
            <ac:spMk id="21" creationId="{00000000-0000-0000-0000-000000000000}"/>
          </ac:spMkLst>
        </pc:spChg>
        <pc:spChg chg="mod">
          <ac:chgData name="Nirmit Shah" userId="19542b5f-727d-48fc-a6e5-31748f5f223f" providerId="ADAL" clId="{6E744BBD-6A1F-4C63-AAA4-E23759909C2A}" dt="2026-05-22T07:16:51.627" v="1034" actId="20577"/>
          <ac:spMkLst>
            <pc:docMk/>
            <pc:sldMk cId="0" sldId="261"/>
            <ac:spMk id="24" creationId="{00000000-0000-0000-0000-000000000000}"/>
          </ac:spMkLst>
        </pc:spChg>
        <pc:spChg chg="mod">
          <ac:chgData name="Nirmit Shah" userId="19542b5f-727d-48fc-a6e5-31748f5f223f" providerId="ADAL" clId="{6E744BBD-6A1F-4C63-AAA4-E23759909C2A}" dt="2026-05-22T07:25:04.695" v="1247" actId="20577"/>
          <ac:spMkLst>
            <pc:docMk/>
            <pc:sldMk cId="0" sldId="261"/>
            <ac:spMk id="25" creationId="{00000000-0000-0000-0000-000000000000}"/>
          </ac:spMkLst>
        </pc:spChg>
        <pc:spChg chg="mod">
          <ac:chgData name="Nirmit Shah" userId="19542b5f-727d-48fc-a6e5-31748f5f223f" providerId="ADAL" clId="{6E744BBD-6A1F-4C63-AAA4-E23759909C2A}" dt="2026-05-22T07:26:19.334" v="1298" actId="164"/>
          <ac:spMkLst>
            <pc:docMk/>
            <pc:sldMk cId="0" sldId="261"/>
            <ac:spMk id="26" creationId="{00000000-0000-0000-0000-000000000000}"/>
          </ac:spMkLst>
        </pc:spChg>
        <pc:spChg chg="mod">
          <ac:chgData name="Nirmit Shah" userId="19542b5f-727d-48fc-a6e5-31748f5f223f" providerId="ADAL" clId="{6E744BBD-6A1F-4C63-AAA4-E23759909C2A}" dt="2026-05-22T07:26:19.334" v="1298" actId="164"/>
          <ac:spMkLst>
            <pc:docMk/>
            <pc:sldMk cId="0" sldId="261"/>
            <ac:spMk id="27" creationId="{00000000-0000-0000-0000-000000000000}"/>
          </ac:spMkLst>
        </pc:spChg>
        <pc:spChg chg="mod">
          <ac:chgData name="Nirmit Shah" userId="19542b5f-727d-48fc-a6e5-31748f5f223f" providerId="ADAL" clId="{6E744BBD-6A1F-4C63-AAA4-E23759909C2A}" dt="2026-05-22T07:27:48.726" v="1388" actId="1035"/>
          <ac:spMkLst>
            <pc:docMk/>
            <pc:sldMk cId="0" sldId="261"/>
            <ac:spMk id="28" creationId="{00000000-0000-0000-0000-000000000000}"/>
          </ac:spMkLst>
        </pc:spChg>
        <pc:spChg chg="mod">
          <ac:chgData name="Nirmit Shah" userId="19542b5f-727d-48fc-a6e5-31748f5f223f" providerId="ADAL" clId="{6E744BBD-6A1F-4C63-AAA4-E23759909C2A}" dt="2026-05-22T07:27:51.939" v="1393" actId="1035"/>
          <ac:spMkLst>
            <pc:docMk/>
            <pc:sldMk cId="0" sldId="261"/>
            <ac:spMk id="29" creationId="{00000000-0000-0000-0000-000000000000}"/>
          </ac:spMkLst>
        </pc:spChg>
        <pc:spChg chg="mod">
          <ac:chgData name="Nirmit Shah" userId="19542b5f-727d-48fc-a6e5-31748f5f223f" providerId="ADAL" clId="{6E744BBD-6A1F-4C63-AAA4-E23759909C2A}" dt="2026-05-22T07:26:58.583" v="1340" actId="1076"/>
          <ac:spMkLst>
            <pc:docMk/>
            <pc:sldMk cId="0" sldId="261"/>
            <ac:spMk id="30" creationId="{00000000-0000-0000-0000-000000000000}"/>
          </ac:spMkLst>
        </pc:spChg>
        <pc:spChg chg="mod">
          <ac:chgData name="Nirmit Shah" userId="19542b5f-727d-48fc-a6e5-31748f5f223f" providerId="ADAL" clId="{6E744BBD-6A1F-4C63-AAA4-E23759909C2A}" dt="2026-05-27T05:18:53.970" v="6599" actId="20577"/>
          <ac:spMkLst>
            <pc:docMk/>
            <pc:sldMk cId="0" sldId="261"/>
            <ac:spMk id="31" creationId="{00000000-0000-0000-0000-000000000000}"/>
          </ac:spMkLst>
        </pc:spChg>
        <pc:grpChg chg="add mod">
          <ac:chgData name="Nirmit Shah" userId="19542b5f-727d-48fc-a6e5-31748f5f223f" providerId="ADAL" clId="{6E744BBD-6A1F-4C63-AAA4-E23759909C2A}" dt="2026-05-22T07:26:19.334" v="1298" actId="164"/>
          <ac:grpSpMkLst>
            <pc:docMk/>
            <pc:sldMk cId="0" sldId="261"/>
            <ac:grpSpMk id="33" creationId="{7D399EE4-EC2A-6989-8B97-09CA142B5693}"/>
          </ac:grpSpMkLst>
        </pc:grpChg>
        <pc:picChg chg="add mod">
          <ac:chgData name="Nirmit Shah" userId="19542b5f-727d-48fc-a6e5-31748f5f223f" providerId="ADAL" clId="{6E744BBD-6A1F-4C63-AAA4-E23759909C2A}" dt="2026-05-22T07:08:40.321" v="570"/>
          <ac:picMkLst>
            <pc:docMk/>
            <pc:sldMk cId="0" sldId="261"/>
            <ac:picMk id="32" creationId="{552EABA1-EFDD-B7B5-AB7F-2113E5446A75}"/>
          </ac:picMkLst>
        </pc:picChg>
      </pc:sldChg>
      <pc:sldChg chg="addSp modSp mod modNotes modNotesTx">
        <pc:chgData name="Nirmit Shah" userId="19542b5f-727d-48fc-a6e5-31748f5f223f" providerId="ADAL" clId="{6E744BBD-6A1F-4C63-AAA4-E23759909C2A}" dt="2026-05-27T05:59:37.446" v="6825" actId="20577"/>
        <pc:sldMkLst>
          <pc:docMk/>
          <pc:sldMk cId="0" sldId="262"/>
        </pc:sldMkLst>
        <pc:spChg chg="mod">
          <ac:chgData name="Nirmit Shah" userId="19542b5f-727d-48fc-a6e5-31748f5f223f" providerId="ADAL" clId="{6E744BBD-6A1F-4C63-AAA4-E23759909C2A}" dt="2026-05-22T09:16:52.658" v="1411" actId="1035"/>
          <ac:spMkLst>
            <pc:docMk/>
            <pc:sldMk cId="0" sldId="262"/>
            <ac:spMk id="3" creationId="{00000000-0000-0000-0000-000000000000}"/>
          </ac:spMkLst>
        </pc:spChg>
        <pc:spChg chg="mod">
          <ac:chgData name="Nirmit Shah" userId="19542b5f-727d-48fc-a6e5-31748f5f223f" providerId="ADAL" clId="{6E744BBD-6A1F-4C63-AAA4-E23759909C2A}" dt="2026-05-22T09:19:53.929" v="1469"/>
          <ac:spMkLst>
            <pc:docMk/>
            <pc:sldMk cId="0" sldId="262"/>
            <ac:spMk id="5" creationId="{00000000-0000-0000-0000-000000000000}"/>
          </ac:spMkLst>
        </pc:spChg>
        <pc:spChg chg="mod">
          <ac:chgData name="Nirmit Shah" userId="19542b5f-727d-48fc-a6e5-31748f5f223f" providerId="ADAL" clId="{6E744BBD-6A1F-4C63-AAA4-E23759909C2A}" dt="2026-05-22T09:20:11.525" v="1492" actId="20577"/>
          <ac:spMkLst>
            <pc:docMk/>
            <pc:sldMk cId="0" sldId="262"/>
            <ac:spMk id="8" creationId="{00000000-0000-0000-0000-000000000000}"/>
          </ac:spMkLst>
        </pc:spChg>
        <pc:spChg chg="mod">
          <ac:chgData name="Nirmit Shah" userId="19542b5f-727d-48fc-a6e5-31748f5f223f" providerId="ADAL" clId="{6E744BBD-6A1F-4C63-AAA4-E23759909C2A}" dt="2026-05-22T09:21:07.637" v="1517" actId="404"/>
          <ac:spMkLst>
            <pc:docMk/>
            <pc:sldMk cId="0" sldId="262"/>
            <ac:spMk id="9" creationId="{00000000-0000-0000-0000-000000000000}"/>
          </ac:spMkLst>
        </pc:spChg>
        <pc:spChg chg="mod">
          <ac:chgData name="Nirmit Shah" userId="19542b5f-727d-48fc-a6e5-31748f5f223f" providerId="ADAL" clId="{6E744BBD-6A1F-4C63-AAA4-E23759909C2A}" dt="2026-05-22T09:20:53.727" v="1510" actId="108"/>
          <ac:spMkLst>
            <pc:docMk/>
            <pc:sldMk cId="0" sldId="262"/>
            <ac:spMk id="10" creationId="{00000000-0000-0000-0000-000000000000}"/>
          </ac:spMkLst>
        </pc:spChg>
        <pc:spChg chg="mod">
          <ac:chgData name="Nirmit Shah" userId="19542b5f-727d-48fc-a6e5-31748f5f223f" providerId="ADAL" clId="{6E744BBD-6A1F-4C63-AAA4-E23759909C2A}" dt="2026-05-22T09:20:24.024" v="1507" actId="20577"/>
          <ac:spMkLst>
            <pc:docMk/>
            <pc:sldMk cId="0" sldId="262"/>
            <ac:spMk id="12" creationId="{00000000-0000-0000-0000-000000000000}"/>
          </ac:spMkLst>
        </pc:spChg>
        <pc:spChg chg="mod">
          <ac:chgData name="Nirmit Shah" userId="19542b5f-727d-48fc-a6e5-31748f5f223f" providerId="ADAL" clId="{6E744BBD-6A1F-4C63-AAA4-E23759909C2A}" dt="2026-05-22T09:26:04.416" v="1767" actId="20577"/>
          <ac:spMkLst>
            <pc:docMk/>
            <pc:sldMk cId="0" sldId="262"/>
            <ac:spMk id="13" creationId="{00000000-0000-0000-0000-000000000000}"/>
          </ac:spMkLst>
        </pc:spChg>
        <pc:spChg chg="mod">
          <ac:chgData name="Nirmit Shah" userId="19542b5f-727d-48fc-a6e5-31748f5f223f" providerId="ADAL" clId="{6E744BBD-6A1F-4C63-AAA4-E23759909C2A}" dt="2026-05-27T05:18:47.647" v="6597" actId="20577"/>
          <ac:spMkLst>
            <pc:docMk/>
            <pc:sldMk cId="0" sldId="262"/>
            <ac:spMk id="14" creationId="{00000000-0000-0000-0000-000000000000}"/>
          </ac:spMkLst>
        </pc:spChg>
        <pc:picChg chg="add mod">
          <ac:chgData name="Nirmit Shah" userId="19542b5f-727d-48fc-a6e5-31748f5f223f" providerId="ADAL" clId="{6E744BBD-6A1F-4C63-AAA4-E23759909C2A}" dt="2026-05-22T07:08:43.332" v="571"/>
          <ac:picMkLst>
            <pc:docMk/>
            <pc:sldMk cId="0" sldId="262"/>
            <ac:picMk id="15" creationId="{8DFB4599-E183-6C2C-04AE-BC822D5E5A6E}"/>
          </ac:picMkLst>
        </pc:picChg>
      </pc:sldChg>
      <pc:sldChg chg="addSp modSp mod modNotes modNotesTx">
        <pc:chgData name="Nirmit Shah" userId="19542b5f-727d-48fc-a6e5-31748f5f223f" providerId="ADAL" clId="{6E744BBD-6A1F-4C63-AAA4-E23759909C2A}" dt="2026-05-27T10:24:37.195" v="7099" actId="20577"/>
        <pc:sldMkLst>
          <pc:docMk/>
          <pc:sldMk cId="0" sldId="263"/>
        </pc:sldMkLst>
        <pc:spChg chg="mod">
          <ac:chgData name="Nirmit Shah" userId="19542b5f-727d-48fc-a6e5-31748f5f223f" providerId="ADAL" clId="{6E744BBD-6A1F-4C63-AAA4-E23759909C2A}" dt="2026-05-22T09:21:44.088" v="1533" actId="1036"/>
          <ac:spMkLst>
            <pc:docMk/>
            <pc:sldMk cId="0" sldId="263"/>
            <ac:spMk id="3" creationId="{00000000-0000-0000-0000-000000000000}"/>
          </ac:spMkLst>
        </pc:spChg>
        <pc:spChg chg="mod">
          <ac:chgData name="Nirmit Shah" userId="19542b5f-727d-48fc-a6e5-31748f5f223f" providerId="ADAL" clId="{6E744BBD-6A1F-4C63-AAA4-E23759909C2A}" dt="2026-05-22T09:19:53.929" v="1469"/>
          <ac:spMkLst>
            <pc:docMk/>
            <pc:sldMk cId="0" sldId="263"/>
            <ac:spMk id="5" creationId="{00000000-0000-0000-0000-000000000000}"/>
          </ac:spMkLst>
        </pc:spChg>
        <pc:spChg chg="mod">
          <ac:chgData name="Nirmit Shah" userId="19542b5f-727d-48fc-a6e5-31748f5f223f" providerId="ADAL" clId="{6E744BBD-6A1F-4C63-AAA4-E23759909C2A}" dt="2026-05-22T09:21:57.987" v="1536" actId="403"/>
          <ac:spMkLst>
            <pc:docMk/>
            <pc:sldMk cId="0" sldId="263"/>
            <ac:spMk id="8" creationId="{00000000-0000-0000-0000-000000000000}"/>
          </ac:spMkLst>
        </pc:spChg>
        <pc:spChg chg="mod">
          <ac:chgData name="Nirmit Shah" userId="19542b5f-727d-48fc-a6e5-31748f5f223f" providerId="ADAL" clId="{6E744BBD-6A1F-4C63-AAA4-E23759909C2A}" dt="2026-05-22T09:26:13.422" v="1782" actId="20577"/>
          <ac:spMkLst>
            <pc:docMk/>
            <pc:sldMk cId="0" sldId="263"/>
            <ac:spMk id="9" creationId="{00000000-0000-0000-0000-000000000000}"/>
          </ac:spMkLst>
        </pc:spChg>
        <pc:spChg chg="mod">
          <ac:chgData name="Nirmit Shah" userId="19542b5f-727d-48fc-a6e5-31748f5f223f" providerId="ADAL" clId="{6E744BBD-6A1F-4C63-AAA4-E23759909C2A}" dt="2026-05-22T09:21:57.987" v="1536" actId="403"/>
          <ac:spMkLst>
            <pc:docMk/>
            <pc:sldMk cId="0" sldId="263"/>
            <ac:spMk id="12" creationId="{00000000-0000-0000-0000-000000000000}"/>
          </ac:spMkLst>
        </pc:spChg>
        <pc:spChg chg="mod">
          <ac:chgData name="Nirmit Shah" userId="19542b5f-727d-48fc-a6e5-31748f5f223f" providerId="ADAL" clId="{6E744BBD-6A1F-4C63-AAA4-E23759909C2A}" dt="2026-05-22T09:22:36.448" v="1566" actId="20577"/>
          <ac:spMkLst>
            <pc:docMk/>
            <pc:sldMk cId="0" sldId="263"/>
            <ac:spMk id="13" creationId="{00000000-0000-0000-0000-000000000000}"/>
          </ac:spMkLst>
        </pc:spChg>
        <pc:spChg chg="mod">
          <ac:chgData name="Nirmit Shah" userId="19542b5f-727d-48fc-a6e5-31748f5f223f" providerId="ADAL" clId="{6E744BBD-6A1F-4C63-AAA4-E23759909C2A}" dt="2026-05-22T09:21:57.987" v="1536" actId="403"/>
          <ac:spMkLst>
            <pc:docMk/>
            <pc:sldMk cId="0" sldId="263"/>
            <ac:spMk id="16" creationId="{00000000-0000-0000-0000-000000000000}"/>
          </ac:spMkLst>
        </pc:spChg>
        <pc:spChg chg="mod">
          <ac:chgData name="Nirmit Shah" userId="19542b5f-727d-48fc-a6e5-31748f5f223f" providerId="ADAL" clId="{6E744BBD-6A1F-4C63-AAA4-E23759909C2A}" dt="2026-05-22T09:29:37.317" v="2154" actId="20577"/>
          <ac:spMkLst>
            <pc:docMk/>
            <pc:sldMk cId="0" sldId="263"/>
            <ac:spMk id="17" creationId="{00000000-0000-0000-0000-000000000000}"/>
          </ac:spMkLst>
        </pc:spChg>
        <pc:spChg chg="mod">
          <ac:chgData name="Nirmit Shah" userId="19542b5f-727d-48fc-a6e5-31748f5f223f" providerId="ADAL" clId="{6E744BBD-6A1F-4C63-AAA4-E23759909C2A}" dt="2026-05-22T09:21:57.987" v="1536" actId="403"/>
          <ac:spMkLst>
            <pc:docMk/>
            <pc:sldMk cId="0" sldId="263"/>
            <ac:spMk id="20" creationId="{00000000-0000-0000-0000-000000000000}"/>
          </ac:spMkLst>
        </pc:spChg>
        <pc:spChg chg="mod">
          <ac:chgData name="Nirmit Shah" userId="19542b5f-727d-48fc-a6e5-31748f5f223f" providerId="ADAL" clId="{6E744BBD-6A1F-4C63-AAA4-E23759909C2A}" dt="2026-05-27T10:24:37.195" v="7099" actId="20577"/>
          <ac:spMkLst>
            <pc:docMk/>
            <pc:sldMk cId="0" sldId="263"/>
            <ac:spMk id="21" creationId="{00000000-0000-0000-0000-000000000000}"/>
          </ac:spMkLst>
        </pc:spChg>
        <pc:spChg chg="mod">
          <ac:chgData name="Nirmit Shah" userId="19542b5f-727d-48fc-a6e5-31748f5f223f" providerId="ADAL" clId="{6E744BBD-6A1F-4C63-AAA4-E23759909C2A}" dt="2026-05-22T09:21:57.987" v="1536" actId="403"/>
          <ac:spMkLst>
            <pc:docMk/>
            <pc:sldMk cId="0" sldId="263"/>
            <ac:spMk id="24" creationId="{00000000-0000-0000-0000-000000000000}"/>
          </ac:spMkLst>
        </pc:spChg>
        <pc:spChg chg="mod">
          <ac:chgData name="Nirmit Shah" userId="19542b5f-727d-48fc-a6e5-31748f5f223f" providerId="ADAL" clId="{6E744BBD-6A1F-4C63-AAA4-E23759909C2A}" dt="2026-05-22T09:26:27.829" v="1816" actId="20577"/>
          <ac:spMkLst>
            <pc:docMk/>
            <pc:sldMk cId="0" sldId="263"/>
            <ac:spMk id="25" creationId="{00000000-0000-0000-0000-000000000000}"/>
          </ac:spMkLst>
        </pc:spChg>
        <pc:spChg chg="mod">
          <ac:chgData name="Nirmit Shah" userId="19542b5f-727d-48fc-a6e5-31748f5f223f" providerId="ADAL" clId="{6E744BBD-6A1F-4C63-AAA4-E23759909C2A}" dt="2026-05-22T09:21:57.987" v="1536" actId="403"/>
          <ac:spMkLst>
            <pc:docMk/>
            <pc:sldMk cId="0" sldId="263"/>
            <ac:spMk id="28" creationId="{00000000-0000-0000-0000-000000000000}"/>
          </ac:spMkLst>
        </pc:spChg>
        <pc:spChg chg="mod">
          <ac:chgData name="Nirmit Shah" userId="19542b5f-727d-48fc-a6e5-31748f5f223f" providerId="ADAL" clId="{6E744BBD-6A1F-4C63-AAA4-E23759909C2A}" dt="2026-05-22T09:29:49.930" v="2175" actId="20577"/>
          <ac:spMkLst>
            <pc:docMk/>
            <pc:sldMk cId="0" sldId="263"/>
            <ac:spMk id="29" creationId="{00000000-0000-0000-0000-000000000000}"/>
          </ac:spMkLst>
        </pc:spChg>
        <pc:spChg chg="mod">
          <ac:chgData name="Nirmit Shah" userId="19542b5f-727d-48fc-a6e5-31748f5f223f" providerId="ADAL" clId="{6E744BBD-6A1F-4C63-AAA4-E23759909C2A}" dt="2026-05-27T05:18:41.440" v="6595" actId="20577"/>
          <ac:spMkLst>
            <pc:docMk/>
            <pc:sldMk cId="0" sldId="263"/>
            <ac:spMk id="30" creationId="{00000000-0000-0000-0000-000000000000}"/>
          </ac:spMkLst>
        </pc:spChg>
        <pc:picChg chg="add mod">
          <ac:chgData name="Nirmit Shah" userId="19542b5f-727d-48fc-a6e5-31748f5f223f" providerId="ADAL" clId="{6E744BBD-6A1F-4C63-AAA4-E23759909C2A}" dt="2026-05-22T07:08:44.925" v="572"/>
          <ac:picMkLst>
            <pc:docMk/>
            <pc:sldMk cId="0" sldId="263"/>
            <ac:picMk id="31" creationId="{40F4CCEA-32D9-4DC8-E064-5DCF607CA425}"/>
          </ac:picMkLst>
        </pc:picChg>
      </pc:sldChg>
      <pc:sldChg chg="addSp delSp modSp mod modNotes modNotesTx">
        <pc:chgData name="Nirmit Shah" userId="19542b5f-727d-48fc-a6e5-31748f5f223f" providerId="ADAL" clId="{6E744BBD-6A1F-4C63-AAA4-E23759909C2A}" dt="2026-05-27T06:02:14.052" v="6836" actId="20577"/>
        <pc:sldMkLst>
          <pc:docMk/>
          <pc:sldMk cId="0" sldId="264"/>
        </pc:sldMkLst>
        <pc:spChg chg="mod">
          <ac:chgData name="Nirmit Shah" userId="19542b5f-727d-48fc-a6e5-31748f5f223f" providerId="ADAL" clId="{6E744BBD-6A1F-4C63-AAA4-E23759909C2A}" dt="2026-05-22T09:32:57.293" v="2342" actId="1076"/>
          <ac:spMkLst>
            <pc:docMk/>
            <pc:sldMk cId="0" sldId="264"/>
            <ac:spMk id="3" creationId="{00000000-0000-0000-0000-000000000000}"/>
          </ac:spMkLst>
        </pc:spChg>
        <pc:spChg chg="mod">
          <ac:chgData name="Nirmit Shah" userId="19542b5f-727d-48fc-a6e5-31748f5f223f" providerId="ADAL" clId="{6E744BBD-6A1F-4C63-AAA4-E23759909C2A}" dt="2026-05-22T09:19:53.929" v="1469"/>
          <ac:spMkLst>
            <pc:docMk/>
            <pc:sldMk cId="0" sldId="264"/>
            <ac:spMk id="5" creationId="{00000000-0000-0000-0000-000000000000}"/>
          </ac:spMkLst>
        </pc:spChg>
        <pc:spChg chg="mod">
          <ac:chgData name="Nirmit Shah" userId="19542b5f-727d-48fc-a6e5-31748f5f223f" providerId="ADAL" clId="{6E744BBD-6A1F-4C63-AAA4-E23759909C2A}" dt="2026-05-22T09:31:23.171" v="2218" actId="20578"/>
          <ac:spMkLst>
            <pc:docMk/>
            <pc:sldMk cId="0" sldId="264"/>
            <ac:spMk id="6" creationId="{00000000-0000-0000-0000-000000000000}"/>
          </ac:spMkLst>
        </pc:spChg>
        <pc:spChg chg="mod">
          <ac:chgData name="Nirmit Shah" userId="19542b5f-727d-48fc-a6e5-31748f5f223f" providerId="ADAL" clId="{6E744BBD-6A1F-4C63-AAA4-E23759909C2A}" dt="2026-05-22T09:31:23.171" v="2218" actId="20578"/>
          <ac:spMkLst>
            <pc:docMk/>
            <pc:sldMk cId="0" sldId="264"/>
            <ac:spMk id="7" creationId="{00000000-0000-0000-0000-000000000000}"/>
          </ac:spMkLst>
        </pc:spChg>
        <pc:spChg chg="mod">
          <ac:chgData name="Nirmit Shah" userId="19542b5f-727d-48fc-a6e5-31748f5f223f" providerId="ADAL" clId="{6E744BBD-6A1F-4C63-AAA4-E23759909C2A}" dt="2026-05-22T09:32:29.729" v="2252" actId="404"/>
          <ac:spMkLst>
            <pc:docMk/>
            <pc:sldMk cId="0" sldId="264"/>
            <ac:spMk id="8" creationId="{00000000-0000-0000-0000-000000000000}"/>
          </ac:spMkLst>
        </pc:spChg>
        <pc:spChg chg="mod">
          <ac:chgData name="Nirmit Shah" userId="19542b5f-727d-48fc-a6e5-31748f5f223f" providerId="ADAL" clId="{6E744BBD-6A1F-4C63-AAA4-E23759909C2A}" dt="2026-05-22T09:31:23.171" v="2218" actId="20578"/>
          <ac:spMkLst>
            <pc:docMk/>
            <pc:sldMk cId="0" sldId="264"/>
            <ac:spMk id="9" creationId="{00000000-0000-0000-0000-000000000000}"/>
          </ac:spMkLst>
        </pc:spChg>
        <pc:spChg chg="mod">
          <ac:chgData name="Nirmit Shah" userId="19542b5f-727d-48fc-a6e5-31748f5f223f" providerId="ADAL" clId="{6E744BBD-6A1F-4C63-AAA4-E23759909C2A}" dt="2026-05-22T09:31:23.171" v="2218" actId="20578"/>
          <ac:spMkLst>
            <pc:docMk/>
            <pc:sldMk cId="0" sldId="264"/>
            <ac:spMk id="10" creationId="{00000000-0000-0000-0000-000000000000}"/>
          </ac:spMkLst>
        </pc:spChg>
        <pc:spChg chg="mod">
          <ac:chgData name="Nirmit Shah" userId="19542b5f-727d-48fc-a6e5-31748f5f223f" providerId="ADAL" clId="{6E744BBD-6A1F-4C63-AAA4-E23759909C2A}" dt="2026-05-22T09:31:23.171" v="2218" actId="20578"/>
          <ac:spMkLst>
            <pc:docMk/>
            <pc:sldMk cId="0" sldId="264"/>
            <ac:spMk id="11" creationId="{00000000-0000-0000-0000-000000000000}"/>
          </ac:spMkLst>
        </pc:spChg>
        <pc:spChg chg="mod">
          <ac:chgData name="Nirmit Shah" userId="19542b5f-727d-48fc-a6e5-31748f5f223f" providerId="ADAL" clId="{6E744BBD-6A1F-4C63-AAA4-E23759909C2A}" dt="2026-05-22T09:31:23.171" v="2218" actId="20578"/>
          <ac:spMkLst>
            <pc:docMk/>
            <pc:sldMk cId="0" sldId="264"/>
            <ac:spMk id="12" creationId="{00000000-0000-0000-0000-000000000000}"/>
          </ac:spMkLst>
        </pc:spChg>
        <pc:spChg chg="mod">
          <ac:chgData name="Nirmit Shah" userId="19542b5f-727d-48fc-a6e5-31748f5f223f" providerId="ADAL" clId="{6E744BBD-6A1F-4C63-AAA4-E23759909C2A}" dt="2026-05-22T09:32:31.425" v="2253" actId="404"/>
          <ac:spMkLst>
            <pc:docMk/>
            <pc:sldMk cId="0" sldId="264"/>
            <ac:spMk id="13" creationId="{00000000-0000-0000-0000-000000000000}"/>
          </ac:spMkLst>
        </pc:spChg>
        <pc:spChg chg="mod">
          <ac:chgData name="Nirmit Shah" userId="19542b5f-727d-48fc-a6e5-31748f5f223f" providerId="ADAL" clId="{6E744BBD-6A1F-4C63-AAA4-E23759909C2A}" dt="2026-05-22T09:31:23.171" v="2218" actId="20578"/>
          <ac:spMkLst>
            <pc:docMk/>
            <pc:sldMk cId="0" sldId="264"/>
            <ac:spMk id="14" creationId="{00000000-0000-0000-0000-000000000000}"/>
          </ac:spMkLst>
        </pc:spChg>
        <pc:spChg chg="mod">
          <ac:chgData name="Nirmit Shah" userId="19542b5f-727d-48fc-a6e5-31748f5f223f" providerId="ADAL" clId="{6E744BBD-6A1F-4C63-AAA4-E23759909C2A}" dt="2026-05-22T09:31:24.794" v="2220" actId="403"/>
          <ac:spMkLst>
            <pc:docMk/>
            <pc:sldMk cId="0" sldId="264"/>
            <ac:spMk id="15" creationId="{00000000-0000-0000-0000-000000000000}"/>
          </ac:spMkLst>
        </pc:spChg>
        <pc:spChg chg="mod">
          <ac:chgData name="Nirmit Shah" userId="19542b5f-727d-48fc-a6e5-31748f5f223f" providerId="ADAL" clId="{6E744BBD-6A1F-4C63-AAA4-E23759909C2A}" dt="2026-05-22T09:24:29.248" v="1647" actId="164"/>
          <ac:spMkLst>
            <pc:docMk/>
            <pc:sldMk cId="0" sldId="264"/>
            <ac:spMk id="16" creationId="{00000000-0000-0000-0000-000000000000}"/>
          </ac:spMkLst>
        </pc:spChg>
        <pc:spChg chg="mod">
          <ac:chgData name="Nirmit Shah" userId="19542b5f-727d-48fc-a6e5-31748f5f223f" providerId="ADAL" clId="{6E744BBD-6A1F-4C63-AAA4-E23759909C2A}" dt="2026-05-22T09:24:29.248" v="1647" actId="164"/>
          <ac:spMkLst>
            <pc:docMk/>
            <pc:sldMk cId="0" sldId="264"/>
            <ac:spMk id="17" creationId="{00000000-0000-0000-0000-000000000000}"/>
          </ac:spMkLst>
        </pc:spChg>
        <pc:spChg chg="mod">
          <ac:chgData name="Nirmit Shah" userId="19542b5f-727d-48fc-a6e5-31748f5f223f" providerId="ADAL" clId="{6E744BBD-6A1F-4C63-AAA4-E23759909C2A}" dt="2026-05-22T09:32:33.830" v="2256" actId="403"/>
          <ac:spMkLst>
            <pc:docMk/>
            <pc:sldMk cId="0" sldId="264"/>
            <ac:spMk id="18" creationId="{00000000-0000-0000-0000-000000000000}"/>
          </ac:spMkLst>
        </pc:spChg>
        <pc:spChg chg="mod">
          <ac:chgData name="Nirmit Shah" userId="19542b5f-727d-48fc-a6e5-31748f5f223f" providerId="ADAL" clId="{6E744BBD-6A1F-4C63-AAA4-E23759909C2A}" dt="2026-05-22T09:31:30.048" v="2224" actId="403"/>
          <ac:spMkLst>
            <pc:docMk/>
            <pc:sldMk cId="0" sldId="264"/>
            <ac:spMk id="19" creationId="{00000000-0000-0000-0000-000000000000}"/>
          </ac:spMkLst>
        </pc:spChg>
        <pc:spChg chg="mod">
          <ac:chgData name="Nirmit Shah" userId="19542b5f-727d-48fc-a6e5-31748f5f223f" providerId="ADAL" clId="{6E744BBD-6A1F-4C63-AAA4-E23759909C2A}" dt="2026-05-22T09:31:27.397" v="2222" actId="403"/>
          <ac:spMkLst>
            <pc:docMk/>
            <pc:sldMk cId="0" sldId="264"/>
            <ac:spMk id="20" creationId="{00000000-0000-0000-0000-000000000000}"/>
          </ac:spMkLst>
        </pc:spChg>
        <pc:spChg chg="mod">
          <ac:chgData name="Nirmit Shah" userId="19542b5f-727d-48fc-a6e5-31748f5f223f" providerId="ADAL" clId="{6E744BBD-6A1F-4C63-AAA4-E23759909C2A}" dt="2026-05-22T09:24:40.605" v="1649" actId="164"/>
          <ac:spMkLst>
            <pc:docMk/>
            <pc:sldMk cId="0" sldId="264"/>
            <ac:spMk id="21" creationId="{00000000-0000-0000-0000-000000000000}"/>
          </ac:spMkLst>
        </pc:spChg>
        <pc:spChg chg="mod">
          <ac:chgData name="Nirmit Shah" userId="19542b5f-727d-48fc-a6e5-31748f5f223f" providerId="ADAL" clId="{6E744BBD-6A1F-4C63-AAA4-E23759909C2A}" dt="2026-05-22T09:24:40.605" v="1649" actId="164"/>
          <ac:spMkLst>
            <pc:docMk/>
            <pc:sldMk cId="0" sldId="264"/>
            <ac:spMk id="22" creationId="{00000000-0000-0000-0000-000000000000}"/>
          </ac:spMkLst>
        </pc:spChg>
        <pc:spChg chg="mod">
          <ac:chgData name="Nirmit Shah" userId="19542b5f-727d-48fc-a6e5-31748f5f223f" providerId="ADAL" clId="{6E744BBD-6A1F-4C63-AAA4-E23759909C2A}" dt="2026-05-22T09:32:04.484" v="2237" actId="404"/>
          <ac:spMkLst>
            <pc:docMk/>
            <pc:sldMk cId="0" sldId="264"/>
            <ac:spMk id="23" creationId="{00000000-0000-0000-0000-000000000000}"/>
          </ac:spMkLst>
        </pc:spChg>
        <pc:spChg chg="mod">
          <ac:chgData name="Nirmit Shah" userId="19542b5f-727d-48fc-a6e5-31748f5f223f" providerId="ADAL" clId="{6E744BBD-6A1F-4C63-AAA4-E23759909C2A}" dt="2026-05-22T09:31:41.636" v="2232" actId="403"/>
          <ac:spMkLst>
            <pc:docMk/>
            <pc:sldMk cId="0" sldId="264"/>
            <ac:spMk id="24" creationId="{00000000-0000-0000-0000-000000000000}"/>
          </ac:spMkLst>
        </pc:spChg>
        <pc:spChg chg="mod">
          <ac:chgData name="Nirmit Shah" userId="19542b5f-727d-48fc-a6e5-31748f5f223f" providerId="ADAL" clId="{6E744BBD-6A1F-4C63-AAA4-E23759909C2A}" dt="2026-05-22T09:31:39.077" v="2230" actId="403"/>
          <ac:spMkLst>
            <pc:docMk/>
            <pc:sldMk cId="0" sldId="264"/>
            <ac:spMk id="25" creationId="{00000000-0000-0000-0000-000000000000}"/>
          </ac:spMkLst>
        </pc:spChg>
        <pc:spChg chg="mod">
          <ac:chgData name="Nirmit Shah" userId="19542b5f-727d-48fc-a6e5-31748f5f223f" providerId="ADAL" clId="{6E744BBD-6A1F-4C63-AAA4-E23759909C2A}" dt="2026-05-22T09:24:36.371" v="1648" actId="164"/>
          <ac:spMkLst>
            <pc:docMk/>
            <pc:sldMk cId="0" sldId="264"/>
            <ac:spMk id="26" creationId="{00000000-0000-0000-0000-000000000000}"/>
          </ac:spMkLst>
        </pc:spChg>
        <pc:spChg chg="mod">
          <ac:chgData name="Nirmit Shah" userId="19542b5f-727d-48fc-a6e5-31748f5f223f" providerId="ADAL" clId="{6E744BBD-6A1F-4C63-AAA4-E23759909C2A}" dt="2026-05-22T09:24:36.371" v="1648" actId="164"/>
          <ac:spMkLst>
            <pc:docMk/>
            <pc:sldMk cId="0" sldId="264"/>
            <ac:spMk id="27" creationId="{00000000-0000-0000-0000-000000000000}"/>
          </ac:spMkLst>
        </pc:spChg>
        <pc:spChg chg="mod">
          <ac:chgData name="Nirmit Shah" userId="19542b5f-727d-48fc-a6e5-31748f5f223f" providerId="ADAL" clId="{6E744BBD-6A1F-4C63-AAA4-E23759909C2A}" dt="2026-05-22T09:32:27.651" v="2251" actId="403"/>
          <ac:spMkLst>
            <pc:docMk/>
            <pc:sldMk cId="0" sldId="264"/>
            <ac:spMk id="28" creationId="{00000000-0000-0000-0000-000000000000}"/>
          </ac:spMkLst>
        </pc:spChg>
        <pc:spChg chg="mod">
          <ac:chgData name="Nirmit Shah" userId="19542b5f-727d-48fc-a6e5-31748f5f223f" providerId="ADAL" clId="{6E744BBD-6A1F-4C63-AAA4-E23759909C2A}" dt="2026-05-22T09:31:33.246" v="2226" actId="403"/>
          <ac:spMkLst>
            <pc:docMk/>
            <pc:sldMk cId="0" sldId="264"/>
            <ac:spMk id="29" creationId="{00000000-0000-0000-0000-000000000000}"/>
          </ac:spMkLst>
        </pc:spChg>
        <pc:spChg chg="mod">
          <ac:chgData name="Nirmit Shah" userId="19542b5f-727d-48fc-a6e5-31748f5f223f" providerId="ADAL" clId="{6E744BBD-6A1F-4C63-AAA4-E23759909C2A}" dt="2026-05-22T09:31:35.366" v="2228" actId="403"/>
          <ac:spMkLst>
            <pc:docMk/>
            <pc:sldMk cId="0" sldId="264"/>
            <ac:spMk id="30" creationId="{00000000-0000-0000-0000-000000000000}"/>
          </ac:spMkLst>
        </pc:spChg>
        <pc:spChg chg="mod">
          <ac:chgData name="Nirmit Shah" userId="19542b5f-727d-48fc-a6e5-31748f5f223f" providerId="ADAL" clId="{6E744BBD-6A1F-4C63-AAA4-E23759909C2A}" dt="2026-05-27T05:18:35.455" v="6593" actId="20577"/>
          <ac:spMkLst>
            <pc:docMk/>
            <pc:sldMk cId="0" sldId="264"/>
            <ac:spMk id="31" creationId="{00000000-0000-0000-0000-000000000000}"/>
          </ac:spMkLst>
        </pc:spChg>
        <pc:spChg chg="add mod">
          <ac:chgData name="Nirmit Shah" userId="19542b5f-727d-48fc-a6e5-31748f5f223f" providerId="ADAL" clId="{6E744BBD-6A1F-4C63-AAA4-E23759909C2A}" dt="2026-05-22T09:33:28.254" v="2361" actId="1037"/>
          <ac:spMkLst>
            <pc:docMk/>
            <pc:sldMk cId="0" sldId="264"/>
            <ac:spMk id="39" creationId="{BF854A0E-087B-A2A6-F092-4CE19770E4ED}"/>
          </ac:spMkLst>
        </pc:spChg>
        <pc:grpChg chg="add mod">
          <ac:chgData name="Nirmit Shah" userId="19542b5f-727d-48fc-a6e5-31748f5f223f" providerId="ADAL" clId="{6E744BBD-6A1F-4C63-AAA4-E23759909C2A}" dt="2026-05-22T09:24:04.797" v="1643" actId="164"/>
          <ac:grpSpMkLst>
            <pc:docMk/>
            <pc:sldMk cId="0" sldId="264"/>
            <ac:grpSpMk id="33" creationId="{9CB2E82E-FBEF-B1A2-3882-6AF2B6AC6DE8}"/>
          </ac:grpSpMkLst>
        </pc:grpChg>
        <pc:grpChg chg="add mod">
          <ac:chgData name="Nirmit Shah" userId="19542b5f-727d-48fc-a6e5-31748f5f223f" providerId="ADAL" clId="{6E744BBD-6A1F-4C63-AAA4-E23759909C2A}" dt="2026-05-22T09:24:20.504" v="1646" actId="164"/>
          <ac:grpSpMkLst>
            <pc:docMk/>
            <pc:sldMk cId="0" sldId="264"/>
            <ac:grpSpMk id="34" creationId="{CF44E063-EEF6-F642-AB7B-D24EF0138520}"/>
          </ac:grpSpMkLst>
        </pc:grpChg>
        <pc:grpChg chg="add mod">
          <ac:chgData name="Nirmit Shah" userId="19542b5f-727d-48fc-a6e5-31748f5f223f" providerId="ADAL" clId="{6E744BBD-6A1F-4C63-AAA4-E23759909C2A}" dt="2026-05-22T09:24:29.248" v="1647" actId="164"/>
          <ac:grpSpMkLst>
            <pc:docMk/>
            <pc:sldMk cId="0" sldId="264"/>
            <ac:grpSpMk id="35" creationId="{D26520E9-19EE-FFE2-800F-3F47D9FA52F0}"/>
          </ac:grpSpMkLst>
        </pc:grpChg>
        <pc:grpChg chg="add mod">
          <ac:chgData name="Nirmit Shah" userId="19542b5f-727d-48fc-a6e5-31748f5f223f" providerId="ADAL" clId="{6E744BBD-6A1F-4C63-AAA4-E23759909C2A}" dt="2026-05-22T09:32:45.860" v="2338" actId="1037"/>
          <ac:grpSpMkLst>
            <pc:docMk/>
            <pc:sldMk cId="0" sldId="264"/>
            <ac:grpSpMk id="36" creationId="{3DFB8BBD-EC86-D529-A3C7-26FAB30A895A}"/>
          </ac:grpSpMkLst>
        </pc:grpChg>
        <pc:grpChg chg="add mod">
          <ac:chgData name="Nirmit Shah" userId="19542b5f-727d-48fc-a6e5-31748f5f223f" providerId="ADAL" clId="{6E744BBD-6A1F-4C63-AAA4-E23759909C2A}" dt="2026-05-22T09:24:40.605" v="1649" actId="164"/>
          <ac:grpSpMkLst>
            <pc:docMk/>
            <pc:sldMk cId="0" sldId="264"/>
            <ac:grpSpMk id="37" creationId="{1AA31AD4-37B5-615A-9071-B9E8D0966009}"/>
          </ac:grpSpMkLst>
        </pc:grpChg>
        <pc:picChg chg="add mod">
          <ac:chgData name="Nirmit Shah" userId="19542b5f-727d-48fc-a6e5-31748f5f223f" providerId="ADAL" clId="{6E744BBD-6A1F-4C63-AAA4-E23759909C2A}" dt="2026-05-22T07:08:46.710" v="573"/>
          <ac:picMkLst>
            <pc:docMk/>
            <pc:sldMk cId="0" sldId="264"/>
            <ac:picMk id="32" creationId="{6FB749A3-0CDB-2D4F-2B6D-083D6ACD9010}"/>
          </ac:picMkLst>
        </pc:picChg>
      </pc:sldChg>
      <pc:sldChg chg="addSp modSp mod ord modAnim modNotes">
        <pc:chgData name="Nirmit Shah" userId="19542b5f-727d-48fc-a6e5-31748f5f223f" providerId="ADAL" clId="{6E744BBD-6A1F-4C63-AAA4-E23759909C2A}" dt="2026-05-27T05:18:29.841" v="6591" actId="20577"/>
        <pc:sldMkLst>
          <pc:docMk/>
          <pc:sldMk cId="0" sldId="265"/>
        </pc:sldMkLst>
        <pc:spChg chg="mod">
          <ac:chgData name="Nirmit Shah" userId="19542b5f-727d-48fc-a6e5-31748f5f223f" providerId="ADAL" clId="{6E744BBD-6A1F-4C63-AAA4-E23759909C2A}" dt="2026-05-25T09:30:10.019" v="2457" actId="1035"/>
          <ac:spMkLst>
            <pc:docMk/>
            <pc:sldMk cId="0" sldId="265"/>
            <ac:spMk id="3" creationId="{00000000-0000-0000-0000-000000000000}"/>
          </ac:spMkLst>
        </pc:spChg>
        <pc:spChg chg="mod">
          <ac:chgData name="Nirmit Shah" userId="19542b5f-727d-48fc-a6e5-31748f5f223f" providerId="ADAL" clId="{6E744BBD-6A1F-4C63-AAA4-E23759909C2A}" dt="2026-05-22T09:19:53.929" v="1469"/>
          <ac:spMkLst>
            <pc:docMk/>
            <pc:sldMk cId="0" sldId="265"/>
            <ac:spMk id="5" creationId="{00000000-0000-0000-0000-000000000000}"/>
          </ac:spMkLst>
        </pc:spChg>
        <pc:spChg chg="mod">
          <ac:chgData name="Nirmit Shah" userId="19542b5f-727d-48fc-a6e5-31748f5f223f" providerId="ADAL" clId="{6E744BBD-6A1F-4C63-AAA4-E23759909C2A}" dt="2026-05-22T09:27:14.541" v="1882" actId="20577"/>
          <ac:spMkLst>
            <pc:docMk/>
            <pc:sldMk cId="0" sldId="265"/>
            <ac:spMk id="6" creationId="{00000000-0000-0000-0000-000000000000}"/>
          </ac:spMkLst>
        </pc:spChg>
        <pc:spChg chg="mod">
          <ac:chgData name="Nirmit Shah" userId="19542b5f-727d-48fc-a6e5-31748f5f223f" providerId="ADAL" clId="{6E744BBD-6A1F-4C63-AAA4-E23759909C2A}" dt="2026-05-22T09:27:11.849" v="1880" actId="20577"/>
          <ac:spMkLst>
            <pc:docMk/>
            <pc:sldMk cId="0" sldId="265"/>
            <ac:spMk id="8" creationId="{00000000-0000-0000-0000-000000000000}"/>
          </ac:spMkLst>
        </pc:spChg>
        <pc:spChg chg="mod">
          <ac:chgData name="Nirmit Shah" userId="19542b5f-727d-48fc-a6e5-31748f5f223f" providerId="ADAL" clId="{6E744BBD-6A1F-4C63-AAA4-E23759909C2A}" dt="2026-05-22T09:33:46.369" v="2373" actId="20577"/>
          <ac:spMkLst>
            <pc:docMk/>
            <pc:sldMk cId="0" sldId="265"/>
            <ac:spMk id="10" creationId="{00000000-0000-0000-0000-000000000000}"/>
          </ac:spMkLst>
        </pc:spChg>
        <pc:spChg chg="mod">
          <ac:chgData name="Nirmit Shah" userId="19542b5f-727d-48fc-a6e5-31748f5f223f" providerId="ADAL" clId="{6E744BBD-6A1F-4C63-AAA4-E23759909C2A}" dt="2026-05-27T05:18:29.841" v="6591" actId="20577"/>
          <ac:spMkLst>
            <pc:docMk/>
            <pc:sldMk cId="0" sldId="265"/>
            <ac:spMk id="11" creationId="{00000000-0000-0000-0000-000000000000}"/>
          </ac:spMkLst>
        </pc:spChg>
        <pc:picChg chg="add mod">
          <ac:chgData name="Nirmit Shah" userId="19542b5f-727d-48fc-a6e5-31748f5f223f" providerId="ADAL" clId="{6E744BBD-6A1F-4C63-AAA4-E23759909C2A}" dt="2026-05-22T07:08:49.455" v="574"/>
          <ac:picMkLst>
            <pc:docMk/>
            <pc:sldMk cId="0" sldId="265"/>
            <ac:picMk id="12" creationId="{A56ED430-DD50-329A-490D-13E3AC6BFF3E}"/>
          </ac:picMkLst>
        </pc:picChg>
      </pc:sldChg>
      <pc:sldChg chg="addSp modSp mod modAnim modNotes">
        <pc:chgData name="Nirmit Shah" userId="19542b5f-727d-48fc-a6e5-31748f5f223f" providerId="ADAL" clId="{6E744BBD-6A1F-4C63-AAA4-E23759909C2A}" dt="2026-05-27T05:18:22.447" v="6589" actId="20577"/>
        <pc:sldMkLst>
          <pc:docMk/>
          <pc:sldMk cId="0" sldId="266"/>
        </pc:sldMkLst>
        <pc:spChg chg="mod">
          <ac:chgData name="Nirmit Shah" userId="19542b5f-727d-48fc-a6e5-31748f5f223f" providerId="ADAL" clId="{6E744BBD-6A1F-4C63-AAA4-E23759909C2A}" dt="2026-05-22T09:19:53.929" v="1469"/>
          <ac:spMkLst>
            <pc:docMk/>
            <pc:sldMk cId="0" sldId="266"/>
            <ac:spMk id="5" creationId="{00000000-0000-0000-0000-000000000000}"/>
          </ac:spMkLst>
        </pc:spChg>
        <pc:spChg chg="mod">
          <ac:chgData name="Nirmit Shah" userId="19542b5f-727d-48fc-a6e5-31748f5f223f" providerId="ADAL" clId="{6E744BBD-6A1F-4C63-AAA4-E23759909C2A}" dt="2026-05-27T05:18:22.447" v="6589" actId="20577"/>
          <ac:spMkLst>
            <pc:docMk/>
            <pc:sldMk cId="0" sldId="266"/>
            <ac:spMk id="19" creationId="{00000000-0000-0000-0000-000000000000}"/>
          </ac:spMkLst>
        </pc:spChg>
        <pc:picChg chg="add mod">
          <ac:chgData name="Nirmit Shah" userId="19542b5f-727d-48fc-a6e5-31748f5f223f" providerId="ADAL" clId="{6E744BBD-6A1F-4C63-AAA4-E23759909C2A}" dt="2026-05-22T07:08:52.777" v="575"/>
          <ac:picMkLst>
            <pc:docMk/>
            <pc:sldMk cId="0" sldId="266"/>
            <ac:picMk id="20" creationId="{222EC3D7-82CB-0308-1FA7-5E036085FA4A}"/>
          </ac:picMkLst>
        </pc:picChg>
      </pc:sldChg>
      <pc:sldChg chg="addSp delSp modSp mod modNotesTx">
        <pc:chgData name="Nirmit Shah" userId="19542b5f-727d-48fc-a6e5-31748f5f223f" providerId="ADAL" clId="{6E744BBD-6A1F-4C63-AAA4-E23759909C2A}" dt="2026-05-27T06:03:09.142" v="6842" actId="20577"/>
        <pc:sldMkLst>
          <pc:docMk/>
          <pc:sldMk cId="0" sldId="267"/>
        </pc:sldMkLst>
        <pc:spChg chg="mod">
          <ac:chgData name="Nirmit Shah" userId="19542b5f-727d-48fc-a6e5-31748f5f223f" providerId="ADAL" clId="{6E744BBD-6A1F-4C63-AAA4-E23759909C2A}" dt="2026-05-25T09:37:30.930" v="2788" actId="20577"/>
          <ac:spMkLst>
            <pc:docMk/>
            <pc:sldMk cId="0" sldId="267"/>
            <ac:spMk id="3" creationId="{00000000-0000-0000-0000-000000000000}"/>
          </ac:spMkLst>
        </pc:spChg>
        <pc:spChg chg="mod">
          <ac:chgData name="Nirmit Shah" userId="19542b5f-727d-48fc-a6e5-31748f5f223f" providerId="ADAL" clId="{6E744BBD-6A1F-4C63-AAA4-E23759909C2A}" dt="2026-05-22T09:19:53.929" v="1469"/>
          <ac:spMkLst>
            <pc:docMk/>
            <pc:sldMk cId="0" sldId="267"/>
            <ac:spMk id="5" creationId="{00000000-0000-0000-0000-000000000000}"/>
          </ac:spMkLst>
        </pc:spChg>
        <pc:spChg chg="mod">
          <ac:chgData name="Nirmit Shah" userId="19542b5f-727d-48fc-a6e5-31748f5f223f" providerId="ADAL" clId="{6E744BBD-6A1F-4C63-AAA4-E23759909C2A}" dt="2026-05-25T09:36:56.047" v="2765" actId="122"/>
          <ac:spMkLst>
            <pc:docMk/>
            <pc:sldMk cId="0" sldId="267"/>
            <ac:spMk id="8" creationId="{00000000-0000-0000-0000-000000000000}"/>
          </ac:spMkLst>
        </pc:spChg>
        <pc:spChg chg="mod">
          <ac:chgData name="Nirmit Shah" userId="19542b5f-727d-48fc-a6e5-31748f5f223f" providerId="ADAL" clId="{6E744BBD-6A1F-4C63-AAA4-E23759909C2A}" dt="2026-05-25T09:36:24.953" v="2753" actId="403"/>
          <ac:spMkLst>
            <pc:docMk/>
            <pc:sldMk cId="0" sldId="267"/>
            <ac:spMk id="9" creationId="{00000000-0000-0000-0000-000000000000}"/>
          </ac:spMkLst>
        </pc:spChg>
        <pc:spChg chg="mod">
          <ac:chgData name="Nirmit Shah" userId="19542b5f-727d-48fc-a6e5-31748f5f223f" providerId="ADAL" clId="{6E744BBD-6A1F-4C63-AAA4-E23759909C2A}" dt="2026-05-25T09:36:24.953" v="2753" actId="403"/>
          <ac:spMkLst>
            <pc:docMk/>
            <pc:sldMk cId="0" sldId="267"/>
            <ac:spMk id="10" creationId="{00000000-0000-0000-0000-000000000000}"/>
          </ac:spMkLst>
        </pc:spChg>
        <pc:spChg chg="mod">
          <ac:chgData name="Nirmit Shah" userId="19542b5f-727d-48fc-a6e5-31748f5f223f" providerId="ADAL" clId="{6E744BBD-6A1F-4C63-AAA4-E23759909C2A}" dt="2026-05-25T09:36:24.953" v="2753" actId="403"/>
          <ac:spMkLst>
            <pc:docMk/>
            <pc:sldMk cId="0" sldId="267"/>
            <ac:spMk id="11" creationId="{00000000-0000-0000-0000-000000000000}"/>
          </ac:spMkLst>
        </pc:spChg>
        <pc:spChg chg="mod">
          <ac:chgData name="Nirmit Shah" userId="19542b5f-727d-48fc-a6e5-31748f5f223f" providerId="ADAL" clId="{6E744BBD-6A1F-4C63-AAA4-E23759909C2A}" dt="2026-05-25T09:36:24.953" v="2753" actId="403"/>
          <ac:spMkLst>
            <pc:docMk/>
            <pc:sldMk cId="0" sldId="267"/>
            <ac:spMk id="12" creationId="{00000000-0000-0000-0000-000000000000}"/>
          </ac:spMkLst>
        </pc:spChg>
        <pc:spChg chg="mod">
          <ac:chgData name="Nirmit Shah" userId="19542b5f-727d-48fc-a6e5-31748f5f223f" providerId="ADAL" clId="{6E744BBD-6A1F-4C63-AAA4-E23759909C2A}" dt="2026-05-25T09:36:24.953" v="2753" actId="403"/>
          <ac:spMkLst>
            <pc:docMk/>
            <pc:sldMk cId="0" sldId="267"/>
            <ac:spMk id="13" creationId="{00000000-0000-0000-0000-000000000000}"/>
          </ac:spMkLst>
        </pc:spChg>
        <pc:spChg chg="mod">
          <ac:chgData name="Nirmit Shah" userId="19542b5f-727d-48fc-a6e5-31748f5f223f" providerId="ADAL" clId="{6E744BBD-6A1F-4C63-AAA4-E23759909C2A}" dt="2026-05-25T09:36:24.953" v="2753" actId="403"/>
          <ac:spMkLst>
            <pc:docMk/>
            <pc:sldMk cId="0" sldId="267"/>
            <ac:spMk id="14" creationId="{00000000-0000-0000-0000-000000000000}"/>
          </ac:spMkLst>
        </pc:spChg>
        <pc:spChg chg="mod">
          <ac:chgData name="Nirmit Shah" userId="19542b5f-727d-48fc-a6e5-31748f5f223f" providerId="ADAL" clId="{6E744BBD-6A1F-4C63-AAA4-E23759909C2A}" dt="2026-05-25T09:36:24.953" v="2753" actId="403"/>
          <ac:spMkLst>
            <pc:docMk/>
            <pc:sldMk cId="0" sldId="267"/>
            <ac:spMk id="15" creationId="{00000000-0000-0000-0000-000000000000}"/>
          </ac:spMkLst>
        </pc:spChg>
        <pc:spChg chg="mod">
          <ac:chgData name="Nirmit Shah" userId="19542b5f-727d-48fc-a6e5-31748f5f223f" providerId="ADAL" clId="{6E744BBD-6A1F-4C63-AAA4-E23759909C2A}" dt="2026-05-25T09:36:51.639" v="2761" actId="122"/>
          <ac:spMkLst>
            <pc:docMk/>
            <pc:sldMk cId="0" sldId="267"/>
            <ac:spMk id="18" creationId="{00000000-0000-0000-0000-000000000000}"/>
          </ac:spMkLst>
        </pc:spChg>
        <pc:spChg chg="mod">
          <ac:chgData name="Nirmit Shah" userId="19542b5f-727d-48fc-a6e5-31748f5f223f" providerId="ADAL" clId="{6E744BBD-6A1F-4C63-AAA4-E23759909C2A}" dt="2026-05-25T09:36:44.275" v="2757" actId="403"/>
          <ac:spMkLst>
            <pc:docMk/>
            <pc:sldMk cId="0" sldId="267"/>
            <ac:spMk id="19" creationId="{00000000-0000-0000-0000-000000000000}"/>
          </ac:spMkLst>
        </pc:spChg>
        <pc:spChg chg="mod">
          <ac:chgData name="Nirmit Shah" userId="19542b5f-727d-48fc-a6e5-31748f5f223f" providerId="ADAL" clId="{6E744BBD-6A1F-4C63-AAA4-E23759909C2A}" dt="2026-05-25T09:36:44.275" v="2757" actId="403"/>
          <ac:spMkLst>
            <pc:docMk/>
            <pc:sldMk cId="0" sldId="267"/>
            <ac:spMk id="20" creationId="{00000000-0000-0000-0000-000000000000}"/>
          </ac:spMkLst>
        </pc:spChg>
        <pc:spChg chg="mod">
          <ac:chgData name="Nirmit Shah" userId="19542b5f-727d-48fc-a6e5-31748f5f223f" providerId="ADAL" clId="{6E744BBD-6A1F-4C63-AAA4-E23759909C2A}" dt="2026-05-25T09:36:44.275" v="2757" actId="403"/>
          <ac:spMkLst>
            <pc:docMk/>
            <pc:sldMk cId="0" sldId="267"/>
            <ac:spMk id="21" creationId="{00000000-0000-0000-0000-000000000000}"/>
          </ac:spMkLst>
        </pc:spChg>
        <pc:spChg chg="mod">
          <ac:chgData name="Nirmit Shah" userId="19542b5f-727d-48fc-a6e5-31748f5f223f" providerId="ADAL" clId="{6E744BBD-6A1F-4C63-AAA4-E23759909C2A}" dt="2026-05-25T09:36:44.275" v="2757" actId="403"/>
          <ac:spMkLst>
            <pc:docMk/>
            <pc:sldMk cId="0" sldId="267"/>
            <ac:spMk id="22" creationId="{00000000-0000-0000-0000-000000000000}"/>
          </ac:spMkLst>
        </pc:spChg>
        <pc:spChg chg="mod">
          <ac:chgData name="Nirmit Shah" userId="19542b5f-727d-48fc-a6e5-31748f5f223f" providerId="ADAL" clId="{6E744BBD-6A1F-4C63-AAA4-E23759909C2A}" dt="2026-05-25T09:36:44.275" v="2757" actId="403"/>
          <ac:spMkLst>
            <pc:docMk/>
            <pc:sldMk cId="0" sldId="267"/>
            <ac:spMk id="23" creationId="{00000000-0000-0000-0000-000000000000}"/>
          </ac:spMkLst>
        </pc:spChg>
        <pc:spChg chg="mod">
          <ac:chgData name="Nirmit Shah" userId="19542b5f-727d-48fc-a6e5-31748f5f223f" providerId="ADAL" clId="{6E744BBD-6A1F-4C63-AAA4-E23759909C2A}" dt="2026-05-25T09:36:44.275" v="2757" actId="403"/>
          <ac:spMkLst>
            <pc:docMk/>
            <pc:sldMk cId="0" sldId="267"/>
            <ac:spMk id="24" creationId="{00000000-0000-0000-0000-000000000000}"/>
          </ac:spMkLst>
        </pc:spChg>
        <pc:spChg chg="mod">
          <ac:chgData name="Nirmit Shah" userId="19542b5f-727d-48fc-a6e5-31748f5f223f" providerId="ADAL" clId="{6E744BBD-6A1F-4C63-AAA4-E23759909C2A}" dt="2026-05-25T09:36:44.275" v="2757" actId="403"/>
          <ac:spMkLst>
            <pc:docMk/>
            <pc:sldMk cId="0" sldId="267"/>
            <ac:spMk id="25" creationId="{00000000-0000-0000-0000-000000000000}"/>
          </ac:spMkLst>
        </pc:spChg>
        <pc:spChg chg="mod">
          <ac:chgData name="Nirmit Shah" userId="19542b5f-727d-48fc-a6e5-31748f5f223f" providerId="ADAL" clId="{6E744BBD-6A1F-4C63-AAA4-E23759909C2A}" dt="2026-05-27T05:18:16.304" v="6587" actId="20577"/>
          <ac:spMkLst>
            <pc:docMk/>
            <pc:sldMk cId="0" sldId="267"/>
            <ac:spMk id="29" creationId="{00000000-0000-0000-0000-000000000000}"/>
          </ac:spMkLst>
        </pc:spChg>
        <pc:grpChg chg="add mod">
          <ac:chgData name="Nirmit Shah" userId="19542b5f-727d-48fc-a6e5-31748f5f223f" providerId="ADAL" clId="{6E744BBD-6A1F-4C63-AAA4-E23759909C2A}" dt="2026-05-25T09:36:08.660" v="2750" actId="164"/>
          <ac:grpSpMkLst>
            <pc:docMk/>
            <pc:sldMk cId="0" sldId="267"/>
            <ac:grpSpMk id="31" creationId="{4EF88461-2FA6-3C17-80C0-38F3A8CFBBBF}"/>
          </ac:grpSpMkLst>
        </pc:grpChg>
        <pc:grpChg chg="add mod">
          <ac:chgData name="Nirmit Shah" userId="19542b5f-727d-48fc-a6e5-31748f5f223f" providerId="ADAL" clId="{6E744BBD-6A1F-4C63-AAA4-E23759909C2A}" dt="2026-05-25T09:36:35.715" v="2754" actId="164"/>
          <ac:grpSpMkLst>
            <pc:docMk/>
            <pc:sldMk cId="0" sldId="267"/>
            <ac:grpSpMk id="32" creationId="{FF90C32D-4FC5-A91E-1CFC-BCB13643E807}"/>
          </ac:grpSpMkLst>
        </pc:grpChg>
        <pc:picChg chg="add mod">
          <ac:chgData name="Nirmit Shah" userId="19542b5f-727d-48fc-a6e5-31748f5f223f" providerId="ADAL" clId="{6E744BBD-6A1F-4C63-AAA4-E23759909C2A}" dt="2026-05-22T07:08:55.278" v="576"/>
          <ac:picMkLst>
            <pc:docMk/>
            <pc:sldMk cId="0" sldId="267"/>
            <ac:picMk id="30" creationId="{E97FF223-C3AE-420B-C52A-655AD90E9E17}"/>
          </ac:picMkLst>
        </pc:picChg>
      </pc:sldChg>
      <pc:sldChg chg="addSp delSp modSp mod modNotesTx">
        <pc:chgData name="Nirmit Shah" userId="19542b5f-727d-48fc-a6e5-31748f5f223f" providerId="ADAL" clId="{6E744BBD-6A1F-4C63-AAA4-E23759909C2A}" dt="2026-05-27T06:04:19.442" v="6845" actId="20577"/>
        <pc:sldMkLst>
          <pc:docMk/>
          <pc:sldMk cId="0" sldId="268"/>
        </pc:sldMkLst>
        <pc:spChg chg="mod">
          <ac:chgData name="Nirmit Shah" userId="19542b5f-727d-48fc-a6e5-31748f5f223f" providerId="ADAL" clId="{6E744BBD-6A1F-4C63-AAA4-E23759909C2A}" dt="2026-05-25T09:38:03.847" v="2805" actId="1035"/>
          <ac:spMkLst>
            <pc:docMk/>
            <pc:sldMk cId="0" sldId="268"/>
            <ac:spMk id="3" creationId="{00000000-0000-0000-0000-000000000000}"/>
          </ac:spMkLst>
        </pc:spChg>
        <pc:spChg chg="mod">
          <ac:chgData name="Nirmit Shah" userId="19542b5f-727d-48fc-a6e5-31748f5f223f" providerId="ADAL" clId="{6E744BBD-6A1F-4C63-AAA4-E23759909C2A}" dt="2026-05-22T09:19:53.929" v="1469"/>
          <ac:spMkLst>
            <pc:docMk/>
            <pc:sldMk cId="0" sldId="268"/>
            <ac:spMk id="5" creationId="{00000000-0000-0000-0000-000000000000}"/>
          </ac:spMkLst>
        </pc:spChg>
        <pc:spChg chg="mod">
          <ac:chgData name="Nirmit Shah" userId="19542b5f-727d-48fc-a6e5-31748f5f223f" providerId="ADAL" clId="{6E744BBD-6A1F-4C63-AAA4-E23759909C2A}" dt="2026-05-25T09:38:28.498" v="2810" actId="242"/>
          <ac:spMkLst>
            <pc:docMk/>
            <pc:sldMk cId="0" sldId="268"/>
            <ac:spMk id="6" creationId="{00000000-0000-0000-0000-000000000000}"/>
          </ac:spMkLst>
        </pc:spChg>
        <pc:spChg chg="mod">
          <ac:chgData name="Nirmit Shah" userId="19542b5f-727d-48fc-a6e5-31748f5f223f" providerId="ADAL" clId="{6E744BBD-6A1F-4C63-AAA4-E23759909C2A}" dt="2026-05-25T09:38:38.039" v="2816" actId="1036"/>
          <ac:spMkLst>
            <pc:docMk/>
            <pc:sldMk cId="0" sldId="268"/>
            <ac:spMk id="7" creationId="{00000000-0000-0000-0000-000000000000}"/>
          </ac:spMkLst>
        </pc:spChg>
        <pc:spChg chg="mod">
          <ac:chgData name="Nirmit Shah" userId="19542b5f-727d-48fc-a6e5-31748f5f223f" providerId="ADAL" clId="{6E744BBD-6A1F-4C63-AAA4-E23759909C2A}" dt="2026-05-25T09:38:38.039" v="2816" actId="1036"/>
          <ac:spMkLst>
            <pc:docMk/>
            <pc:sldMk cId="0" sldId="268"/>
            <ac:spMk id="9" creationId="{00000000-0000-0000-0000-000000000000}"/>
          </ac:spMkLst>
        </pc:spChg>
        <pc:spChg chg="mod">
          <ac:chgData name="Nirmit Shah" userId="19542b5f-727d-48fc-a6e5-31748f5f223f" providerId="ADAL" clId="{6E744BBD-6A1F-4C63-AAA4-E23759909C2A}" dt="2026-05-25T09:38:28.498" v="2810" actId="242"/>
          <ac:spMkLst>
            <pc:docMk/>
            <pc:sldMk cId="0" sldId="268"/>
            <ac:spMk id="10" creationId="{00000000-0000-0000-0000-000000000000}"/>
          </ac:spMkLst>
        </pc:spChg>
        <pc:spChg chg="mod">
          <ac:chgData name="Nirmit Shah" userId="19542b5f-727d-48fc-a6e5-31748f5f223f" providerId="ADAL" clId="{6E744BBD-6A1F-4C63-AAA4-E23759909C2A}" dt="2026-05-25T09:38:38.039" v="2816" actId="1036"/>
          <ac:spMkLst>
            <pc:docMk/>
            <pc:sldMk cId="0" sldId="268"/>
            <ac:spMk id="11" creationId="{00000000-0000-0000-0000-000000000000}"/>
          </ac:spMkLst>
        </pc:spChg>
        <pc:spChg chg="mod">
          <ac:chgData name="Nirmit Shah" userId="19542b5f-727d-48fc-a6e5-31748f5f223f" providerId="ADAL" clId="{6E744BBD-6A1F-4C63-AAA4-E23759909C2A}" dt="2026-05-25T09:38:28.498" v="2810" actId="242"/>
          <ac:spMkLst>
            <pc:docMk/>
            <pc:sldMk cId="0" sldId="268"/>
            <ac:spMk id="12" creationId="{00000000-0000-0000-0000-000000000000}"/>
          </ac:spMkLst>
        </pc:spChg>
        <pc:spChg chg="mod">
          <ac:chgData name="Nirmit Shah" userId="19542b5f-727d-48fc-a6e5-31748f5f223f" providerId="ADAL" clId="{6E744BBD-6A1F-4C63-AAA4-E23759909C2A}" dt="2026-05-25T09:38:38.039" v="2816" actId="1036"/>
          <ac:spMkLst>
            <pc:docMk/>
            <pc:sldMk cId="0" sldId="268"/>
            <ac:spMk id="13" creationId="{00000000-0000-0000-0000-000000000000}"/>
          </ac:spMkLst>
        </pc:spChg>
        <pc:spChg chg="mod">
          <ac:chgData name="Nirmit Shah" userId="19542b5f-727d-48fc-a6e5-31748f5f223f" providerId="ADAL" clId="{6E744BBD-6A1F-4C63-AAA4-E23759909C2A}" dt="2026-05-25T09:38:28.498" v="2810" actId="242"/>
          <ac:spMkLst>
            <pc:docMk/>
            <pc:sldMk cId="0" sldId="268"/>
            <ac:spMk id="14" creationId="{00000000-0000-0000-0000-000000000000}"/>
          </ac:spMkLst>
        </pc:spChg>
        <pc:spChg chg="mod">
          <ac:chgData name="Nirmit Shah" userId="19542b5f-727d-48fc-a6e5-31748f5f223f" providerId="ADAL" clId="{6E744BBD-6A1F-4C63-AAA4-E23759909C2A}" dt="2026-05-25T09:38:38.039" v="2816" actId="1036"/>
          <ac:spMkLst>
            <pc:docMk/>
            <pc:sldMk cId="0" sldId="268"/>
            <ac:spMk id="15" creationId="{00000000-0000-0000-0000-000000000000}"/>
          </ac:spMkLst>
        </pc:spChg>
        <pc:spChg chg="mod">
          <ac:chgData name="Nirmit Shah" userId="19542b5f-727d-48fc-a6e5-31748f5f223f" providerId="ADAL" clId="{6E744BBD-6A1F-4C63-AAA4-E23759909C2A}" dt="2026-05-25T09:38:38.039" v="2816" actId="1036"/>
          <ac:spMkLst>
            <pc:docMk/>
            <pc:sldMk cId="0" sldId="268"/>
            <ac:spMk id="17" creationId="{00000000-0000-0000-0000-000000000000}"/>
          </ac:spMkLst>
        </pc:spChg>
        <pc:spChg chg="mod">
          <ac:chgData name="Nirmit Shah" userId="19542b5f-727d-48fc-a6e5-31748f5f223f" providerId="ADAL" clId="{6E744BBD-6A1F-4C63-AAA4-E23759909C2A}" dt="2026-05-25T09:38:28.498" v="2810" actId="242"/>
          <ac:spMkLst>
            <pc:docMk/>
            <pc:sldMk cId="0" sldId="268"/>
            <ac:spMk id="18" creationId="{00000000-0000-0000-0000-000000000000}"/>
          </ac:spMkLst>
        </pc:spChg>
        <pc:spChg chg="mod">
          <ac:chgData name="Nirmit Shah" userId="19542b5f-727d-48fc-a6e5-31748f5f223f" providerId="ADAL" clId="{6E744BBD-6A1F-4C63-AAA4-E23759909C2A}" dt="2026-05-25T09:38:38.039" v="2816" actId="1036"/>
          <ac:spMkLst>
            <pc:docMk/>
            <pc:sldMk cId="0" sldId="268"/>
            <ac:spMk id="19" creationId="{00000000-0000-0000-0000-000000000000}"/>
          </ac:spMkLst>
        </pc:spChg>
        <pc:spChg chg="mod">
          <ac:chgData name="Nirmit Shah" userId="19542b5f-727d-48fc-a6e5-31748f5f223f" providerId="ADAL" clId="{6E744BBD-6A1F-4C63-AAA4-E23759909C2A}" dt="2026-05-25T09:38:38.039" v="2816" actId="1036"/>
          <ac:spMkLst>
            <pc:docMk/>
            <pc:sldMk cId="0" sldId="268"/>
            <ac:spMk id="21" creationId="{00000000-0000-0000-0000-000000000000}"/>
          </ac:spMkLst>
        </pc:spChg>
        <pc:spChg chg="mod">
          <ac:chgData name="Nirmit Shah" userId="19542b5f-727d-48fc-a6e5-31748f5f223f" providerId="ADAL" clId="{6E744BBD-6A1F-4C63-AAA4-E23759909C2A}" dt="2026-05-25T09:42:15.719" v="3037" actId="164"/>
          <ac:spMkLst>
            <pc:docMk/>
            <pc:sldMk cId="0" sldId="268"/>
            <ac:spMk id="22" creationId="{00000000-0000-0000-0000-000000000000}"/>
          </ac:spMkLst>
        </pc:spChg>
        <pc:spChg chg="mod">
          <ac:chgData name="Nirmit Shah" userId="19542b5f-727d-48fc-a6e5-31748f5f223f" providerId="ADAL" clId="{6E744BBD-6A1F-4C63-AAA4-E23759909C2A}" dt="2026-05-25T09:42:15.719" v="3037" actId="164"/>
          <ac:spMkLst>
            <pc:docMk/>
            <pc:sldMk cId="0" sldId="268"/>
            <ac:spMk id="23" creationId="{00000000-0000-0000-0000-000000000000}"/>
          </ac:spMkLst>
        </pc:spChg>
        <pc:spChg chg="mod">
          <ac:chgData name="Nirmit Shah" userId="19542b5f-727d-48fc-a6e5-31748f5f223f" providerId="ADAL" clId="{6E744BBD-6A1F-4C63-AAA4-E23759909C2A}" dt="2026-05-25T09:44:23.950" v="3122" actId="1036"/>
          <ac:spMkLst>
            <pc:docMk/>
            <pc:sldMk cId="0" sldId="268"/>
            <ac:spMk id="24" creationId="{00000000-0000-0000-0000-000000000000}"/>
          </ac:spMkLst>
        </pc:spChg>
        <pc:spChg chg="mod">
          <ac:chgData name="Nirmit Shah" userId="19542b5f-727d-48fc-a6e5-31748f5f223f" providerId="ADAL" clId="{6E744BBD-6A1F-4C63-AAA4-E23759909C2A}" dt="2026-05-25T09:48:59.663" v="3469" actId="20577"/>
          <ac:spMkLst>
            <pc:docMk/>
            <pc:sldMk cId="0" sldId="268"/>
            <ac:spMk id="25" creationId="{00000000-0000-0000-0000-000000000000}"/>
          </ac:spMkLst>
        </pc:spChg>
        <pc:spChg chg="mod">
          <ac:chgData name="Nirmit Shah" userId="19542b5f-727d-48fc-a6e5-31748f5f223f" providerId="ADAL" clId="{6E744BBD-6A1F-4C63-AAA4-E23759909C2A}" dt="2026-05-25T09:42:23.804" v="3038" actId="164"/>
          <ac:spMkLst>
            <pc:docMk/>
            <pc:sldMk cId="0" sldId="268"/>
            <ac:spMk id="26" creationId="{00000000-0000-0000-0000-000000000000}"/>
          </ac:spMkLst>
        </pc:spChg>
        <pc:spChg chg="mod">
          <ac:chgData name="Nirmit Shah" userId="19542b5f-727d-48fc-a6e5-31748f5f223f" providerId="ADAL" clId="{6E744BBD-6A1F-4C63-AAA4-E23759909C2A}" dt="2026-05-25T09:42:23.804" v="3038" actId="164"/>
          <ac:spMkLst>
            <pc:docMk/>
            <pc:sldMk cId="0" sldId="268"/>
            <ac:spMk id="27" creationId="{00000000-0000-0000-0000-000000000000}"/>
          </ac:spMkLst>
        </pc:spChg>
        <pc:spChg chg="mod">
          <ac:chgData name="Nirmit Shah" userId="19542b5f-727d-48fc-a6e5-31748f5f223f" providerId="ADAL" clId="{6E744BBD-6A1F-4C63-AAA4-E23759909C2A}" dt="2026-05-25T09:49:31.840" v="3470" actId="20577"/>
          <ac:spMkLst>
            <pc:docMk/>
            <pc:sldMk cId="0" sldId="268"/>
            <ac:spMk id="28" creationId="{00000000-0000-0000-0000-000000000000}"/>
          </ac:spMkLst>
        </pc:spChg>
        <pc:spChg chg="mod">
          <ac:chgData name="Nirmit Shah" userId="19542b5f-727d-48fc-a6e5-31748f5f223f" providerId="ADAL" clId="{6E744BBD-6A1F-4C63-AAA4-E23759909C2A}" dt="2026-05-25T09:49:34.131" v="3471" actId="20577"/>
          <ac:spMkLst>
            <pc:docMk/>
            <pc:sldMk cId="0" sldId="268"/>
            <ac:spMk id="29" creationId="{00000000-0000-0000-0000-000000000000}"/>
          </ac:spMkLst>
        </pc:spChg>
        <pc:spChg chg="mod">
          <ac:chgData name="Nirmit Shah" userId="19542b5f-727d-48fc-a6e5-31748f5f223f" providerId="ADAL" clId="{6E744BBD-6A1F-4C63-AAA4-E23759909C2A}" dt="2026-05-25T09:47:15.407" v="3343" actId="1035"/>
          <ac:spMkLst>
            <pc:docMk/>
            <pc:sldMk cId="0" sldId="268"/>
            <ac:spMk id="30" creationId="{00000000-0000-0000-0000-000000000000}"/>
          </ac:spMkLst>
        </pc:spChg>
        <pc:spChg chg="mod">
          <ac:chgData name="Nirmit Shah" userId="19542b5f-727d-48fc-a6e5-31748f5f223f" providerId="ADAL" clId="{6E744BBD-6A1F-4C63-AAA4-E23759909C2A}" dt="2026-05-25T09:42:30.730" v="3039" actId="164"/>
          <ac:spMkLst>
            <pc:docMk/>
            <pc:sldMk cId="0" sldId="268"/>
            <ac:spMk id="31" creationId="{00000000-0000-0000-0000-000000000000}"/>
          </ac:spMkLst>
        </pc:spChg>
        <pc:spChg chg="mod">
          <ac:chgData name="Nirmit Shah" userId="19542b5f-727d-48fc-a6e5-31748f5f223f" providerId="ADAL" clId="{6E744BBD-6A1F-4C63-AAA4-E23759909C2A}" dt="2026-05-25T09:45:24.531" v="3197" actId="122"/>
          <ac:spMkLst>
            <pc:docMk/>
            <pc:sldMk cId="0" sldId="268"/>
            <ac:spMk id="32" creationId="{00000000-0000-0000-0000-000000000000}"/>
          </ac:spMkLst>
        </pc:spChg>
        <pc:spChg chg="mod">
          <ac:chgData name="Nirmit Shah" userId="19542b5f-727d-48fc-a6e5-31748f5f223f" providerId="ADAL" clId="{6E744BBD-6A1F-4C63-AAA4-E23759909C2A}" dt="2026-05-25T09:47:22.078" v="3356" actId="1035"/>
          <ac:spMkLst>
            <pc:docMk/>
            <pc:sldMk cId="0" sldId="268"/>
            <ac:spMk id="33" creationId="{00000000-0000-0000-0000-000000000000}"/>
          </ac:spMkLst>
        </pc:spChg>
        <pc:spChg chg="mod">
          <ac:chgData name="Nirmit Shah" userId="19542b5f-727d-48fc-a6e5-31748f5f223f" providerId="ADAL" clId="{6E744BBD-6A1F-4C63-AAA4-E23759909C2A}" dt="2026-05-25T09:42:39.938" v="3040" actId="164"/>
          <ac:spMkLst>
            <pc:docMk/>
            <pc:sldMk cId="0" sldId="268"/>
            <ac:spMk id="34" creationId="{00000000-0000-0000-0000-000000000000}"/>
          </ac:spMkLst>
        </pc:spChg>
        <pc:spChg chg="mod">
          <ac:chgData name="Nirmit Shah" userId="19542b5f-727d-48fc-a6e5-31748f5f223f" providerId="ADAL" clId="{6E744BBD-6A1F-4C63-AAA4-E23759909C2A}" dt="2026-05-25T09:42:39.938" v="3040" actId="164"/>
          <ac:spMkLst>
            <pc:docMk/>
            <pc:sldMk cId="0" sldId="268"/>
            <ac:spMk id="35" creationId="{00000000-0000-0000-0000-000000000000}"/>
          </ac:spMkLst>
        </pc:spChg>
        <pc:spChg chg="mod">
          <ac:chgData name="Nirmit Shah" userId="19542b5f-727d-48fc-a6e5-31748f5f223f" providerId="ADAL" clId="{6E744BBD-6A1F-4C63-AAA4-E23759909C2A}" dt="2026-05-25T09:46:09.587" v="3240" actId="20577"/>
          <ac:spMkLst>
            <pc:docMk/>
            <pc:sldMk cId="0" sldId="268"/>
            <ac:spMk id="36" creationId="{00000000-0000-0000-0000-000000000000}"/>
          </ac:spMkLst>
        </pc:spChg>
        <pc:spChg chg="mod">
          <ac:chgData name="Nirmit Shah" userId="19542b5f-727d-48fc-a6e5-31748f5f223f" providerId="ADAL" clId="{6E744BBD-6A1F-4C63-AAA4-E23759909C2A}" dt="2026-05-25T09:47:06.236" v="3339" actId="1036"/>
          <ac:spMkLst>
            <pc:docMk/>
            <pc:sldMk cId="0" sldId="268"/>
            <ac:spMk id="37" creationId="{00000000-0000-0000-0000-000000000000}"/>
          </ac:spMkLst>
        </pc:spChg>
        <pc:spChg chg="mod">
          <ac:chgData name="Nirmit Shah" userId="19542b5f-727d-48fc-a6e5-31748f5f223f" providerId="ADAL" clId="{6E744BBD-6A1F-4C63-AAA4-E23759909C2A}" dt="2026-05-27T05:18:10.356" v="6585" actId="20577"/>
          <ac:spMkLst>
            <pc:docMk/>
            <pc:sldMk cId="0" sldId="268"/>
            <ac:spMk id="38" creationId="{00000000-0000-0000-0000-000000000000}"/>
          </ac:spMkLst>
        </pc:spChg>
        <pc:spChg chg="add mod">
          <ac:chgData name="Nirmit Shah" userId="19542b5f-727d-48fc-a6e5-31748f5f223f" providerId="ADAL" clId="{6E744BBD-6A1F-4C63-AAA4-E23759909C2A}" dt="2026-05-25T09:41:38.474" v="3034" actId="164"/>
          <ac:spMkLst>
            <pc:docMk/>
            <pc:sldMk cId="0" sldId="268"/>
            <ac:spMk id="41" creationId="{016C2790-4F64-A856-CCEE-6EBE504DC5BB}"/>
          </ac:spMkLst>
        </pc:spChg>
        <pc:spChg chg="add mod">
          <ac:chgData name="Nirmit Shah" userId="19542b5f-727d-48fc-a6e5-31748f5f223f" providerId="ADAL" clId="{6E744BBD-6A1F-4C63-AAA4-E23759909C2A}" dt="2026-05-25T09:41:38.474" v="3034" actId="164"/>
          <ac:spMkLst>
            <pc:docMk/>
            <pc:sldMk cId="0" sldId="268"/>
            <ac:spMk id="43" creationId="{6D9AB33C-5D12-1E22-ADAA-A216F44985EB}"/>
          </ac:spMkLst>
        </pc:spChg>
        <pc:spChg chg="add mod">
          <ac:chgData name="Nirmit Shah" userId="19542b5f-727d-48fc-a6e5-31748f5f223f" providerId="ADAL" clId="{6E744BBD-6A1F-4C63-AAA4-E23759909C2A}" dt="2026-05-25T09:41:38.474" v="3034" actId="164"/>
          <ac:spMkLst>
            <pc:docMk/>
            <pc:sldMk cId="0" sldId="268"/>
            <ac:spMk id="44" creationId="{E2EFDCFE-8144-DCF7-9785-248549CACD5D}"/>
          </ac:spMkLst>
        </pc:spChg>
        <pc:spChg chg="add mod">
          <ac:chgData name="Nirmit Shah" userId="19542b5f-727d-48fc-a6e5-31748f5f223f" providerId="ADAL" clId="{6E744BBD-6A1F-4C63-AAA4-E23759909C2A}" dt="2026-05-25T09:41:38.474" v="3034" actId="164"/>
          <ac:spMkLst>
            <pc:docMk/>
            <pc:sldMk cId="0" sldId="268"/>
            <ac:spMk id="45" creationId="{DA8F2B72-B69C-ECDD-AA91-BF465D70374A}"/>
          </ac:spMkLst>
        </pc:spChg>
        <pc:spChg chg="add mod">
          <ac:chgData name="Nirmit Shah" userId="19542b5f-727d-48fc-a6e5-31748f5f223f" providerId="ADAL" clId="{6E744BBD-6A1F-4C63-AAA4-E23759909C2A}" dt="2026-05-25T09:41:38.474" v="3034" actId="164"/>
          <ac:spMkLst>
            <pc:docMk/>
            <pc:sldMk cId="0" sldId="268"/>
            <ac:spMk id="46" creationId="{DFEF2B6D-4013-0305-6B19-C08408B05FD0}"/>
          </ac:spMkLst>
        </pc:spChg>
        <pc:spChg chg="add mod">
          <ac:chgData name="Nirmit Shah" userId="19542b5f-727d-48fc-a6e5-31748f5f223f" providerId="ADAL" clId="{6E744BBD-6A1F-4C63-AAA4-E23759909C2A}" dt="2026-05-25T09:41:38.474" v="3034" actId="164"/>
          <ac:spMkLst>
            <pc:docMk/>
            <pc:sldMk cId="0" sldId="268"/>
            <ac:spMk id="47" creationId="{930432FA-C14A-4AA4-C73F-B1D74E044AD2}"/>
          </ac:spMkLst>
        </pc:spChg>
        <pc:spChg chg="add mod">
          <ac:chgData name="Nirmit Shah" userId="19542b5f-727d-48fc-a6e5-31748f5f223f" providerId="ADAL" clId="{6E744BBD-6A1F-4C63-AAA4-E23759909C2A}" dt="2026-05-25T09:41:38.474" v="3034" actId="164"/>
          <ac:spMkLst>
            <pc:docMk/>
            <pc:sldMk cId="0" sldId="268"/>
            <ac:spMk id="48" creationId="{6ACA59FC-20BF-ABD4-68A1-913FD92B883F}"/>
          </ac:spMkLst>
        </pc:spChg>
        <pc:grpChg chg="mod">
          <ac:chgData name="Nirmit Shah" userId="19542b5f-727d-48fc-a6e5-31748f5f223f" providerId="ADAL" clId="{6E744BBD-6A1F-4C63-AAA4-E23759909C2A}" dt="2026-05-25T09:41:38.474" v="3034" actId="164"/>
          <ac:grpSpMkLst>
            <pc:docMk/>
            <pc:sldMk cId="0" sldId="268"/>
            <ac:grpSpMk id="40" creationId="{0B737097-5FA4-2D6B-C316-D6D8E2D51242}"/>
          </ac:grpSpMkLst>
        </pc:grpChg>
        <pc:grpChg chg="add mod">
          <ac:chgData name="Nirmit Shah" userId="19542b5f-727d-48fc-a6e5-31748f5f223f" providerId="ADAL" clId="{6E744BBD-6A1F-4C63-AAA4-E23759909C2A}" dt="2026-05-25T09:42:09.467" v="3036" actId="14100"/>
          <ac:grpSpMkLst>
            <pc:docMk/>
            <pc:sldMk cId="0" sldId="268"/>
            <ac:grpSpMk id="49" creationId="{328B482B-7E11-A601-6854-CC831A6F7A9C}"/>
          </ac:grpSpMkLst>
        </pc:grpChg>
        <pc:grpChg chg="add mod">
          <ac:chgData name="Nirmit Shah" userId="19542b5f-727d-48fc-a6e5-31748f5f223f" providerId="ADAL" clId="{6E744BBD-6A1F-4C63-AAA4-E23759909C2A}" dt="2026-05-25T09:42:15.719" v="3037" actId="164"/>
          <ac:grpSpMkLst>
            <pc:docMk/>
            <pc:sldMk cId="0" sldId="268"/>
            <ac:grpSpMk id="50" creationId="{CD895517-A322-41ED-3092-C17AF1966990}"/>
          </ac:grpSpMkLst>
        </pc:grpChg>
        <pc:grpChg chg="add mod">
          <ac:chgData name="Nirmit Shah" userId="19542b5f-727d-48fc-a6e5-31748f5f223f" providerId="ADAL" clId="{6E744BBD-6A1F-4C63-AAA4-E23759909C2A}" dt="2026-05-25T09:42:23.804" v="3038" actId="164"/>
          <ac:grpSpMkLst>
            <pc:docMk/>
            <pc:sldMk cId="0" sldId="268"/>
            <ac:grpSpMk id="51" creationId="{75FEC99E-4E73-4D2F-D4AA-B147D268C756}"/>
          </ac:grpSpMkLst>
        </pc:grpChg>
        <pc:grpChg chg="add mod">
          <ac:chgData name="Nirmit Shah" userId="19542b5f-727d-48fc-a6e5-31748f5f223f" providerId="ADAL" clId="{6E744BBD-6A1F-4C63-AAA4-E23759909C2A}" dt="2026-05-25T09:42:30.730" v="3039" actId="164"/>
          <ac:grpSpMkLst>
            <pc:docMk/>
            <pc:sldMk cId="0" sldId="268"/>
            <ac:grpSpMk id="52" creationId="{AFAA1191-DDD5-13D1-EE03-F3328F4F3B1F}"/>
          </ac:grpSpMkLst>
        </pc:grpChg>
        <pc:grpChg chg="add mod">
          <ac:chgData name="Nirmit Shah" userId="19542b5f-727d-48fc-a6e5-31748f5f223f" providerId="ADAL" clId="{6E744BBD-6A1F-4C63-AAA4-E23759909C2A}" dt="2026-05-25T09:42:39.938" v="3040" actId="164"/>
          <ac:grpSpMkLst>
            <pc:docMk/>
            <pc:sldMk cId="0" sldId="268"/>
            <ac:grpSpMk id="53" creationId="{9998D6F0-CCDD-E930-6768-F41C073CF7A1}"/>
          </ac:grpSpMkLst>
        </pc:grpChg>
        <pc:picChg chg="add mod">
          <ac:chgData name="Nirmit Shah" userId="19542b5f-727d-48fc-a6e5-31748f5f223f" providerId="ADAL" clId="{6E744BBD-6A1F-4C63-AAA4-E23759909C2A}" dt="2026-05-22T07:08:57.230" v="577"/>
          <ac:picMkLst>
            <pc:docMk/>
            <pc:sldMk cId="0" sldId="268"/>
            <ac:picMk id="39" creationId="{EA5C481D-9FD1-1EE2-3EC6-93E89C8A0C6F}"/>
          </ac:picMkLst>
        </pc:picChg>
      </pc:sldChg>
      <pc:sldChg chg="addSp delSp modSp mod modNotesTx">
        <pc:chgData name="Nirmit Shah" userId="19542b5f-727d-48fc-a6e5-31748f5f223f" providerId="ADAL" clId="{6E744BBD-6A1F-4C63-AAA4-E23759909C2A}" dt="2026-05-27T06:05:12.887" v="6853" actId="20577"/>
        <pc:sldMkLst>
          <pc:docMk/>
          <pc:sldMk cId="0" sldId="269"/>
        </pc:sldMkLst>
        <pc:spChg chg="mod">
          <ac:chgData name="Nirmit Shah" userId="19542b5f-727d-48fc-a6e5-31748f5f223f" providerId="ADAL" clId="{6E744BBD-6A1F-4C63-AAA4-E23759909C2A}" dt="2026-05-25T09:51:53.074" v="3496" actId="313"/>
          <ac:spMkLst>
            <pc:docMk/>
            <pc:sldMk cId="0" sldId="269"/>
            <ac:spMk id="3" creationId="{00000000-0000-0000-0000-000000000000}"/>
          </ac:spMkLst>
        </pc:spChg>
        <pc:spChg chg="mod">
          <ac:chgData name="Nirmit Shah" userId="19542b5f-727d-48fc-a6e5-31748f5f223f" providerId="ADAL" clId="{6E744BBD-6A1F-4C63-AAA4-E23759909C2A}" dt="2026-05-22T09:19:53.929" v="1469"/>
          <ac:spMkLst>
            <pc:docMk/>
            <pc:sldMk cId="0" sldId="269"/>
            <ac:spMk id="5" creationId="{00000000-0000-0000-0000-000000000000}"/>
          </ac:spMkLst>
        </pc:spChg>
        <pc:spChg chg="mod">
          <ac:chgData name="Nirmit Shah" userId="19542b5f-727d-48fc-a6e5-31748f5f223f" providerId="ADAL" clId="{6E744BBD-6A1F-4C63-AAA4-E23759909C2A}" dt="2026-05-25T09:52:20.458" v="3502" actId="164"/>
          <ac:spMkLst>
            <pc:docMk/>
            <pc:sldMk cId="0" sldId="269"/>
            <ac:spMk id="6" creationId="{00000000-0000-0000-0000-000000000000}"/>
          </ac:spMkLst>
        </pc:spChg>
        <pc:spChg chg="mod">
          <ac:chgData name="Nirmit Shah" userId="19542b5f-727d-48fc-a6e5-31748f5f223f" providerId="ADAL" clId="{6E744BBD-6A1F-4C63-AAA4-E23759909C2A}" dt="2026-05-25T09:52:20.458" v="3502" actId="164"/>
          <ac:spMkLst>
            <pc:docMk/>
            <pc:sldMk cId="0" sldId="269"/>
            <ac:spMk id="7" creationId="{00000000-0000-0000-0000-000000000000}"/>
          </ac:spMkLst>
        </pc:spChg>
        <pc:spChg chg="mod">
          <ac:chgData name="Nirmit Shah" userId="19542b5f-727d-48fc-a6e5-31748f5f223f" providerId="ADAL" clId="{6E744BBD-6A1F-4C63-AAA4-E23759909C2A}" dt="2026-05-25T09:57:26.256" v="3915" actId="403"/>
          <ac:spMkLst>
            <pc:docMk/>
            <pc:sldMk cId="0" sldId="269"/>
            <ac:spMk id="8" creationId="{00000000-0000-0000-0000-000000000000}"/>
          </ac:spMkLst>
        </pc:spChg>
        <pc:spChg chg="mod">
          <ac:chgData name="Nirmit Shah" userId="19542b5f-727d-48fc-a6e5-31748f5f223f" providerId="ADAL" clId="{6E744BBD-6A1F-4C63-AAA4-E23759909C2A}" dt="2026-05-25T09:57:22.894" v="3914" actId="403"/>
          <ac:spMkLst>
            <pc:docMk/>
            <pc:sldMk cId="0" sldId="269"/>
            <ac:spMk id="9" creationId="{00000000-0000-0000-0000-000000000000}"/>
          </ac:spMkLst>
        </pc:spChg>
        <pc:spChg chg="mod">
          <ac:chgData name="Nirmit Shah" userId="19542b5f-727d-48fc-a6e5-31748f5f223f" providerId="ADAL" clId="{6E744BBD-6A1F-4C63-AAA4-E23759909C2A}" dt="2026-05-25T09:52:26.292" v="3503" actId="164"/>
          <ac:spMkLst>
            <pc:docMk/>
            <pc:sldMk cId="0" sldId="269"/>
            <ac:spMk id="10" creationId="{00000000-0000-0000-0000-000000000000}"/>
          </ac:spMkLst>
        </pc:spChg>
        <pc:spChg chg="mod">
          <ac:chgData name="Nirmit Shah" userId="19542b5f-727d-48fc-a6e5-31748f5f223f" providerId="ADAL" clId="{6E744BBD-6A1F-4C63-AAA4-E23759909C2A}" dt="2026-05-25T09:52:26.292" v="3503" actId="164"/>
          <ac:spMkLst>
            <pc:docMk/>
            <pc:sldMk cId="0" sldId="269"/>
            <ac:spMk id="11" creationId="{00000000-0000-0000-0000-000000000000}"/>
          </ac:spMkLst>
        </pc:spChg>
        <pc:spChg chg="mod">
          <ac:chgData name="Nirmit Shah" userId="19542b5f-727d-48fc-a6e5-31748f5f223f" providerId="ADAL" clId="{6E744BBD-6A1F-4C63-AAA4-E23759909C2A}" dt="2026-05-25T09:57:28.377" v="3916" actId="403"/>
          <ac:spMkLst>
            <pc:docMk/>
            <pc:sldMk cId="0" sldId="269"/>
            <ac:spMk id="12" creationId="{00000000-0000-0000-0000-000000000000}"/>
          </ac:spMkLst>
        </pc:spChg>
        <pc:spChg chg="mod">
          <ac:chgData name="Nirmit Shah" userId="19542b5f-727d-48fc-a6e5-31748f5f223f" providerId="ADAL" clId="{6E744BBD-6A1F-4C63-AAA4-E23759909C2A}" dt="2026-05-25T09:58:13.887" v="4008" actId="20577"/>
          <ac:spMkLst>
            <pc:docMk/>
            <pc:sldMk cId="0" sldId="269"/>
            <ac:spMk id="13" creationId="{00000000-0000-0000-0000-000000000000}"/>
          </ac:spMkLst>
        </pc:spChg>
        <pc:spChg chg="mod">
          <ac:chgData name="Nirmit Shah" userId="19542b5f-727d-48fc-a6e5-31748f5f223f" providerId="ADAL" clId="{6E744BBD-6A1F-4C63-AAA4-E23759909C2A}" dt="2026-05-25T09:52:35.914" v="3504" actId="164"/>
          <ac:spMkLst>
            <pc:docMk/>
            <pc:sldMk cId="0" sldId="269"/>
            <ac:spMk id="14" creationId="{00000000-0000-0000-0000-000000000000}"/>
          </ac:spMkLst>
        </pc:spChg>
        <pc:spChg chg="mod">
          <ac:chgData name="Nirmit Shah" userId="19542b5f-727d-48fc-a6e5-31748f5f223f" providerId="ADAL" clId="{6E744BBD-6A1F-4C63-AAA4-E23759909C2A}" dt="2026-05-25T09:52:35.914" v="3504" actId="164"/>
          <ac:spMkLst>
            <pc:docMk/>
            <pc:sldMk cId="0" sldId="269"/>
            <ac:spMk id="15" creationId="{00000000-0000-0000-0000-000000000000}"/>
          </ac:spMkLst>
        </pc:spChg>
        <pc:spChg chg="mod">
          <ac:chgData name="Nirmit Shah" userId="19542b5f-727d-48fc-a6e5-31748f5f223f" providerId="ADAL" clId="{6E744BBD-6A1F-4C63-AAA4-E23759909C2A}" dt="2026-05-25T09:56:23.008" v="3857" actId="1035"/>
          <ac:spMkLst>
            <pc:docMk/>
            <pc:sldMk cId="0" sldId="269"/>
            <ac:spMk id="16" creationId="{00000000-0000-0000-0000-000000000000}"/>
          </ac:spMkLst>
        </pc:spChg>
        <pc:spChg chg="mod">
          <ac:chgData name="Nirmit Shah" userId="19542b5f-727d-48fc-a6e5-31748f5f223f" providerId="ADAL" clId="{6E744BBD-6A1F-4C63-AAA4-E23759909C2A}" dt="2026-05-25T09:58:38.980" v="4041" actId="20577"/>
          <ac:spMkLst>
            <pc:docMk/>
            <pc:sldMk cId="0" sldId="269"/>
            <ac:spMk id="17" creationId="{00000000-0000-0000-0000-000000000000}"/>
          </ac:spMkLst>
        </pc:spChg>
        <pc:spChg chg="mod">
          <ac:chgData name="Nirmit Shah" userId="19542b5f-727d-48fc-a6e5-31748f5f223f" providerId="ADAL" clId="{6E744BBD-6A1F-4C63-AAA4-E23759909C2A}" dt="2026-05-25T09:52:41.015" v="3505" actId="164"/>
          <ac:spMkLst>
            <pc:docMk/>
            <pc:sldMk cId="0" sldId="269"/>
            <ac:spMk id="18" creationId="{00000000-0000-0000-0000-000000000000}"/>
          </ac:spMkLst>
        </pc:spChg>
        <pc:spChg chg="mod">
          <ac:chgData name="Nirmit Shah" userId="19542b5f-727d-48fc-a6e5-31748f5f223f" providerId="ADAL" clId="{6E744BBD-6A1F-4C63-AAA4-E23759909C2A}" dt="2026-05-25T09:52:41.015" v="3505" actId="164"/>
          <ac:spMkLst>
            <pc:docMk/>
            <pc:sldMk cId="0" sldId="269"/>
            <ac:spMk id="19" creationId="{00000000-0000-0000-0000-000000000000}"/>
          </ac:spMkLst>
        </pc:spChg>
        <pc:spChg chg="mod">
          <ac:chgData name="Nirmit Shah" userId="19542b5f-727d-48fc-a6e5-31748f5f223f" providerId="ADAL" clId="{6E744BBD-6A1F-4C63-AAA4-E23759909C2A}" dt="2026-05-25T09:56:10.073" v="3845" actId="1036"/>
          <ac:spMkLst>
            <pc:docMk/>
            <pc:sldMk cId="0" sldId="269"/>
            <ac:spMk id="20" creationId="{00000000-0000-0000-0000-000000000000}"/>
          </ac:spMkLst>
        </pc:spChg>
        <pc:spChg chg="mod">
          <ac:chgData name="Nirmit Shah" userId="19542b5f-727d-48fc-a6e5-31748f5f223f" providerId="ADAL" clId="{6E744BBD-6A1F-4C63-AAA4-E23759909C2A}" dt="2026-05-25T09:55:53.801" v="3828" actId="20577"/>
          <ac:spMkLst>
            <pc:docMk/>
            <pc:sldMk cId="0" sldId="269"/>
            <ac:spMk id="21" creationId="{00000000-0000-0000-0000-000000000000}"/>
          </ac:spMkLst>
        </pc:spChg>
        <pc:spChg chg="mod">
          <ac:chgData name="Nirmit Shah" userId="19542b5f-727d-48fc-a6e5-31748f5f223f" providerId="ADAL" clId="{6E744BBD-6A1F-4C63-AAA4-E23759909C2A}" dt="2026-05-25T09:59:09.642" v="4055" actId="20577"/>
          <ac:spMkLst>
            <pc:docMk/>
            <pc:sldMk cId="0" sldId="269"/>
            <ac:spMk id="23" creationId="{00000000-0000-0000-0000-000000000000}"/>
          </ac:spMkLst>
        </pc:spChg>
        <pc:spChg chg="mod">
          <ac:chgData name="Nirmit Shah" userId="19542b5f-727d-48fc-a6e5-31748f5f223f" providerId="ADAL" clId="{6E744BBD-6A1F-4C63-AAA4-E23759909C2A}" dt="2026-05-25T09:59:28.795" v="4085" actId="20577"/>
          <ac:spMkLst>
            <pc:docMk/>
            <pc:sldMk cId="0" sldId="269"/>
            <ac:spMk id="24" creationId="{00000000-0000-0000-0000-000000000000}"/>
          </ac:spMkLst>
        </pc:spChg>
        <pc:spChg chg="mod">
          <ac:chgData name="Nirmit Shah" userId="19542b5f-727d-48fc-a6e5-31748f5f223f" providerId="ADAL" clId="{6E744BBD-6A1F-4C63-AAA4-E23759909C2A}" dt="2026-05-25T09:55:17.603" v="3763" actId="164"/>
          <ac:spMkLst>
            <pc:docMk/>
            <pc:sldMk cId="0" sldId="269"/>
            <ac:spMk id="25" creationId="{00000000-0000-0000-0000-000000000000}"/>
          </ac:spMkLst>
        </pc:spChg>
        <pc:spChg chg="mod">
          <ac:chgData name="Nirmit Shah" userId="19542b5f-727d-48fc-a6e5-31748f5f223f" providerId="ADAL" clId="{6E744BBD-6A1F-4C63-AAA4-E23759909C2A}" dt="2026-05-25T09:55:17.603" v="3763" actId="164"/>
          <ac:spMkLst>
            <pc:docMk/>
            <pc:sldMk cId="0" sldId="269"/>
            <ac:spMk id="26" creationId="{00000000-0000-0000-0000-000000000000}"/>
          </ac:spMkLst>
        </pc:spChg>
        <pc:spChg chg="mod">
          <ac:chgData name="Nirmit Shah" userId="19542b5f-727d-48fc-a6e5-31748f5f223f" providerId="ADAL" clId="{6E744BBD-6A1F-4C63-AAA4-E23759909C2A}" dt="2026-05-25T09:55:17.603" v="3763" actId="164"/>
          <ac:spMkLst>
            <pc:docMk/>
            <pc:sldMk cId="0" sldId="269"/>
            <ac:spMk id="27" creationId="{00000000-0000-0000-0000-000000000000}"/>
          </ac:spMkLst>
        </pc:spChg>
        <pc:spChg chg="mod">
          <ac:chgData name="Nirmit Shah" userId="19542b5f-727d-48fc-a6e5-31748f5f223f" providerId="ADAL" clId="{6E744BBD-6A1F-4C63-AAA4-E23759909C2A}" dt="2026-05-27T05:18:04.236" v="6583" actId="20577"/>
          <ac:spMkLst>
            <pc:docMk/>
            <pc:sldMk cId="0" sldId="269"/>
            <ac:spMk id="28" creationId="{00000000-0000-0000-0000-000000000000}"/>
          </ac:spMkLst>
        </pc:spChg>
        <pc:grpChg chg="add mod">
          <ac:chgData name="Nirmit Shah" userId="19542b5f-727d-48fc-a6e5-31748f5f223f" providerId="ADAL" clId="{6E744BBD-6A1F-4C63-AAA4-E23759909C2A}" dt="2026-05-25T09:52:20.458" v="3502" actId="164"/>
          <ac:grpSpMkLst>
            <pc:docMk/>
            <pc:sldMk cId="0" sldId="269"/>
            <ac:grpSpMk id="30" creationId="{B32E736D-C728-F82D-5554-8387F5660F30}"/>
          </ac:grpSpMkLst>
        </pc:grpChg>
        <pc:grpChg chg="add mod">
          <ac:chgData name="Nirmit Shah" userId="19542b5f-727d-48fc-a6e5-31748f5f223f" providerId="ADAL" clId="{6E744BBD-6A1F-4C63-AAA4-E23759909C2A}" dt="2026-05-25T09:52:26.292" v="3503" actId="164"/>
          <ac:grpSpMkLst>
            <pc:docMk/>
            <pc:sldMk cId="0" sldId="269"/>
            <ac:grpSpMk id="31" creationId="{C5A06799-B983-45AE-CCD6-560DCBD55BC1}"/>
          </ac:grpSpMkLst>
        </pc:grpChg>
        <pc:grpChg chg="add mod">
          <ac:chgData name="Nirmit Shah" userId="19542b5f-727d-48fc-a6e5-31748f5f223f" providerId="ADAL" clId="{6E744BBD-6A1F-4C63-AAA4-E23759909C2A}" dt="2026-05-25T09:52:35.914" v="3504" actId="164"/>
          <ac:grpSpMkLst>
            <pc:docMk/>
            <pc:sldMk cId="0" sldId="269"/>
            <ac:grpSpMk id="32" creationId="{A27F4B5E-C8C6-F28A-6782-0C3786922295}"/>
          </ac:grpSpMkLst>
        </pc:grpChg>
        <pc:grpChg chg="add mod">
          <ac:chgData name="Nirmit Shah" userId="19542b5f-727d-48fc-a6e5-31748f5f223f" providerId="ADAL" clId="{6E744BBD-6A1F-4C63-AAA4-E23759909C2A}" dt="2026-05-25T09:52:41.015" v="3505" actId="164"/>
          <ac:grpSpMkLst>
            <pc:docMk/>
            <pc:sldMk cId="0" sldId="269"/>
            <ac:grpSpMk id="33" creationId="{AB3F60AC-717D-E4A4-1E93-6F288C3BD099}"/>
          </ac:grpSpMkLst>
        </pc:grpChg>
        <pc:grpChg chg="add mod">
          <ac:chgData name="Nirmit Shah" userId="19542b5f-727d-48fc-a6e5-31748f5f223f" providerId="ADAL" clId="{6E744BBD-6A1F-4C63-AAA4-E23759909C2A}" dt="2026-05-25T09:55:22.586" v="3768" actId="1036"/>
          <ac:grpSpMkLst>
            <pc:docMk/>
            <pc:sldMk cId="0" sldId="269"/>
            <ac:grpSpMk id="34" creationId="{1551895F-C0A8-861D-72B1-08C65B319617}"/>
          </ac:grpSpMkLst>
        </pc:grpChg>
        <pc:picChg chg="add mod">
          <ac:chgData name="Nirmit Shah" userId="19542b5f-727d-48fc-a6e5-31748f5f223f" providerId="ADAL" clId="{6E744BBD-6A1F-4C63-AAA4-E23759909C2A}" dt="2026-05-22T07:09:00.106" v="578"/>
          <ac:picMkLst>
            <pc:docMk/>
            <pc:sldMk cId="0" sldId="269"/>
            <ac:picMk id="29" creationId="{60F8649D-DF52-2930-22A5-9B0F3B8F8BC6}"/>
          </ac:picMkLst>
        </pc:picChg>
      </pc:sldChg>
      <pc:sldChg chg="addSp delSp modSp mod modNotesTx">
        <pc:chgData name="Nirmit Shah" userId="19542b5f-727d-48fc-a6e5-31748f5f223f" providerId="ADAL" clId="{6E744BBD-6A1F-4C63-AAA4-E23759909C2A}" dt="2026-05-27T06:05:56.353" v="6857" actId="20577"/>
        <pc:sldMkLst>
          <pc:docMk/>
          <pc:sldMk cId="0" sldId="270"/>
        </pc:sldMkLst>
        <pc:spChg chg="mod">
          <ac:chgData name="Nirmit Shah" userId="19542b5f-727d-48fc-a6e5-31748f5f223f" providerId="ADAL" clId="{6E744BBD-6A1F-4C63-AAA4-E23759909C2A}" dt="2026-05-25T10:00:02.187" v="4090" actId="403"/>
          <ac:spMkLst>
            <pc:docMk/>
            <pc:sldMk cId="0" sldId="270"/>
            <ac:spMk id="3" creationId="{00000000-0000-0000-0000-000000000000}"/>
          </ac:spMkLst>
        </pc:spChg>
        <pc:spChg chg="mod">
          <ac:chgData name="Nirmit Shah" userId="19542b5f-727d-48fc-a6e5-31748f5f223f" providerId="ADAL" clId="{6E744BBD-6A1F-4C63-AAA4-E23759909C2A}" dt="2026-05-25T10:00:55.145" v="4127" actId="1076"/>
          <ac:spMkLst>
            <pc:docMk/>
            <pc:sldMk cId="0" sldId="270"/>
            <ac:spMk id="5" creationId="{00000000-0000-0000-0000-000000000000}"/>
          </ac:spMkLst>
        </pc:spChg>
        <pc:spChg chg="mod">
          <ac:chgData name="Nirmit Shah" userId="19542b5f-727d-48fc-a6e5-31748f5f223f" providerId="ADAL" clId="{6E744BBD-6A1F-4C63-AAA4-E23759909C2A}" dt="2026-05-25T10:00:16.704" v="4093" actId="164"/>
          <ac:spMkLst>
            <pc:docMk/>
            <pc:sldMk cId="0" sldId="270"/>
            <ac:spMk id="6" creationId="{00000000-0000-0000-0000-000000000000}"/>
          </ac:spMkLst>
        </pc:spChg>
        <pc:spChg chg="mod">
          <ac:chgData name="Nirmit Shah" userId="19542b5f-727d-48fc-a6e5-31748f5f223f" providerId="ADAL" clId="{6E744BBD-6A1F-4C63-AAA4-E23759909C2A}" dt="2026-05-25T10:00:16.704" v="4093" actId="164"/>
          <ac:spMkLst>
            <pc:docMk/>
            <pc:sldMk cId="0" sldId="270"/>
            <ac:spMk id="7" creationId="{00000000-0000-0000-0000-000000000000}"/>
          </ac:spMkLst>
        </pc:spChg>
        <pc:spChg chg="mod">
          <ac:chgData name="Nirmit Shah" userId="19542b5f-727d-48fc-a6e5-31748f5f223f" providerId="ADAL" clId="{6E744BBD-6A1F-4C63-AAA4-E23759909C2A}" dt="2026-05-25T10:01:51.192" v="4229" actId="122"/>
          <ac:spMkLst>
            <pc:docMk/>
            <pc:sldMk cId="0" sldId="270"/>
            <ac:spMk id="8" creationId="{00000000-0000-0000-0000-000000000000}"/>
          </ac:spMkLst>
        </pc:spChg>
        <pc:spChg chg="mod">
          <ac:chgData name="Nirmit Shah" userId="19542b5f-727d-48fc-a6e5-31748f5f223f" providerId="ADAL" clId="{6E744BBD-6A1F-4C63-AAA4-E23759909C2A}" dt="2026-05-25T10:03:03.395" v="4304" actId="403"/>
          <ac:spMkLst>
            <pc:docMk/>
            <pc:sldMk cId="0" sldId="270"/>
            <ac:spMk id="9" creationId="{00000000-0000-0000-0000-000000000000}"/>
          </ac:spMkLst>
        </pc:spChg>
        <pc:spChg chg="mod">
          <ac:chgData name="Nirmit Shah" userId="19542b5f-727d-48fc-a6e5-31748f5f223f" providerId="ADAL" clId="{6E744BBD-6A1F-4C63-AAA4-E23759909C2A}" dt="2026-05-25T10:03:11.884" v="4317" actId="20577"/>
          <ac:spMkLst>
            <pc:docMk/>
            <pc:sldMk cId="0" sldId="270"/>
            <ac:spMk id="10" creationId="{00000000-0000-0000-0000-000000000000}"/>
          </ac:spMkLst>
        </pc:spChg>
        <pc:spChg chg="mod">
          <ac:chgData name="Nirmit Shah" userId="19542b5f-727d-48fc-a6e5-31748f5f223f" providerId="ADAL" clId="{6E744BBD-6A1F-4C63-AAA4-E23759909C2A}" dt="2026-05-25T10:00:27.806" v="4094" actId="164"/>
          <ac:spMkLst>
            <pc:docMk/>
            <pc:sldMk cId="0" sldId="270"/>
            <ac:spMk id="11" creationId="{00000000-0000-0000-0000-000000000000}"/>
          </ac:spMkLst>
        </pc:spChg>
        <pc:spChg chg="mod">
          <ac:chgData name="Nirmit Shah" userId="19542b5f-727d-48fc-a6e5-31748f5f223f" providerId="ADAL" clId="{6E744BBD-6A1F-4C63-AAA4-E23759909C2A}" dt="2026-05-25T10:00:27.806" v="4094" actId="164"/>
          <ac:spMkLst>
            <pc:docMk/>
            <pc:sldMk cId="0" sldId="270"/>
            <ac:spMk id="12" creationId="{00000000-0000-0000-0000-000000000000}"/>
          </ac:spMkLst>
        </pc:spChg>
        <pc:spChg chg="mod">
          <ac:chgData name="Nirmit Shah" userId="19542b5f-727d-48fc-a6e5-31748f5f223f" providerId="ADAL" clId="{6E744BBD-6A1F-4C63-AAA4-E23759909C2A}" dt="2026-05-25T10:02:12.449" v="4253" actId="122"/>
          <ac:spMkLst>
            <pc:docMk/>
            <pc:sldMk cId="0" sldId="270"/>
            <ac:spMk id="13" creationId="{00000000-0000-0000-0000-000000000000}"/>
          </ac:spMkLst>
        </pc:spChg>
        <pc:spChg chg="mod">
          <ac:chgData name="Nirmit Shah" userId="19542b5f-727d-48fc-a6e5-31748f5f223f" providerId="ADAL" clId="{6E744BBD-6A1F-4C63-AAA4-E23759909C2A}" dt="2026-05-25T10:00:27.806" v="4094" actId="164"/>
          <ac:spMkLst>
            <pc:docMk/>
            <pc:sldMk cId="0" sldId="270"/>
            <ac:spMk id="14" creationId="{00000000-0000-0000-0000-000000000000}"/>
          </ac:spMkLst>
        </pc:spChg>
        <pc:spChg chg="mod">
          <ac:chgData name="Nirmit Shah" userId="19542b5f-727d-48fc-a6e5-31748f5f223f" providerId="ADAL" clId="{6E744BBD-6A1F-4C63-AAA4-E23759909C2A}" dt="2026-05-25T10:03:22.448" v="4325" actId="1035"/>
          <ac:spMkLst>
            <pc:docMk/>
            <pc:sldMk cId="0" sldId="270"/>
            <ac:spMk id="15" creationId="{00000000-0000-0000-0000-000000000000}"/>
          </ac:spMkLst>
        </pc:spChg>
        <pc:spChg chg="mod">
          <ac:chgData name="Nirmit Shah" userId="19542b5f-727d-48fc-a6e5-31748f5f223f" providerId="ADAL" clId="{6E744BBD-6A1F-4C63-AAA4-E23759909C2A}" dt="2026-05-25T10:00:32.819" v="4095" actId="164"/>
          <ac:spMkLst>
            <pc:docMk/>
            <pc:sldMk cId="0" sldId="270"/>
            <ac:spMk id="16" creationId="{00000000-0000-0000-0000-000000000000}"/>
          </ac:spMkLst>
        </pc:spChg>
        <pc:spChg chg="mod">
          <ac:chgData name="Nirmit Shah" userId="19542b5f-727d-48fc-a6e5-31748f5f223f" providerId="ADAL" clId="{6E744BBD-6A1F-4C63-AAA4-E23759909C2A}" dt="2026-05-25T10:00:32.819" v="4095" actId="164"/>
          <ac:spMkLst>
            <pc:docMk/>
            <pc:sldMk cId="0" sldId="270"/>
            <ac:spMk id="17" creationId="{00000000-0000-0000-0000-000000000000}"/>
          </ac:spMkLst>
        </pc:spChg>
        <pc:spChg chg="mod">
          <ac:chgData name="Nirmit Shah" userId="19542b5f-727d-48fc-a6e5-31748f5f223f" providerId="ADAL" clId="{6E744BBD-6A1F-4C63-AAA4-E23759909C2A}" dt="2026-05-25T10:02:31.359" v="4285" actId="20577"/>
          <ac:spMkLst>
            <pc:docMk/>
            <pc:sldMk cId="0" sldId="270"/>
            <ac:spMk id="18" creationId="{00000000-0000-0000-0000-000000000000}"/>
          </ac:spMkLst>
        </pc:spChg>
        <pc:spChg chg="mod">
          <ac:chgData name="Nirmit Shah" userId="19542b5f-727d-48fc-a6e5-31748f5f223f" providerId="ADAL" clId="{6E744BBD-6A1F-4C63-AAA4-E23759909C2A}" dt="2026-05-25T10:03:33.858" v="4335" actId="403"/>
          <ac:spMkLst>
            <pc:docMk/>
            <pc:sldMk cId="0" sldId="270"/>
            <ac:spMk id="19" creationId="{00000000-0000-0000-0000-000000000000}"/>
          </ac:spMkLst>
        </pc:spChg>
        <pc:spChg chg="mod">
          <ac:chgData name="Nirmit Shah" userId="19542b5f-727d-48fc-a6e5-31748f5f223f" providerId="ADAL" clId="{6E744BBD-6A1F-4C63-AAA4-E23759909C2A}" dt="2026-05-25T10:03:28.955" v="4327" actId="403"/>
          <ac:spMkLst>
            <pc:docMk/>
            <pc:sldMk cId="0" sldId="270"/>
            <ac:spMk id="20" creationId="{00000000-0000-0000-0000-000000000000}"/>
          </ac:spMkLst>
        </pc:spChg>
        <pc:spChg chg="mod">
          <ac:chgData name="Nirmit Shah" userId="19542b5f-727d-48fc-a6e5-31748f5f223f" providerId="ADAL" clId="{6E744BBD-6A1F-4C63-AAA4-E23759909C2A}" dt="2026-05-25T10:00:44.040" v="4097" actId="164"/>
          <ac:spMkLst>
            <pc:docMk/>
            <pc:sldMk cId="0" sldId="270"/>
            <ac:spMk id="21" creationId="{00000000-0000-0000-0000-000000000000}"/>
          </ac:spMkLst>
        </pc:spChg>
        <pc:spChg chg="mod">
          <ac:chgData name="Nirmit Shah" userId="19542b5f-727d-48fc-a6e5-31748f5f223f" providerId="ADAL" clId="{6E744BBD-6A1F-4C63-AAA4-E23759909C2A}" dt="2026-05-25T10:00:44.040" v="4097" actId="164"/>
          <ac:spMkLst>
            <pc:docMk/>
            <pc:sldMk cId="0" sldId="270"/>
            <ac:spMk id="22" creationId="{00000000-0000-0000-0000-000000000000}"/>
          </ac:spMkLst>
        </pc:spChg>
        <pc:spChg chg="mod">
          <ac:chgData name="Nirmit Shah" userId="19542b5f-727d-48fc-a6e5-31748f5f223f" providerId="ADAL" clId="{6E744BBD-6A1F-4C63-AAA4-E23759909C2A}" dt="2026-05-25T10:02:37.603" v="4289" actId="122"/>
          <ac:spMkLst>
            <pc:docMk/>
            <pc:sldMk cId="0" sldId="270"/>
            <ac:spMk id="23" creationId="{00000000-0000-0000-0000-000000000000}"/>
          </ac:spMkLst>
        </pc:spChg>
        <pc:spChg chg="mod">
          <ac:chgData name="Nirmit Shah" userId="19542b5f-727d-48fc-a6e5-31748f5f223f" providerId="ADAL" clId="{6E744BBD-6A1F-4C63-AAA4-E23759909C2A}" dt="2026-05-25T10:03:47.708" v="4348" actId="20577"/>
          <ac:spMkLst>
            <pc:docMk/>
            <pc:sldMk cId="0" sldId="270"/>
            <ac:spMk id="24" creationId="{00000000-0000-0000-0000-000000000000}"/>
          </ac:spMkLst>
        </pc:spChg>
        <pc:spChg chg="mod">
          <ac:chgData name="Nirmit Shah" userId="19542b5f-727d-48fc-a6e5-31748f5f223f" providerId="ADAL" clId="{6E744BBD-6A1F-4C63-AAA4-E23759909C2A}" dt="2026-05-25T10:03:42.765" v="4339" actId="403"/>
          <ac:spMkLst>
            <pc:docMk/>
            <pc:sldMk cId="0" sldId="270"/>
            <ac:spMk id="25" creationId="{00000000-0000-0000-0000-000000000000}"/>
          </ac:spMkLst>
        </pc:spChg>
        <pc:spChg chg="mod">
          <ac:chgData name="Nirmit Shah" userId="19542b5f-727d-48fc-a6e5-31748f5f223f" providerId="ADAL" clId="{6E744BBD-6A1F-4C63-AAA4-E23759909C2A}" dt="2026-05-25T10:01:02.066" v="4128" actId="164"/>
          <ac:spMkLst>
            <pc:docMk/>
            <pc:sldMk cId="0" sldId="270"/>
            <ac:spMk id="26" creationId="{00000000-0000-0000-0000-000000000000}"/>
          </ac:spMkLst>
        </pc:spChg>
        <pc:spChg chg="mod">
          <ac:chgData name="Nirmit Shah" userId="19542b5f-727d-48fc-a6e5-31748f5f223f" providerId="ADAL" clId="{6E744BBD-6A1F-4C63-AAA4-E23759909C2A}" dt="2026-05-25T10:00:38.721" v="4096" actId="164"/>
          <ac:spMkLst>
            <pc:docMk/>
            <pc:sldMk cId="0" sldId="270"/>
            <ac:spMk id="27" creationId="{00000000-0000-0000-0000-000000000000}"/>
          </ac:spMkLst>
        </pc:spChg>
        <pc:spChg chg="mod">
          <ac:chgData name="Nirmit Shah" userId="19542b5f-727d-48fc-a6e5-31748f5f223f" providerId="ADAL" clId="{6E744BBD-6A1F-4C63-AAA4-E23759909C2A}" dt="2026-05-25T10:02:43.579" v="4292" actId="403"/>
          <ac:spMkLst>
            <pc:docMk/>
            <pc:sldMk cId="0" sldId="270"/>
            <ac:spMk id="28" creationId="{00000000-0000-0000-0000-000000000000}"/>
          </ac:spMkLst>
        </pc:spChg>
        <pc:spChg chg="mod">
          <ac:chgData name="Nirmit Shah" userId="19542b5f-727d-48fc-a6e5-31748f5f223f" providerId="ADAL" clId="{6E744BBD-6A1F-4C63-AAA4-E23759909C2A}" dt="2026-05-25T10:03:53.473" v="4350" actId="403"/>
          <ac:spMkLst>
            <pc:docMk/>
            <pc:sldMk cId="0" sldId="270"/>
            <ac:spMk id="29" creationId="{00000000-0000-0000-0000-000000000000}"/>
          </ac:spMkLst>
        </pc:spChg>
        <pc:spChg chg="mod">
          <ac:chgData name="Nirmit Shah" userId="19542b5f-727d-48fc-a6e5-31748f5f223f" providerId="ADAL" clId="{6E744BBD-6A1F-4C63-AAA4-E23759909C2A}" dt="2026-05-25T10:03:56.723" v="4352" actId="403"/>
          <ac:spMkLst>
            <pc:docMk/>
            <pc:sldMk cId="0" sldId="270"/>
            <ac:spMk id="30" creationId="{00000000-0000-0000-0000-000000000000}"/>
          </ac:spMkLst>
        </pc:spChg>
        <pc:spChg chg="mod">
          <ac:chgData name="Nirmit Shah" userId="19542b5f-727d-48fc-a6e5-31748f5f223f" providerId="ADAL" clId="{6E744BBD-6A1F-4C63-AAA4-E23759909C2A}" dt="2026-05-27T05:17:56.560" v="6579" actId="20577"/>
          <ac:spMkLst>
            <pc:docMk/>
            <pc:sldMk cId="0" sldId="270"/>
            <ac:spMk id="31" creationId="{00000000-0000-0000-0000-000000000000}"/>
          </ac:spMkLst>
        </pc:spChg>
        <pc:spChg chg="add mod">
          <ac:chgData name="Nirmit Shah" userId="19542b5f-727d-48fc-a6e5-31748f5f223f" providerId="ADAL" clId="{6E744BBD-6A1F-4C63-AAA4-E23759909C2A}" dt="2026-05-27T05:02:39.834" v="5938" actId="1035"/>
          <ac:spMkLst>
            <pc:docMk/>
            <pc:sldMk cId="0" sldId="270"/>
            <ac:spMk id="40" creationId="{D5221554-0A75-CFD8-FA26-6F0FB24AF0F5}"/>
          </ac:spMkLst>
        </pc:spChg>
        <pc:grpChg chg="add mod">
          <ac:chgData name="Nirmit Shah" userId="19542b5f-727d-48fc-a6e5-31748f5f223f" providerId="ADAL" clId="{6E744BBD-6A1F-4C63-AAA4-E23759909C2A}" dt="2026-05-25T10:00:16.704" v="4093" actId="164"/>
          <ac:grpSpMkLst>
            <pc:docMk/>
            <pc:sldMk cId="0" sldId="270"/>
            <ac:grpSpMk id="34" creationId="{A8D340D0-1A63-C494-9245-801B974FBD8E}"/>
          </ac:grpSpMkLst>
        </pc:grpChg>
        <pc:grpChg chg="add mod">
          <ac:chgData name="Nirmit Shah" userId="19542b5f-727d-48fc-a6e5-31748f5f223f" providerId="ADAL" clId="{6E744BBD-6A1F-4C63-AAA4-E23759909C2A}" dt="2026-05-25T10:00:27.806" v="4094" actId="164"/>
          <ac:grpSpMkLst>
            <pc:docMk/>
            <pc:sldMk cId="0" sldId="270"/>
            <ac:grpSpMk id="35" creationId="{BB2243B1-EF13-6B35-BC6B-42F9C68982A3}"/>
          </ac:grpSpMkLst>
        </pc:grpChg>
        <pc:grpChg chg="add mod">
          <ac:chgData name="Nirmit Shah" userId="19542b5f-727d-48fc-a6e5-31748f5f223f" providerId="ADAL" clId="{6E744BBD-6A1F-4C63-AAA4-E23759909C2A}" dt="2026-05-25T10:00:32.819" v="4095" actId="164"/>
          <ac:grpSpMkLst>
            <pc:docMk/>
            <pc:sldMk cId="0" sldId="270"/>
            <ac:grpSpMk id="36" creationId="{056E54F7-7966-B5D9-6F3D-DD66C5C75938}"/>
          </ac:grpSpMkLst>
        </pc:grpChg>
        <pc:grpChg chg="add mod">
          <ac:chgData name="Nirmit Shah" userId="19542b5f-727d-48fc-a6e5-31748f5f223f" providerId="ADAL" clId="{6E744BBD-6A1F-4C63-AAA4-E23759909C2A}" dt="2026-05-25T10:01:02.066" v="4128" actId="164"/>
          <ac:grpSpMkLst>
            <pc:docMk/>
            <pc:sldMk cId="0" sldId="270"/>
            <ac:grpSpMk id="37" creationId="{E3EB5026-3183-6876-475B-B889C1C334BA}"/>
          </ac:grpSpMkLst>
        </pc:grpChg>
        <pc:grpChg chg="add mod">
          <ac:chgData name="Nirmit Shah" userId="19542b5f-727d-48fc-a6e5-31748f5f223f" providerId="ADAL" clId="{6E744BBD-6A1F-4C63-AAA4-E23759909C2A}" dt="2026-05-25T10:00:44.040" v="4097" actId="164"/>
          <ac:grpSpMkLst>
            <pc:docMk/>
            <pc:sldMk cId="0" sldId="270"/>
            <ac:grpSpMk id="38" creationId="{9573D5AA-30E5-BB65-B933-0B6DDF5FAA7A}"/>
          </ac:grpSpMkLst>
        </pc:grpChg>
        <pc:grpChg chg="add mod">
          <ac:chgData name="Nirmit Shah" userId="19542b5f-727d-48fc-a6e5-31748f5f223f" providerId="ADAL" clId="{6E744BBD-6A1F-4C63-AAA4-E23759909C2A}" dt="2026-05-25T10:01:38.318" v="4225" actId="1037"/>
          <ac:grpSpMkLst>
            <pc:docMk/>
            <pc:sldMk cId="0" sldId="270"/>
            <ac:grpSpMk id="39" creationId="{CB3B69A5-4055-3E63-68A9-83FD95C74636}"/>
          </ac:grpSpMkLst>
        </pc:grpChg>
        <pc:picChg chg="add mod">
          <ac:chgData name="Nirmit Shah" userId="19542b5f-727d-48fc-a6e5-31748f5f223f" providerId="ADAL" clId="{6E744BBD-6A1F-4C63-AAA4-E23759909C2A}" dt="2026-05-22T07:09:02.143" v="579"/>
          <ac:picMkLst>
            <pc:docMk/>
            <pc:sldMk cId="0" sldId="270"/>
            <ac:picMk id="32" creationId="{A963ED1A-936A-32D7-65C3-F63E09B4DBBC}"/>
          </ac:picMkLst>
        </pc:picChg>
      </pc:sldChg>
      <pc:sldChg chg="addSp delSp modSp add del mod modNotesTx">
        <pc:chgData name="Nirmit Shah" userId="19542b5f-727d-48fc-a6e5-31748f5f223f" providerId="ADAL" clId="{6E744BBD-6A1F-4C63-AAA4-E23759909C2A}" dt="2026-05-27T06:13:59.079" v="6865" actId="20577"/>
        <pc:sldMkLst>
          <pc:docMk/>
          <pc:sldMk cId="0" sldId="271"/>
        </pc:sldMkLst>
        <pc:spChg chg="mod">
          <ac:chgData name="Nirmit Shah" userId="19542b5f-727d-48fc-a6e5-31748f5f223f" providerId="ADAL" clId="{6E744BBD-6A1F-4C63-AAA4-E23759909C2A}" dt="2026-05-25T10:05:00.766" v="4405" actId="20577"/>
          <ac:spMkLst>
            <pc:docMk/>
            <pc:sldMk cId="0" sldId="271"/>
            <ac:spMk id="3" creationId="{00000000-0000-0000-0000-000000000000}"/>
          </ac:spMkLst>
        </pc:spChg>
        <pc:spChg chg="mod">
          <ac:chgData name="Nirmit Shah" userId="19542b5f-727d-48fc-a6e5-31748f5f223f" providerId="ADAL" clId="{6E744BBD-6A1F-4C63-AAA4-E23759909C2A}" dt="2026-05-25T10:07:35.920" v="4557" actId="20577"/>
          <ac:spMkLst>
            <pc:docMk/>
            <pc:sldMk cId="0" sldId="271"/>
            <ac:spMk id="5" creationId="{00000000-0000-0000-0000-000000000000}"/>
          </ac:spMkLst>
        </pc:spChg>
        <pc:spChg chg="mod">
          <ac:chgData name="Nirmit Shah" userId="19542b5f-727d-48fc-a6e5-31748f5f223f" providerId="ADAL" clId="{6E744BBD-6A1F-4C63-AAA4-E23759909C2A}" dt="2026-05-25T10:05:05.015" v="4412" actId="20577"/>
          <ac:spMkLst>
            <pc:docMk/>
            <pc:sldMk cId="0" sldId="271"/>
            <ac:spMk id="6" creationId="{00000000-0000-0000-0000-000000000000}"/>
          </ac:spMkLst>
        </pc:spChg>
        <pc:spChg chg="mod">
          <ac:chgData name="Nirmit Shah" userId="19542b5f-727d-48fc-a6e5-31748f5f223f" providerId="ADAL" clId="{6E744BBD-6A1F-4C63-AAA4-E23759909C2A}" dt="2026-05-25T10:05:27.638" v="4415" actId="164"/>
          <ac:spMkLst>
            <pc:docMk/>
            <pc:sldMk cId="0" sldId="271"/>
            <ac:spMk id="7" creationId="{00000000-0000-0000-0000-000000000000}"/>
          </ac:spMkLst>
        </pc:spChg>
        <pc:spChg chg="mod">
          <ac:chgData name="Nirmit Shah" userId="19542b5f-727d-48fc-a6e5-31748f5f223f" providerId="ADAL" clId="{6E744BBD-6A1F-4C63-AAA4-E23759909C2A}" dt="2026-05-25T10:05:34.254" v="4417" actId="403"/>
          <ac:spMkLst>
            <pc:docMk/>
            <pc:sldMk cId="0" sldId="271"/>
            <ac:spMk id="8" creationId="{00000000-0000-0000-0000-000000000000}"/>
          </ac:spMkLst>
        </pc:spChg>
        <pc:spChg chg="mod">
          <ac:chgData name="Nirmit Shah" userId="19542b5f-727d-48fc-a6e5-31748f5f223f" providerId="ADAL" clId="{6E744BBD-6A1F-4C63-AAA4-E23759909C2A}" dt="2026-05-25T10:08:14.980" v="4597" actId="20577"/>
          <ac:spMkLst>
            <pc:docMk/>
            <pc:sldMk cId="0" sldId="271"/>
            <ac:spMk id="9" creationId="{00000000-0000-0000-0000-000000000000}"/>
          </ac:spMkLst>
        </pc:spChg>
        <pc:spChg chg="mod">
          <ac:chgData name="Nirmit Shah" userId="19542b5f-727d-48fc-a6e5-31748f5f223f" providerId="ADAL" clId="{6E744BBD-6A1F-4C63-AAA4-E23759909C2A}" dt="2026-05-25T10:07:03.237" v="4515" actId="255"/>
          <ac:spMkLst>
            <pc:docMk/>
            <pc:sldMk cId="0" sldId="271"/>
            <ac:spMk id="10" creationId="{00000000-0000-0000-0000-000000000000}"/>
          </ac:spMkLst>
        </pc:spChg>
        <pc:spChg chg="mod">
          <ac:chgData name="Nirmit Shah" userId="19542b5f-727d-48fc-a6e5-31748f5f223f" providerId="ADAL" clId="{6E744BBD-6A1F-4C63-AAA4-E23759909C2A}" dt="2026-05-25T10:05:27.638" v="4415" actId="164"/>
          <ac:spMkLst>
            <pc:docMk/>
            <pc:sldMk cId="0" sldId="271"/>
            <ac:spMk id="11" creationId="{00000000-0000-0000-0000-000000000000}"/>
          </ac:spMkLst>
        </pc:spChg>
        <pc:spChg chg="mod">
          <ac:chgData name="Nirmit Shah" userId="19542b5f-727d-48fc-a6e5-31748f5f223f" providerId="ADAL" clId="{6E744BBD-6A1F-4C63-AAA4-E23759909C2A}" dt="2026-05-25T10:05:45.730" v="4421" actId="403"/>
          <ac:spMkLst>
            <pc:docMk/>
            <pc:sldMk cId="0" sldId="271"/>
            <ac:spMk id="12" creationId="{00000000-0000-0000-0000-000000000000}"/>
          </ac:spMkLst>
        </pc:spChg>
        <pc:spChg chg="mod">
          <ac:chgData name="Nirmit Shah" userId="19542b5f-727d-48fc-a6e5-31748f5f223f" providerId="ADAL" clId="{6E744BBD-6A1F-4C63-AAA4-E23759909C2A}" dt="2026-05-25T10:07:21.367" v="4539" actId="1036"/>
          <ac:spMkLst>
            <pc:docMk/>
            <pc:sldMk cId="0" sldId="271"/>
            <ac:spMk id="13" creationId="{00000000-0000-0000-0000-000000000000}"/>
          </ac:spMkLst>
        </pc:spChg>
        <pc:spChg chg="mod">
          <ac:chgData name="Nirmit Shah" userId="19542b5f-727d-48fc-a6e5-31748f5f223f" providerId="ADAL" clId="{6E744BBD-6A1F-4C63-AAA4-E23759909C2A}" dt="2026-05-25T10:07:50.022" v="4559" actId="207"/>
          <ac:spMkLst>
            <pc:docMk/>
            <pc:sldMk cId="0" sldId="271"/>
            <ac:spMk id="14" creationId="{00000000-0000-0000-0000-000000000000}"/>
          </ac:spMkLst>
        </pc:spChg>
        <pc:spChg chg="mod">
          <ac:chgData name="Nirmit Shah" userId="19542b5f-727d-48fc-a6e5-31748f5f223f" providerId="ADAL" clId="{6E744BBD-6A1F-4C63-AAA4-E23759909C2A}" dt="2026-05-25T10:05:27.638" v="4415" actId="164"/>
          <ac:spMkLst>
            <pc:docMk/>
            <pc:sldMk cId="0" sldId="271"/>
            <ac:spMk id="15" creationId="{00000000-0000-0000-0000-000000000000}"/>
          </ac:spMkLst>
        </pc:spChg>
        <pc:spChg chg="mod">
          <ac:chgData name="Nirmit Shah" userId="19542b5f-727d-48fc-a6e5-31748f5f223f" providerId="ADAL" clId="{6E744BBD-6A1F-4C63-AAA4-E23759909C2A}" dt="2026-05-25T10:05:49.641" v="4423" actId="403"/>
          <ac:spMkLst>
            <pc:docMk/>
            <pc:sldMk cId="0" sldId="271"/>
            <ac:spMk id="16" creationId="{00000000-0000-0000-0000-000000000000}"/>
          </ac:spMkLst>
        </pc:spChg>
        <pc:spChg chg="mod">
          <ac:chgData name="Nirmit Shah" userId="19542b5f-727d-48fc-a6e5-31748f5f223f" providerId="ADAL" clId="{6E744BBD-6A1F-4C63-AAA4-E23759909C2A}" dt="2026-05-25T10:07:42.462" v="4558" actId="313"/>
          <ac:spMkLst>
            <pc:docMk/>
            <pc:sldMk cId="0" sldId="271"/>
            <ac:spMk id="17" creationId="{00000000-0000-0000-0000-000000000000}"/>
          </ac:spMkLst>
        </pc:spChg>
        <pc:spChg chg="mod">
          <ac:chgData name="Nirmit Shah" userId="19542b5f-727d-48fc-a6e5-31748f5f223f" providerId="ADAL" clId="{6E744BBD-6A1F-4C63-AAA4-E23759909C2A}" dt="2026-05-25T10:06:53.027" v="4513" actId="20577"/>
          <ac:spMkLst>
            <pc:docMk/>
            <pc:sldMk cId="0" sldId="271"/>
            <ac:spMk id="18" creationId="{00000000-0000-0000-0000-000000000000}"/>
          </ac:spMkLst>
        </pc:spChg>
        <pc:spChg chg="mod">
          <ac:chgData name="Nirmit Shah" userId="19542b5f-727d-48fc-a6e5-31748f5f223f" providerId="ADAL" clId="{6E744BBD-6A1F-4C63-AAA4-E23759909C2A}" dt="2026-05-25T10:12:38.101" v="4635" actId="207"/>
          <ac:spMkLst>
            <pc:docMk/>
            <pc:sldMk cId="0" sldId="271"/>
            <ac:spMk id="19" creationId="{00000000-0000-0000-0000-000000000000}"/>
          </ac:spMkLst>
        </pc:spChg>
        <pc:spChg chg="mod">
          <ac:chgData name="Nirmit Shah" userId="19542b5f-727d-48fc-a6e5-31748f5f223f" providerId="ADAL" clId="{6E744BBD-6A1F-4C63-AAA4-E23759909C2A}" dt="2026-05-25T10:18:36.237" v="4914" actId="20577"/>
          <ac:spMkLst>
            <pc:docMk/>
            <pc:sldMk cId="0" sldId="271"/>
            <ac:spMk id="20" creationId="{00000000-0000-0000-0000-000000000000}"/>
          </ac:spMkLst>
        </pc:spChg>
        <pc:spChg chg="mod">
          <ac:chgData name="Nirmit Shah" userId="19542b5f-727d-48fc-a6e5-31748f5f223f" providerId="ADAL" clId="{6E744BBD-6A1F-4C63-AAA4-E23759909C2A}" dt="2026-05-27T05:17:49.037" v="6577" actId="20577"/>
          <ac:spMkLst>
            <pc:docMk/>
            <pc:sldMk cId="0" sldId="271"/>
            <ac:spMk id="29" creationId="{00000000-0000-0000-0000-000000000000}"/>
          </ac:spMkLst>
        </pc:spChg>
        <pc:spChg chg="add mod">
          <ac:chgData name="Nirmit Shah" userId="19542b5f-727d-48fc-a6e5-31748f5f223f" providerId="ADAL" clId="{6E744BBD-6A1F-4C63-AAA4-E23759909C2A}" dt="2026-05-25T10:14:42.811" v="4685" actId="20577"/>
          <ac:spMkLst>
            <pc:docMk/>
            <pc:sldMk cId="0" sldId="271"/>
            <ac:spMk id="33" creationId="{493FD206-1232-6007-DBB4-4D7D7D3C9766}"/>
          </ac:spMkLst>
        </pc:spChg>
        <pc:spChg chg="add mod">
          <ac:chgData name="Nirmit Shah" userId="19542b5f-727d-48fc-a6e5-31748f5f223f" providerId="ADAL" clId="{6E744BBD-6A1F-4C63-AAA4-E23759909C2A}" dt="2026-05-25T10:14:53.593" v="4720" actId="20577"/>
          <ac:spMkLst>
            <pc:docMk/>
            <pc:sldMk cId="0" sldId="271"/>
            <ac:spMk id="34" creationId="{B1083D42-4784-8A79-AF9F-EBA16AF08F85}"/>
          </ac:spMkLst>
        </pc:spChg>
        <pc:spChg chg="add mod">
          <ac:chgData name="Nirmit Shah" userId="19542b5f-727d-48fc-a6e5-31748f5f223f" providerId="ADAL" clId="{6E744BBD-6A1F-4C63-AAA4-E23759909C2A}" dt="2026-05-25T10:18:11.334" v="4888" actId="20577"/>
          <ac:spMkLst>
            <pc:docMk/>
            <pc:sldMk cId="0" sldId="271"/>
            <ac:spMk id="35" creationId="{60282EB1-4207-E1FC-2F2C-D6AC82245A54}"/>
          </ac:spMkLst>
        </pc:spChg>
        <pc:spChg chg="add mod">
          <ac:chgData name="Nirmit Shah" userId="19542b5f-727d-48fc-a6e5-31748f5f223f" providerId="ADAL" clId="{6E744BBD-6A1F-4C63-AAA4-E23759909C2A}" dt="2026-05-25T10:18:31.451" v="4912" actId="20577"/>
          <ac:spMkLst>
            <pc:docMk/>
            <pc:sldMk cId="0" sldId="271"/>
            <ac:spMk id="36" creationId="{194AD12C-60AA-C4DD-3026-860408982FE1}"/>
          </ac:spMkLst>
        </pc:spChg>
        <pc:spChg chg="add mod">
          <ac:chgData name="Nirmit Shah" userId="19542b5f-727d-48fc-a6e5-31748f5f223f" providerId="ADAL" clId="{6E744BBD-6A1F-4C63-AAA4-E23759909C2A}" dt="2026-05-25T10:16:29.698" v="4764" actId="20577"/>
          <ac:spMkLst>
            <pc:docMk/>
            <pc:sldMk cId="0" sldId="271"/>
            <ac:spMk id="37" creationId="{9B6C8DF6-FE08-2805-1FD8-72C6DB884412}"/>
          </ac:spMkLst>
        </pc:spChg>
        <pc:spChg chg="add mod">
          <ac:chgData name="Nirmit Shah" userId="19542b5f-727d-48fc-a6e5-31748f5f223f" providerId="ADAL" clId="{6E744BBD-6A1F-4C63-AAA4-E23759909C2A}" dt="2026-05-25T10:16:47.580" v="4788" actId="20577"/>
          <ac:spMkLst>
            <pc:docMk/>
            <pc:sldMk cId="0" sldId="271"/>
            <ac:spMk id="38" creationId="{42B99168-4279-9CD5-0970-12B010FC9D52}"/>
          </ac:spMkLst>
        </pc:spChg>
        <pc:spChg chg="add mod">
          <ac:chgData name="Nirmit Shah" userId="19542b5f-727d-48fc-a6e5-31748f5f223f" providerId="ADAL" clId="{6E744BBD-6A1F-4C63-AAA4-E23759909C2A}" dt="2026-05-25T10:18:43.899" v="4924" actId="20577"/>
          <ac:spMkLst>
            <pc:docMk/>
            <pc:sldMk cId="0" sldId="271"/>
            <ac:spMk id="39" creationId="{C15DB6B9-38DA-D388-6075-40ACA32AA785}"/>
          </ac:spMkLst>
        </pc:spChg>
        <pc:spChg chg="add mod">
          <ac:chgData name="Nirmit Shah" userId="19542b5f-727d-48fc-a6e5-31748f5f223f" providerId="ADAL" clId="{6E744BBD-6A1F-4C63-AAA4-E23759909C2A}" dt="2026-05-25T10:19:00.093" v="4964" actId="20577"/>
          <ac:spMkLst>
            <pc:docMk/>
            <pc:sldMk cId="0" sldId="271"/>
            <ac:spMk id="40" creationId="{68F0D7D2-7E06-DD9E-6906-61A89F85E309}"/>
          </ac:spMkLst>
        </pc:spChg>
        <pc:picChg chg="add mod">
          <ac:chgData name="Nirmit Shah" userId="19542b5f-727d-48fc-a6e5-31748f5f223f" providerId="ADAL" clId="{6E744BBD-6A1F-4C63-AAA4-E23759909C2A}" dt="2026-05-25T06:36:32.037" v="2383" actId="1035"/>
          <ac:picMkLst>
            <pc:docMk/>
            <pc:sldMk cId="0" sldId="271"/>
            <ac:picMk id="30" creationId="{E6BC1323-FCB8-7EB6-6987-CF74661E103E}"/>
          </ac:picMkLst>
        </pc:picChg>
      </pc:sldChg>
      <pc:sldChg chg="addSp modSp mod modShow modNotes">
        <pc:chgData name="Nirmit Shah" userId="19542b5f-727d-48fc-a6e5-31748f5f223f" providerId="ADAL" clId="{6E744BBD-6A1F-4C63-AAA4-E23759909C2A}" dt="2026-05-25T10:28:21.450" v="4965" actId="729"/>
        <pc:sldMkLst>
          <pc:docMk/>
          <pc:sldMk cId="0" sldId="276"/>
        </pc:sldMkLst>
        <pc:spChg chg="mod">
          <ac:chgData name="Nirmit Shah" userId="19542b5f-727d-48fc-a6e5-31748f5f223f" providerId="ADAL" clId="{6E744BBD-6A1F-4C63-AAA4-E23759909C2A}" dt="2026-05-22T09:19:53.929" v="1469"/>
          <ac:spMkLst>
            <pc:docMk/>
            <pc:sldMk cId="0" sldId="276"/>
            <ac:spMk id="5" creationId="{00000000-0000-0000-0000-000000000000}"/>
          </ac:spMkLst>
        </pc:spChg>
        <pc:spChg chg="mod">
          <ac:chgData name="Nirmit Shah" userId="19542b5f-727d-48fc-a6e5-31748f5f223f" providerId="ADAL" clId="{6E744BBD-6A1F-4C63-AAA4-E23759909C2A}" dt="2026-05-22T09:28:33.855" v="2013" actId="20577"/>
          <ac:spMkLst>
            <pc:docMk/>
            <pc:sldMk cId="0" sldId="276"/>
            <ac:spMk id="13" creationId="{00000000-0000-0000-0000-000000000000}"/>
          </ac:spMkLst>
        </pc:spChg>
        <pc:picChg chg="add mod">
          <ac:chgData name="Nirmit Shah" userId="19542b5f-727d-48fc-a6e5-31748f5f223f" providerId="ADAL" clId="{6E744BBD-6A1F-4C63-AAA4-E23759909C2A}" dt="2026-05-22T07:09:26.150" v="586"/>
          <ac:picMkLst>
            <pc:docMk/>
            <pc:sldMk cId="0" sldId="276"/>
            <ac:picMk id="19" creationId="{6B5B27FC-EF56-FE32-8665-B03D5A61B36A}"/>
          </ac:picMkLst>
        </pc:picChg>
      </pc:sldChg>
      <pc:sldChg chg="addSp delSp modSp add del mod modNotesTx">
        <pc:chgData name="Nirmit Shah" userId="19542b5f-727d-48fc-a6e5-31748f5f223f" providerId="ADAL" clId="{6E744BBD-6A1F-4C63-AAA4-E23759909C2A}" dt="2026-05-27T06:19:39.739" v="7047" actId="20577"/>
        <pc:sldMkLst>
          <pc:docMk/>
          <pc:sldMk cId="0" sldId="277"/>
        </pc:sldMkLst>
        <pc:spChg chg="del">
          <ac:chgData name="Nirmit Shah" userId="19542b5f-727d-48fc-a6e5-31748f5f223f" providerId="ADAL" clId="{6E744BBD-6A1F-4C63-AAA4-E23759909C2A}" dt="2026-05-27T04:55:38.063" v="5707" actId="478"/>
          <ac:spMkLst>
            <pc:docMk/>
            <pc:sldMk cId="0" sldId="277"/>
            <ac:spMk id="2" creationId="{00000000-0000-0000-0000-000000000000}"/>
          </ac:spMkLst>
        </pc:spChg>
        <pc:spChg chg="mod">
          <ac:chgData name="Nirmit Shah" userId="19542b5f-727d-48fc-a6e5-31748f5f223f" providerId="ADAL" clId="{6E744BBD-6A1F-4C63-AAA4-E23759909C2A}" dt="2026-05-27T04:55:27.559" v="5706" actId="20577"/>
          <ac:spMkLst>
            <pc:docMk/>
            <pc:sldMk cId="0" sldId="277"/>
            <ac:spMk id="3" creationId="{00000000-0000-0000-0000-000000000000}"/>
          </ac:spMkLst>
        </pc:spChg>
        <pc:spChg chg="mod">
          <ac:chgData name="Nirmit Shah" userId="19542b5f-727d-48fc-a6e5-31748f5f223f" providerId="ADAL" clId="{6E744BBD-6A1F-4C63-AAA4-E23759909C2A}" dt="2026-05-27T04:56:35.999" v="5738" actId="20577"/>
          <ac:spMkLst>
            <pc:docMk/>
            <pc:sldMk cId="0" sldId="277"/>
            <ac:spMk id="5" creationId="{00000000-0000-0000-0000-000000000000}"/>
          </ac:spMkLst>
        </pc:spChg>
        <pc:spChg chg="mod">
          <ac:chgData name="Nirmit Shah" userId="19542b5f-727d-48fc-a6e5-31748f5f223f" providerId="ADAL" clId="{6E744BBD-6A1F-4C63-AAA4-E23759909C2A}" dt="2026-05-27T04:56:25.543" v="5728" actId="255"/>
          <ac:spMkLst>
            <pc:docMk/>
            <pc:sldMk cId="0" sldId="277"/>
            <ac:spMk id="7" creationId="{00000000-0000-0000-0000-000000000000}"/>
          </ac:spMkLst>
        </pc:spChg>
        <pc:spChg chg="mod">
          <ac:chgData name="Nirmit Shah" userId="19542b5f-727d-48fc-a6e5-31748f5f223f" providerId="ADAL" clId="{6E744BBD-6A1F-4C63-AAA4-E23759909C2A}" dt="2026-05-27T04:56:25.543" v="5728" actId="255"/>
          <ac:spMkLst>
            <pc:docMk/>
            <pc:sldMk cId="0" sldId="277"/>
            <ac:spMk id="9" creationId="{00000000-0000-0000-0000-000000000000}"/>
          </ac:spMkLst>
        </pc:spChg>
        <pc:spChg chg="mod">
          <ac:chgData name="Nirmit Shah" userId="19542b5f-727d-48fc-a6e5-31748f5f223f" providerId="ADAL" clId="{6E744BBD-6A1F-4C63-AAA4-E23759909C2A}" dt="2026-05-27T04:56:25.543" v="5728" actId="255"/>
          <ac:spMkLst>
            <pc:docMk/>
            <pc:sldMk cId="0" sldId="277"/>
            <ac:spMk id="11" creationId="{00000000-0000-0000-0000-000000000000}"/>
          </ac:spMkLst>
        </pc:spChg>
        <pc:spChg chg="mod">
          <ac:chgData name="Nirmit Shah" userId="19542b5f-727d-48fc-a6e5-31748f5f223f" providerId="ADAL" clId="{6E744BBD-6A1F-4C63-AAA4-E23759909C2A}" dt="2026-05-27T04:56:25.543" v="5728" actId="255"/>
          <ac:spMkLst>
            <pc:docMk/>
            <pc:sldMk cId="0" sldId="277"/>
            <ac:spMk id="12" creationId="{00000000-0000-0000-0000-000000000000}"/>
          </ac:spMkLst>
        </pc:spChg>
        <pc:spChg chg="mod">
          <ac:chgData name="Nirmit Shah" userId="19542b5f-727d-48fc-a6e5-31748f5f223f" providerId="ADAL" clId="{6E744BBD-6A1F-4C63-AAA4-E23759909C2A}" dt="2026-05-27T04:56:25.543" v="5728" actId="255"/>
          <ac:spMkLst>
            <pc:docMk/>
            <pc:sldMk cId="0" sldId="277"/>
            <ac:spMk id="13" creationId="{00000000-0000-0000-0000-000000000000}"/>
          </ac:spMkLst>
        </pc:spChg>
        <pc:spChg chg="mod">
          <ac:chgData name="Nirmit Shah" userId="19542b5f-727d-48fc-a6e5-31748f5f223f" providerId="ADAL" clId="{6E744BBD-6A1F-4C63-AAA4-E23759909C2A}" dt="2026-05-27T04:56:11.363" v="5723" actId="255"/>
          <ac:spMkLst>
            <pc:docMk/>
            <pc:sldMk cId="0" sldId="277"/>
            <ac:spMk id="16" creationId="{00000000-0000-0000-0000-000000000000}"/>
          </ac:spMkLst>
        </pc:spChg>
        <pc:spChg chg="mod">
          <ac:chgData name="Nirmit Shah" userId="19542b5f-727d-48fc-a6e5-31748f5f223f" providerId="ADAL" clId="{6E744BBD-6A1F-4C63-AAA4-E23759909C2A}" dt="2026-05-27T04:56:11.363" v="5723" actId="255"/>
          <ac:spMkLst>
            <pc:docMk/>
            <pc:sldMk cId="0" sldId="277"/>
            <ac:spMk id="26" creationId="{00000000-0000-0000-0000-000000000000}"/>
          </ac:spMkLst>
        </pc:spChg>
        <pc:spChg chg="mod">
          <ac:chgData name="Nirmit Shah" userId="19542b5f-727d-48fc-a6e5-31748f5f223f" providerId="ADAL" clId="{6E744BBD-6A1F-4C63-AAA4-E23759909C2A}" dt="2026-05-27T04:56:11.363" v="5723" actId="255"/>
          <ac:spMkLst>
            <pc:docMk/>
            <pc:sldMk cId="0" sldId="277"/>
            <ac:spMk id="29" creationId="{00000000-0000-0000-0000-000000000000}"/>
          </ac:spMkLst>
        </pc:spChg>
        <pc:spChg chg="mod">
          <ac:chgData name="Nirmit Shah" userId="19542b5f-727d-48fc-a6e5-31748f5f223f" providerId="ADAL" clId="{6E744BBD-6A1F-4C63-AAA4-E23759909C2A}" dt="2026-05-27T04:56:11.363" v="5723" actId="255"/>
          <ac:spMkLst>
            <pc:docMk/>
            <pc:sldMk cId="0" sldId="277"/>
            <ac:spMk id="30" creationId="{00000000-0000-0000-0000-000000000000}"/>
          </ac:spMkLst>
        </pc:spChg>
        <pc:spChg chg="mod">
          <ac:chgData name="Nirmit Shah" userId="19542b5f-727d-48fc-a6e5-31748f5f223f" providerId="ADAL" clId="{6E744BBD-6A1F-4C63-AAA4-E23759909C2A}" dt="2026-05-27T04:56:11.363" v="5723" actId="255"/>
          <ac:spMkLst>
            <pc:docMk/>
            <pc:sldMk cId="0" sldId="277"/>
            <ac:spMk id="41" creationId="{00000000-0000-0000-0000-000000000000}"/>
          </ac:spMkLst>
        </pc:spChg>
        <pc:spChg chg="mod">
          <ac:chgData name="Nirmit Shah" userId="19542b5f-727d-48fc-a6e5-31748f5f223f" providerId="ADAL" clId="{6E744BBD-6A1F-4C63-AAA4-E23759909C2A}" dt="2026-05-27T04:56:11.363" v="5723" actId="255"/>
          <ac:spMkLst>
            <pc:docMk/>
            <pc:sldMk cId="0" sldId="277"/>
            <ac:spMk id="54" creationId="{00000000-0000-0000-0000-000000000000}"/>
          </ac:spMkLst>
        </pc:spChg>
        <pc:spChg chg="mod">
          <ac:chgData name="Nirmit Shah" userId="19542b5f-727d-48fc-a6e5-31748f5f223f" providerId="ADAL" clId="{6E744BBD-6A1F-4C63-AAA4-E23759909C2A}" dt="2026-05-27T06:18:53.223" v="7001" actId="20577"/>
          <ac:spMkLst>
            <pc:docMk/>
            <pc:sldMk cId="0" sldId="277"/>
            <ac:spMk id="57" creationId="{00000000-0000-0000-0000-000000000000}"/>
          </ac:spMkLst>
        </pc:spChg>
        <pc:spChg chg="mod">
          <ac:chgData name="Nirmit Shah" userId="19542b5f-727d-48fc-a6e5-31748f5f223f" providerId="ADAL" clId="{6E744BBD-6A1F-4C63-AAA4-E23759909C2A}" dt="2026-05-27T06:19:39.739" v="7047" actId="20577"/>
          <ac:spMkLst>
            <pc:docMk/>
            <pc:sldMk cId="0" sldId="277"/>
            <ac:spMk id="61" creationId="{00000000-0000-0000-0000-000000000000}"/>
          </ac:spMkLst>
        </pc:spChg>
        <pc:spChg chg="mod">
          <ac:chgData name="Nirmit Shah" userId="19542b5f-727d-48fc-a6e5-31748f5f223f" providerId="ADAL" clId="{6E744BBD-6A1F-4C63-AAA4-E23759909C2A}" dt="2026-05-27T04:56:11.363" v="5723" actId="255"/>
          <ac:spMkLst>
            <pc:docMk/>
            <pc:sldMk cId="0" sldId="277"/>
            <ac:spMk id="62" creationId="{00000000-0000-0000-0000-000000000000}"/>
          </ac:spMkLst>
        </pc:spChg>
        <pc:spChg chg="mod">
          <ac:chgData name="Nirmit Shah" userId="19542b5f-727d-48fc-a6e5-31748f5f223f" providerId="ADAL" clId="{6E744BBD-6A1F-4C63-AAA4-E23759909C2A}" dt="2026-05-27T04:56:11.363" v="5723" actId="255"/>
          <ac:spMkLst>
            <pc:docMk/>
            <pc:sldMk cId="0" sldId="277"/>
            <ac:spMk id="63" creationId="{00000000-0000-0000-0000-000000000000}"/>
          </ac:spMkLst>
        </pc:spChg>
        <pc:spChg chg="mod">
          <ac:chgData name="Nirmit Shah" userId="19542b5f-727d-48fc-a6e5-31748f5f223f" providerId="ADAL" clId="{6E744BBD-6A1F-4C63-AAA4-E23759909C2A}" dt="2026-05-27T04:56:11.363" v="5723" actId="255"/>
          <ac:spMkLst>
            <pc:docMk/>
            <pc:sldMk cId="0" sldId="277"/>
            <ac:spMk id="72" creationId="{00000000-0000-0000-0000-000000000000}"/>
          </ac:spMkLst>
        </pc:spChg>
        <pc:spChg chg="mod">
          <ac:chgData name="Nirmit Shah" userId="19542b5f-727d-48fc-a6e5-31748f5f223f" providerId="ADAL" clId="{6E744BBD-6A1F-4C63-AAA4-E23759909C2A}" dt="2026-05-27T04:56:11.363" v="5723" actId="255"/>
          <ac:spMkLst>
            <pc:docMk/>
            <pc:sldMk cId="0" sldId="277"/>
            <ac:spMk id="73" creationId="{00000000-0000-0000-0000-000000000000}"/>
          </ac:spMkLst>
        </pc:spChg>
        <pc:spChg chg="mod">
          <ac:chgData name="Nirmit Shah" userId="19542b5f-727d-48fc-a6e5-31748f5f223f" providerId="ADAL" clId="{6E744BBD-6A1F-4C63-AAA4-E23759909C2A}" dt="2026-05-27T05:17:13.586" v="6557" actId="20577"/>
          <ac:spMkLst>
            <pc:docMk/>
            <pc:sldMk cId="0" sldId="277"/>
            <ac:spMk id="86" creationId="{00000000-0000-0000-0000-000000000000}"/>
          </ac:spMkLst>
        </pc:spChg>
        <pc:picChg chg="add mod">
          <ac:chgData name="Nirmit Shah" userId="19542b5f-727d-48fc-a6e5-31748f5f223f" providerId="ADAL" clId="{6E744BBD-6A1F-4C63-AAA4-E23759909C2A}" dt="2026-05-25T06:36:44.578" v="2388"/>
          <ac:picMkLst>
            <pc:docMk/>
            <pc:sldMk cId="0" sldId="277"/>
            <ac:picMk id="87" creationId="{49595D81-AD2B-3B44-B770-92293136DFF4}"/>
          </ac:picMkLst>
        </pc:picChg>
      </pc:sldChg>
      <pc:sldChg chg="addSp modSp mod modNotes">
        <pc:chgData name="Nirmit Shah" userId="19542b5f-727d-48fc-a6e5-31748f5f223f" providerId="ADAL" clId="{6E744BBD-6A1F-4C63-AAA4-E23759909C2A}" dt="2026-05-27T05:16:46.984" v="6541" actId="20577"/>
        <pc:sldMkLst>
          <pc:docMk/>
          <pc:sldMk cId="0" sldId="278"/>
        </pc:sldMkLst>
        <pc:spChg chg="mod">
          <ac:chgData name="Nirmit Shah" userId="19542b5f-727d-48fc-a6e5-31748f5f223f" providerId="ADAL" clId="{6E744BBD-6A1F-4C63-AAA4-E23759909C2A}" dt="2026-05-22T09:19:53.929" v="1469"/>
          <ac:spMkLst>
            <pc:docMk/>
            <pc:sldMk cId="0" sldId="278"/>
            <ac:spMk id="5" creationId="{00000000-0000-0000-0000-000000000000}"/>
          </ac:spMkLst>
        </pc:spChg>
        <pc:spChg chg="mod">
          <ac:chgData name="Nirmit Shah" userId="19542b5f-727d-48fc-a6e5-31748f5f223f" providerId="ADAL" clId="{6E744BBD-6A1F-4C63-AAA4-E23759909C2A}" dt="2026-05-22T09:28:45.735" v="2045" actId="20577"/>
          <ac:spMkLst>
            <pc:docMk/>
            <pc:sldMk cId="0" sldId="278"/>
            <ac:spMk id="12" creationId="{00000000-0000-0000-0000-000000000000}"/>
          </ac:spMkLst>
        </pc:spChg>
        <pc:spChg chg="mod">
          <ac:chgData name="Nirmit Shah" userId="19542b5f-727d-48fc-a6e5-31748f5f223f" providerId="ADAL" clId="{6E744BBD-6A1F-4C63-AAA4-E23759909C2A}" dt="2026-05-22T09:28:56.291" v="2065" actId="20577"/>
          <ac:spMkLst>
            <pc:docMk/>
            <pc:sldMk cId="0" sldId="278"/>
            <ac:spMk id="68" creationId="{00000000-0000-0000-0000-000000000000}"/>
          </ac:spMkLst>
        </pc:spChg>
        <pc:spChg chg="mod">
          <ac:chgData name="Nirmit Shah" userId="19542b5f-727d-48fc-a6e5-31748f5f223f" providerId="ADAL" clId="{6E744BBD-6A1F-4C63-AAA4-E23759909C2A}" dt="2026-05-22T09:29:06.327" v="2099" actId="20577"/>
          <ac:spMkLst>
            <pc:docMk/>
            <pc:sldMk cId="0" sldId="278"/>
            <ac:spMk id="69" creationId="{00000000-0000-0000-0000-000000000000}"/>
          </ac:spMkLst>
        </pc:spChg>
        <pc:spChg chg="mod">
          <ac:chgData name="Nirmit Shah" userId="19542b5f-727d-48fc-a6e5-31748f5f223f" providerId="ADAL" clId="{6E744BBD-6A1F-4C63-AAA4-E23759909C2A}" dt="2026-05-27T05:16:46.984" v="6541" actId="20577"/>
          <ac:spMkLst>
            <pc:docMk/>
            <pc:sldMk cId="0" sldId="278"/>
            <ac:spMk id="83" creationId="{00000000-0000-0000-0000-000000000000}"/>
          </ac:spMkLst>
        </pc:spChg>
        <pc:picChg chg="add mod">
          <ac:chgData name="Nirmit Shah" userId="19542b5f-727d-48fc-a6e5-31748f5f223f" providerId="ADAL" clId="{6E744BBD-6A1F-4C63-AAA4-E23759909C2A}" dt="2026-05-22T07:10:23.043" v="653"/>
          <ac:picMkLst>
            <pc:docMk/>
            <pc:sldMk cId="0" sldId="278"/>
            <ac:picMk id="84" creationId="{8ED956B2-6444-D131-0E3C-D76CEE0F8286}"/>
          </ac:picMkLst>
        </pc:picChg>
      </pc:sldChg>
      <pc:sldChg chg="addSp modSp mod">
        <pc:chgData name="Nirmit Shah" userId="19542b5f-727d-48fc-a6e5-31748f5f223f" providerId="ADAL" clId="{6E744BBD-6A1F-4C63-AAA4-E23759909C2A}" dt="2026-05-27T05:16:41.524" v="6539" actId="20577"/>
        <pc:sldMkLst>
          <pc:docMk/>
          <pc:sldMk cId="0" sldId="279"/>
        </pc:sldMkLst>
        <pc:spChg chg="mod">
          <ac:chgData name="Nirmit Shah" userId="19542b5f-727d-48fc-a6e5-31748f5f223f" providerId="ADAL" clId="{6E744BBD-6A1F-4C63-AAA4-E23759909C2A}" dt="2026-05-22T09:19:53.929" v="1469"/>
          <ac:spMkLst>
            <pc:docMk/>
            <pc:sldMk cId="0" sldId="279"/>
            <ac:spMk id="5" creationId="{00000000-0000-0000-0000-000000000000}"/>
          </ac:spMkLst>
        </pc:spChg>
        <pc:spChg chg="mod">
          <ac:chgData name="Nirmit Shah" userId="19542b5f-727d-48fc-a6e5-31748f5f223f" providerId="ADAL" clId="{6E744BBD-6A1F-4C63-AAA4-E23759909C2A}" dt="2026-05-27T05:16:41.524" v="6539" actId="20577"/>
          <ac:spMkLst>
            <pc:docMk/>
            <pc:sldMk cId="0" sldId="279"/>
            <ac:spMk id="75" creationId="{00000000-0000-0000-0000-000000000000}"/>
          </ac:spMkLst>
        </pc:spChg>
        <pc:picChg chg="add mod">
          <ac:chgData name="Nirmit Shah" userId="19542b5f-727d-48fc-a6e5-31748f5f223f" providerId="ADAL" clId="{6E744BBD-6A1F-4C63-AAA4-E23759909C2A}" dt="2026-05-22T07:10:21.731" v="652"/>
          <ac:picMkLst>
            <pc:docMk/>
            <pc:sldMk cId="0" sldId="279"/>
            <ac:picMk id="76" creationId="{0F00BB0F-8124-B8B9-D444-F0BBB32F012D}"/>
          </ac:picMkLst>
        </pc:picChg>
      </pc:sldChg>
      <pc:sldChg chg="addSp modSp mod modNotes">
        <pc:chgData name="Nirmit Shah" userId="19542b5f-727d-48fc-a6e5-31748f5f223f" providerId="ADAL" clId="{6E744BBD-6A1F-4C63-AAA4-E23759909C2A}" dt="2026-05-27T05:16:31.497" v="6535" actId="20577"/>
        <pc:sldMkLst>
          <pc:docMk/>
          <pc:sldMk cId="0" sldId="280"/>
        </pc:sldMkLst>
        <pc:spChg chg="mod">
          <ac:chgData name="Nirmit Shah" userId="19542b5f-727d-48fc-a6e5-31748f5f223f" providerId="ADAL" clId="{6E744BBD-6A1F-4C63-AAA4-E23759909C2A}" dt="2026-05-22T09:19:53.929" v="1469"/>
          <ac:spMkLst>
            <pc:docMk/>
            <pc:sldMk cId="0" sldId="280"/>
            <ac:spMk id="5" creationId="{00000000-0000-0000-0000-000000000000}"/>
          </ac:spMkLst>
        </pc:spChg>
        <pc:spChg chg="mod">
          <ac:chgData name="Nirmit Shah" userId="19542b5f-727d-48fc-a6e5-31748f5f223f" providerId="ADAL" clId="{6E744BBD-6A1F-4C63-AAA4-E23759909C2A}" dt="2026-05-22T07:10:01.533" v="638" actId="20577"/>
          <ac:spMkLst>
            <pc:docMk/>
            <pc:sldMk cId="0" sldId="280"/>
            <ac:spMk id="8" creationId="{00000000-0000-0000-0000-000000000000}"/>
          </ac:spMkLst>
        </pc:spChg>
        <pc:spChg chg="mod">
          <ac:chgData name="Nirmit Shah" userId="19542b5f-727d-48fc-a6e5-31748f5f223f" providerId="ADAL" clId="{6E744BBD-6A1F-4C63-AAA4-E23759909C2A}" dt="2026-05-22T07:09:55.430" v="619" actId="20577"/>
          <ac:spMkLst>
            <pc:docMk/>
            <pc:sldMk cId="0" sldId="280"/>
            <ac:spMk id="12" creationId="{00000000-0000-0000-0000-000000000000}"/>
          </ac:spMkLst>
        </pc:spChg>
        <pc:spChg chg="mod">
          <ac:chgData name="Nirmit Shah" userId="19542b5f-727d-48fc-a6e5-31748f5f223f" providerId="ADAL" clId="{6E744BBD-6A1F-4C63-AAA4-E23759909C2A}" dt="2026-05-22T07:10:13.627" v="650" actId="20577"/>
          <ac:spMkLst>
            <pc:docMk/>
            <pc:sldMk cId="0" sldId="280"/>
            <ac:spMk id="16" creationId="{00000000-0000-0000-0000-000000000000}"/>
          </ac:spMkLst>
        </pc:spChg>
        <pc:spChg chg="mod">
          <ac:chgData name="Nirmit Shah" userId="19542b5f-727d-48fc-a6e5-31748f5f223f" providerId="ADAL" clId="{6E744BBD-6A1F-4C63-AAA4-E23759909C2A}" dt="2026-05-27T05:16:31.497" v="6535" actId="20577"/>
          <ac:spMkLst>
            <pc:docMk/>
            <pc:sldMk cId="0" sldId="280"/>
            <ac:spMk id="22" creationId="{00000000-0000-0000-0000-000000000000}"/>
          </ac:spMkLst>
        </pc:spChg>
        <pc:picChg chg="add mod">
          <ac:chgData name="Nirmit Shah" userId="19542b5f-727d-48fc-a6e5-31748f5f223f" providerId="ADAL" clId="{6E744BBD-6A1F-4C63-AAA4-E23759909C2A}" dt="2026-05-22T07:10:19.746" v="651"/>
          <ac:picMkLst>
            <pc:docMk/>
            <pc:sldMk cId="0" sldId="280"/>
            <ac:picMk id="23" creationId="{A2308CE1-E523-310E-B86F-860B673BB626}"/>
          </ac:picMkLst>
        </pc:picChg>
      </pc:sldChg>
      <pc:sldChg chg="addSp delSp modSp new mod ord modNotesTx">
        <pc:chgData name="Nirmit Shah" userId="19542b5f-727d-48fc-a6e5-31748f5f223f" providerId="ADAL" clId="{6E744BBD-6A1F-4C63-AAA4-E23759909C2A}" dt="2026-05-27T05:55:27.668" v="6800" actId="20577"/>
        <pc:sldMkLst>
          <pc:docMk/>
          <pc:sldMk cId="2429832984" sldId="281"/>
        </pc:sldMkLst>
        <pc:spChg chg="mod">
          <ac:chgData name="Nirmit Shah" userId="19542b5f-727d-48fc-a6e5-31748f5f223f" providerId="ADAL" clId="{6E744BBD-6A1F-4C63-AAA4-E23759909C2A}" dt="2026-05-25T09:30:34.914" v="2464" actId="20577"/>
          <ac:spMkLst>
            <pc:docMk/>
            <pc:sldMk cId="2429832984" sldId="281"/>
            <ac:spMk id="3" creationId="{72A0DA30-34BA-9C5B-977A-EDEC44720D05}"/>
          </ac:spMkLst>
        </pc:spChg>
        <pc:spChg chg="add">
          <ac:chgData name="Nirmit Shah" userId="19542b5f-727d-48fc-a6e5-31748f5f223f" providerId="ADAL" clId="{6E744BBD-6A1F-4C63-AAA4-E23759909C2A}" dt="2026-05-22T09:17:24.252" v="1415" actId="478"/>
          <ac:spMkLst>
            <pc:docMk/>
            <pc:sldMk cId="2429832984" sldId="281"/>
            <ac:spMk id="4" creationId="{A5D646D2-07CF-03C8-FC9C-9E466451B4D1}"/>
          </ac:spMkLst>
        </pc:spChg>
        <pc:spChg chg="mod">
          <ac:chgData name="Nirmit Shah" userId="19542b5f-727d-48fc-a6e5-31748f5f223f" providerId="ADAL" clId="{6E744BBD-6A1F-4C63-AAA4-E23759909C2A}" dt="2026-05-22T09:19:02.540" v="1447" actId="20577"/>
          <ac:spMkLst>
            <pc:docMk/>
            <pc:sldMk cId="2429832984" sldId="281"/>
            <ac:spMk id="5" creationId="{2B692BB0-E3F1-DC26-B263-99E9B1841869}"/>
          </ac:spMkLst>
        </pc:spChg>
        <pc:spChg chg="add mod">
          <ac:chgData name="Nirmit Shah" userId="19542b5f-727d-48fc-a6e5-31748f5f223f" providerId="ADAL" clId="{6E744BBD-6A1F-4C63-AAA4-E23759909C2A}" dt="2026-05-27T05:19:15.386" v="6605" actId="20577"/>
          <ac:spMkLst>
            <pc:docMk/>
            <pc:sldMk cId="2429832984" sldId="281"/>
            <ac:spMk id="23" creationId="{6BD9D463-746C-AE76-6B04-8577FB4FCD36}"/>
          </ac:spMkLst>
        </pc:spChg>
        <pc:spChg chg="mod">
          <ac:chgData name="Nirmit Shah" userId="19542b5f-727d-48fc-a6e5-31748f5f223f" providerId="ADAL" clId="{6E744BBD-6A1F-4C63-AAA4-E23759909C2A}" dt="2026-05-22T09:18:40.986" v="1426" actId="2711"/>
          <ac:spMkLst>
            <pc:docMk/>
            <pc:sldMk cId="2429832984" sldId="281"/>
            <ac:spMk id="25" creationId="{6E63DDEB-94C5-AB93-0C83-1F6964357577}"/>
          </ac:spMkLst>
        </pc:spChg>
        <pc:spChg chg="add mod">
          <ac:chgData name="Nirmit Shah" userId="19542b5f-727d-48fc-a6e5-31748f5f223f" providerId="ADAL" clId="{6E744BBD-6A1F-4C63-AAA4-E23759909C2A}" dt="2026-05-22T09:18:40.986" v="1426" actId="2711"/>
          <ac:spMkLst>
            <pc:docMk/>
            <pc:sldMk cId="2429832984" sldId="281"/>
            <ac:spMk id="31" creationId="{E5D24673-F618-A71F-3BFA-997281ED790B}"/>
          </ac:spMkLst>
        </pc:spChg>
        <pc:spChg chg="add mod">
          <ac:chgData name="Nirmit Shah" userId="19542b5f-727d-48fc-a6e5-31748f5f223f" providerId="ADAL" clId="{6E744BBD-6A1F-4C63-AAA4-E23759909C2A}" dt="2026-05-22T09:18:40.986" v="1426" actId="2711"/>
          <ac:spMkLst>
            <pc:docMk/>
            <pc:sldMk cId="2429832984" sldId="281"/>
            <ac:spMk id="32" creationId="{CD8CA193-4499-F445-6EAE-F38212C9A6A8}"/>
          </ac:spMkLst>
        </pc:spChg>
        <pc:spChg chg="add mod">
          <ac:chgData name="Nirmit Shah" userId="19542b5f-727d-48fc-a6e5-31748f5f223f" providerId="ADAL" clId="{6E744BBD-6A1F-4C63-AAA4-E23759909C2A}" dt="2026-05-22T09:18:11.259" v="1424"/>
          <ac:spMkLst>
            <pc:docMk/>
            <pc:sldMk cId="2429832984" sldId="281"/>
            <ac:spMk id="33" creationId="{D15914E3-DA07-76AD-1D09-86978334EA94}"/>
          </ac:spMkLst>
        </pc:spChg>
        <pc:spChg chg="mod">
          <ac:chgData name="Nirmit Shah" userId="19542b5f-727d-48fc-a6e5-31748f5f223f" providerId="ADAL" clId="{6E744BBD-6A1F-4C63-AAA4-E23759909C2A}" dt="2026-05-22T09:18:40.986" v="1426" actId="2711"/>
          <ac:spMkLst>
            <pc:docMk/>
            <pc:sldMk cId="2429832984" sldId="281"/>
            <ac:spMk id="36" creationId="{4BBFBBE3-859A-4416-261D-BE255F9961DE}"/>
          </ac:spMkLst>
        </pc:spChg>
        <pc:spChg chg="add mod">
          <ac:chgData name="Nirmit Shah" userId="19542b5f-727d-48fc-a6e5-31748f5f223f" providerId="ADAL" clId="{6E744BBD-6A1F-4C63-AAA4-E23759909C2A}" dt="2026-05-22T09:18:11.259" v="1424"/>
          <ac:spMkLst>
            <pc:docMk/>
            <pc:sldMk cId="2429832984" sldId="281"/>
            <ac:spMk id="41" creationId="{B9E09631-E9B8-76B6-0CEF-5728744CACD9}"/>
          </ac:spMkLst>
        </pc:spChg>
        <pc:spChg chg="add mod">
          <ac:chgData name="Nirmit Shah" userId="19542b5f-727d-48fc-a6e5-31748f5f223f" providerId="ADAL" clId="{6E744BBD-6A1F-4C63-AAA4-E23759909C2A}" dt="2026-05-22T09:18:11.259" v="1424"/>
          <ac:spMkLst>
            <pc:docMk/>
            <pc:sldMk cId="2429832984" sldId="281"/>
            <ac:spMk id="42" creationId="{E7C4277F-854F-8B17-BDB9-810678E0E673}"/>
          </ac:spMkLst>
        </pc:spChg>
        <pc:spChg chg="add mod">
          <ac:chgData name="Nirmit Shah" userId="19542b5f-727d-48fc-a6e5-31748f5f223f" providerId="ADAL" clId="{6E744BBD-6A1F-4C63-AAA4-E23759909C2A}" dt="2026-05-22T09:18:40.986" v="1426" actId="2711"/>
          <ac:spMkLst>
            <pc:docMk/>
            <pc:sldMk cId="2429832984" sldId="281"/>
            <ac:spMk id="45" creationId="{48223C31-6D68-1B20-FE49-5C62A2D214A8}"/>
          </ac:spMkLst>
        </pc:spChg>
        <pc:spChg chg="add mod">
          <ac:chgData name="Nirmit Shah" userId="19542b5f-727d-48fc-a6e5-31748f5f223f" providerId="ADAL" clId="{6E744BBD-6A1F-4C63-AAA4-E23759909C2A}" dt="2026-05-22T09:18:11.259" v="1424"/>
          <ac:spMkLst>
            <pc:docMk/>
            <pc:sldMk cId="2429832984" sldId="281"/>
            <ac:spMk id="46" creationId="{4556D32C-0059-3AE9-7EA1-E656DE4451A3}"/>
          </ac:spMkLst>
        </pc:spChg>
        <pc:spChg chg="mod">
          <ac:chgData name="Nirmit Shah" userId="19542b5f-727d-48fc-a6e5-31748f5f223f" providerId="ADAL" clId="{6E744BBD-6A1F-4C63-AAA4-E23759909C2A}" dt="2026-05-22T09:18:40.986" v="1426" actId="2711"/>
          <ac:spMkLst>
            <pc:docMk/>
            <pc:sldMk cId="2429832984" sldId="281"/>
            <ac:spMk id="47" creationId="{23D97C08-2722-624C-B37B-195D36364481}"/>
          </ac:spMkLst>
        </pc:spChg>
        <pc:spChg chg="mod">
          <ac:chgData name="Nirmit Shah" userId="19542b5f-727d-48fc-a6e5-31748f5f223f" providerId="ADAL" clId="{6E744BBD-6A1F-4C63-AAA4-E23759909C2A}" dt="2026-05-22T09:18:40.986" v="1426" actId="2711"/>
          <ac:spMkLst>
            <pc:docMk/>
            <pc:sldMk cId="2429832984" sldId="281"/>
            <ac:spMk id="48" creationId="{71AA3C0F-BF47-7B24-C4B0-72536AA0E823}"/>
          </ac:spMkLst>
        </pc:spChg>
        <pc:spChg chg="mod">
          <ac:chgData name="Nirmit Shah" userId="19542b5f-727d-48fc-a6e5-31748f5f223f" providerId="ADAL" clId="{6E744BBD-6A1F-4C63-AAA4-E23759909C2A}" dt="2026-05-22T09:18:40.986" v="1426" actId="2711"/>
          <ac:spMkLst>
            <pc:docMk/>
            <pc:sldMk cId="2429832984" sldId="281"/>
            <ac:spMk id="50" creationId="{77C81704-A4AE-DB70-A976-B45C7D1434AC}"/>
          </ac:spMkLst>
        </pc:spChg>
        <pc:spChg chg="add mod">
          <ac:chgData name="Nirmit Shah" userId="19542b5f-727d-48fc-a6e5-31748f5f223f" providerId="ADAL" clId="{6E744BBD-6A1F-4C63-AAA4-E23759909C2A}" dt="2026-05-22T09:18:11.259" v="1424"/>
          <ac:spMkLst>
            <pc:docMk/>
            <pc:sldMk cId="2429832984" sldId="281"/>
            <ac:spMk id="53" creationId="{166A2A2F-DB70-42BB-D180-77D6E21413D2}"/>
          </ac:spMkLst>
        </pc:spChg>
        <pc:spChg chg="add mod">
          <ac:chgData name="Nirmit Shah" userId="19542b5f-727d-48fc-a6e5-31748f5f223f" providerId="ADAL" clId="{6E744BBD-6A1F-4C63-AAA4-E23759909C2A}" dt="2026-05-22T09:18:40.986" v="1426" actId="2711"/>
          <ac:spMkLst>
            <pc:docMk/>
            <pc:sldMk cId="2429832984" sldId="281"/>
            <ac:spMk id="54" creationId="{006133D8-6DAA-FD8B-5051-1C1E8D772B36}"/>
          </ac:spMkLst>
        </pc:spChg>
        <pc:spChg chg="add mod">
          <ac:chgData name="Nirmit Shah" userId="19542b5f-727d-48fc-a6e5-31748f5f223f" providerId="ADAL" clId="{6E744BBD-6A1F-4C63-AAA4-E23759909C2A}" dt="2026-05-22T09:18:11.259" v="1424"/>
          <ac:spMkLst>
            <pc:docMk/>
            <pc:sldMk cId="2429832984" sldId="281"/>
            <ac:spMk id="56" creationId="{FB0D0E28-639D-6AFF-A26B-B92E7F4B1B99}"/>
          </ac:spMkLst>
        </pc:spChg>
        <pc:spChg chg="mod">
          <ac:chgData name="Nirmit Shah" userId="19542b5f-727d-48fc-a6e5-31748f5f223f" providerId="ADAL" clId="{6E744BBD-6A1F-4C63-AAA4-E23759909C2A}" dt="2026-05-22T09:18:40.986" v="1426" actId="2711"/>
          <ac:spMkLst>
            <pc:docMk/>
            <pc:sldMk cId="2429832984" sldId="281"/>
            <ac:spMk id="58" creationId="{E54CD9C1-B310-3A53-D6FF-11651F1E0DC2}"/>
          </ac:spMkLst>
        </pc:spChg>
      </pc:sldChg>
      <pc:sldChg chg="addSp delSp modSp add mod modNotesTx">
        <pc:chgData name="Nirmit Shah" userId="19542b5f-727d-48fc-a6e5-31748f5f223f" providerId="ADAL" clId="{6E744BBD-6A1F-4C63-AAA4-E23759909C2A}" dt="2026-05-27T06:14:45.794" v="6869" actId="20577"/>
        <pc:sldMkLst>
          <pc:docMk/>
          <pc:sldMk cId="0" sldId="282"/>
        </pc:sldMkLst>
        <pc:spChg chg="mod">
          <ac:chgData name="Nirmit Shah" userId="19542b5f-727d-48fc-a6e5-31748f5f223f" providerId="ADAL" clId="{6E744BBD-6A1F-4C63-AAA4-E23759909C2A}" dt="2026-05-25T10:31:11.457" v="5023" actId="1076"/>
          <ac:spMkLst>
            <pc:docMk/>
            <pc:sldMk cId="0" sldId="282"/>
            <ac:spMk id="3" creationId="{00000000-0000-0000-0000-000000000000}"/>
          </ac:spMkLst>
        </pc:spChg>
        <pc:spChg chg="mod">
          <ac:chgData name="Nirmit Shah" userId="19542b5f-727d-48fc-a6e5-31748f5f223f" providerId="ADAL" clId="{6E744BBD-6A1F-4C63-AAA4-E23759909C2A}" dt="2026-05-25T10:44:00.363" v="5345" actId="20577"/>
          <ac:spMkLst>
            <pc:docMk/>
            <pc:sldMk cId="0" sldId="282"/>
            <ac:spMk id="5" creationId="{00000000-0000-0000-0000-000000000000}"/>
          </ac:spMkLst>
        </pc:spChg>
        <pc:spChg chg="mod">
          <ac:chgData name="Nirmit Shah" userId="19542b5f-727d-48fc-a6e5-31748f5f223f" providerId="ADAL" clId="{6E744BBD-6A1F-4C63-AAA4-E23759909C2A}" dt="2026-05-25T10:30:44.943" v="5019" actId="164"/>
          <ac:spMkLst>
            <pc:docMk/>
            <pc:sldMk cId="0" sldId="282"/>
            <ac:spMk id="6" creationId="{00000000-0000-0000-0000-000000000000}"/>
          </ac:spMkLst>
        </pc:spChg>
        <pc:spChg chg="mod">
          <ac:chgData name="Nirmit Shah" userId="19542b5f-727d-48fc-a6e5-31748f5f223f" providerId="ADAL" clId="{6E744BBD-6A1F-4C63-AAA4-E23759909C2A}" dt="2026-05-25T10:35:30.797" v="5282" actId="122"/>
          <ac:spMkLst>
            <pc:docMk/>
            <pc:sldMk cId="0" sldId="282"/>
            <ac:spMk id="7" creationId="{00000000-0000-0000-0000-000000000000}"/>
          </ac:spMkLst>
        </pc:spChg>
        <pc:spChg chg="mod">
          <ac:chgData name="Nirmit Shah" userId="19542b5f-727d-48fc-a6e5-31748f5f223f" providerId="ADAL" clId="{6E744BBD-6A1F-4C63-AAA4-E23759909C2A}" dt="2026-05-25T10:30:44.943" v="5019" actId="164"/>
          <ac:spMkLst>
            <pc:docMk/>
            <pc:sldMk cId="0" sldId="282"/>
            <ac:spMk id="8" creationId="{00000000-0000-0000-0000-000000000000}"/>
          </ac:spMkLst>
        </pc:spChg>
        <pc:spChg chg="mod">
          <ac:chgData name="Nirmit Shah" userId="19542b5f-727d-48fc-a6e5-31748f5f223f" providerId="ADAL" clId="{6E744BBD-6A1F-4C63-AAA4-E23759909C2A}" dt="2026-05-25T10:35:43.567" v="5288" actId="404"/>
          <ac:spMkLst>
            <pc:docMk/>
            <pc:sldMk cId="0" sldId="282"/>
            <ac:spMk id="9" creationId="{00000000-0000-0000-0000-000000000000}"/>
          </ac:spMkLst>
        </pc:spChg>
        <pc:spChg chg="mod">
          <ac:chgData name="Nirmit Shah" userId="19542b5f-727d-48fc-a6e5-31748f5f223f" providerId="ADAL" clId="{6E744BBD-6A1F-4C63-AAA4-E23759909C2A}" dt="2026-05-25T10:34:14.405" v="5177" actId="20577"/>
          <ac:spMkLst>
            <pc:docMk/>
            <pc:sldMk cId="0" sldId="282"/>
            <ac:spMk id="10" creationId="{00000000-0000-0000-0000-000000000000}"/>
          </ac:spMkLst>
        </pc:spChg>
        <pc:spChg chg="mod">
          <ac:chgData name="Nirmit Shah" userId="19542b5f-727d-48fc-a6e5-31748f5f223f" providerId="ADAL" clId="{6E744BBD-6A1F-4C63-AAA4-E23759909C2A}" dt="2026-05-25T10:31:17.334" v="5024" actId="164"/>
          <ac:spMkLst>
            <pc:docMk/>
            <pc:sldMk cId="0" sldId="282"/>
            <ac:spMk id="11" creationId="{00000000-0000-0000-0000-000000000000}"/>
          </ac:spMkLst>
        </pc:spChg>
        <pc:spChg chg="mod">
          <ac:chgData name="Nirmit Shah" userId="19542b5f-727d-48fc-a6e5-31748f5f223f" providerId="ADAL" clId="{6E744BBD-6A1F-4C63-AAA4-E23759909C2A}" dt="2026-05-25T10:35:26.670" v="5277" actId="122"/>
          <ac:spMkLst>
            <pc:docMk/>
            <pc:sldMk cId="0" sldId="282"/>
            <ac:spMk id="12" creationId="{00000000-0000-0000-0000-000000000000}"/>
          </ac:spMkLst>
        </pc:spChg>
        <pc:spChg chg="mod">
          <ac:chgData name="Nirmit Shah" userId="19542b5f-727d-48fc-a6e5-31748f5f223f" providerId="ADAL" clId="{6E744BBD-6A1F-4C63-AAA4-E23759909C2A}" dt="2026-05-25T10:31:17.334" v="5024" actId="164"/>
          <ac:spMkLst>
            <pc:docMk/>
            <pc:sldMk cId="0" sldId="282"/>
            <ac:spMk id="13" creationId="{00000000-0000-0000-0000-000000000000}"/>
          </ac:spMkLst>
        </pc:spChg>
        <pc:spChg chg="mod">
          <ac:chgData name="Nirmit Shah" userId="19542b5f-727d-48fc-a6e5-31748f5f223f" providerId="ADAL" clId="{6E744BBD-6A1F-4C63-AAA4-E23759909C2A}" dt="2026-05-25T10:35:46.541" v="5292" actId="403"/>
          <ac:spMkLst>
            <pc:docMk/>
            <pc:sldMk cId="0" sldId="282"/>
            <ac:spMk id="14" creationId="{00000000-0000-0000-0000-000000000000}"/>
          </ac:spMkLst>
        </pc:spChg>
        <pc:spChg chg="mod">
          <ac:chgData name="Nirmit Shah" userId="19542b5f-727d-48fc-a6e5-31748f5f223f" providerId="ADAL" clId="{6E744BBD-6A1F-4C63-AAA4-E23759909C2A}" dt="2026-05-25T10:34:18.657" v="5180" actId="403"/>
          <ac:spMkLst>
            <pc:docMk/>
            <pc:sldMk cId="0" sldId="282"/>
            <ac:spMk id="15" creationId="{00000000-0000-0000-0000-000000000000}"/>
          </ac:spMkLst>
        </pc:spChg>
        <pc:spChg chg="mod">
          <ac:chgData name="Nirmit Shah" userId="19542b5f-727d-48fc-a6e5-31748f5f223f" providerId="ADAL" clId="{6E744BBD-6A1F-4C63-AAA4-E23759909C2A}" dt="2026-05-25T10:32:03.338" v="5029" actId="164"/>
          <ac:spMkLst>
            <pc:docMk/>
            <pc:sldMk cId="0" sldId="282"/>
            <ac:spMk id="16" creationId="{00000000-0000-0000-0000-000000000000}"/>
          </ac:spMkLst>
        </pc:spChg>
        <pc:spChg chg="mod">
          <ac:chgData name="Nirmit Shah" userId="19542b5f-727d-48fc-a6e5-31748f5f223f" providerId="ADAL" clId="{6E744BBD-6A1F-4C63-AAA4-E23759909C2A}" dt="2026-05-25T10:35:19.216" v="5272" actId="122"/>
          <ac:spMkLst>
            <pc:docMk/>
            <pc:sldMk cId="0" sldId="282"/>
            <ac:spMk id="17" creationId="{00000000-0000-0000-0000-000000000000}"/>
          </ac:spMkLst>
        </pc:spChg>
        <pc:spChg chg="mod">
          <ac:chgData name="Nirmit Shah" userId="19542b5f-727d-48fc-a6e5-31748f5f223f" providerId="ADAL" clId="{6E744BBD-6A1F-4C63-AAA4-E23759909C2A}" dt="2026-05-25T10:32:03.338" v="5029" actId="164"/>
          <ac:spMkLst>
            <pc:docMk/>
            <pc:sldMk cId="0" sldId="282"/>
            <ac:spMk id="18" creationId="{00000000-0000-0000-0000-000000000000}"/>
          </ac:spMkLst>
        </pc:spChg>
        <pc:spChg chg="mod">
          <ac:chgData name="Nirmit Shah" userId="19542b5f-727d-48fc-a6e5-31748f5f223f" providerId="ADAL" clId="{6E744BBD-6A1F-4C63-AAA4-E23759909C2A}" dt="2026-05-25T10:35:49.601" v="5296" actId="403"/>
          <ac:spMkLst>
            <pc:docMk/>
            <pc:sldMk cId="0" sldId="282"/>
            <ac:spMk id="19" creationId="{00000000-0000-0000-0000-000000000000}"/>
          </ac:spMkLst>
        </pc:spChg>
        <pc:spChg chg="mod">
          <ac:chgData name="Nirmit Shah" userId="19542b5f-727d-48fc-a6e5-31748f5f223f" providerId="ADAL" clId="{6E744BBD-6A1F-4C63-AAA4-E23759909C2A}" dt="2026-05-25T10:34:23.532" v="5183" actId="403"/>
          <ac:spMkLst>
            <pc:docMk/>
            <pc:sldMk cId="0" sldId="282"/>
            <ac:spMk id="20" creationId="{00000000-0000-0000-0000-000000000000}"/>
          </ac:spMkLst>
        </pc:spChg>
        <pc:spChg chg="mod">
          <ac:chgData name="Nirmit Shah" userId="19542b5f-727d-48fc-a6e5-31748f5f223f" providerId="ADAL" clId="{6E744BBD-6A1F-4C63-AAA4-E23759909C2A}" dt="2026-05-25T10:32:50.522" v="5077" actId="164"/>
          <ac:spMkLst>
            <pc:docMk/>
            <pc:sldMk cId="0" sldId="282"/>
            <ac:spMk id="21" creationId="{00000000-0000-0000-0000-000000000000}"/>
          </ac:spMkLst>
        </pc:spChg>
        <pc:spChg chg="mod">
          <ac:chgData name="Nirmit Shah" userId="19542b5f-727d-48fc-a6e5-31748f5f223f" providerId="ADAL" clId="{6E744BBD-6A1F-4C63-AAA4-E23759909C2A}" dt="2026-05-25T10:35:13.787" v="5267" actId="122"/>
          <ac:spMkLst>
            <pc:docMk/>
            <pc:sldMk cId="0" sldId="282"/>
            <ac:spMk id="22" creationId="{00000000-0000-0000-0000-000000000000}"/>
          </ac:spMkLst>
        </pc:spChg>
        <pc:spChg chg="mod">
          <ac:chgData name="Nirmit Shah" userId="19542b5f-727d-48fc-a6e5-31748f5f223f" providerId="ADAL" clId="{6E744BBD-6A1F-4C63-AAA4-E23759909C2A}" dt="2026-05-25T10:32:50.522" v="5077" actId="164"/>
          <ac:spMkLst>
            <pc:docMk/>
            <pc:sldMk cId="0" sldId="282"/>
            <ac:spMk id="23" creationId="{00000000-0000-0000-0000-000000000000}"/>
          </ac:spMkLst>
        </pc:spChg>
        <pc:spChg chg="mod">
          <ac:chgData name="Nirmit Shah" userId="19542b5f-727d-48fc-a6e5-31748f5f223f" providerId="ADAL" clId="{6E744BBD-6A1F-4C63-AAA4-E23759909C2A}" dt="2026-05-25T10:35:03.713" v="5258" actId="1036"/>
          <ac:spMkLst>
            <pc:docMk/>
            <pc:sldMk cId="0" sldId="282"/>
            <ac:spMk id="24" creationId="{00000000-0000-0000-0000-000000000000}"/>
          </ac:spMkLst>
        </pc:spChg>
        <pc:spChg chg="mod">
          <ac:chgData name="Nirmit Shah" userId="19542b5f-727d-48fc-a6e5-31748f5f223f" providerId="ADAL" clId="{6E744BBD-6A1F-4C63-AAA4-E23759909C2A}" dt="2026-05-25T10:34:50.094" v="5236" actId="20577"/>
          <ac:spMkLst>
            <pc:docMk/>
            <pc:sldMk cId="0" sldId="282"/>
            <ac:spMk id="25" creationId="{00000000-0000-0000-0000-000000000000}"/>
          </ac:spMkLst>
        </pc:spChg>
        <pc:spChg chg="mod">
          <ac:chgData name="Nirmit Shah" userId="19542b5f-727d-48fc-a6e5-31748f5f223f" providerId="ADAL" clId="{6E744BBD-6A1F-4C63-AAA4-E23759909C2A}" dt="2026-05-25T10:31:40.995" v="5026" actId="14100"/>
          <ac:spMkLst>
            <pc:docMk/>
            <pc:sldMk cId="0" sldId="282"/>
            <ac:spMk id="26" creationId="{00000000-0000-0000-0000-000000000000}"/>
          </ac:spMkLst>
        </pc:spChg>
        <pc:spChg chg="mod">
          <ac:chgData name="Nirmit Shah" userId="19542b5f-727d-48fc-a6e5-31748f5f223f" providerId="ADAL" clId="{6E744BBD-6A1F-4C63-AAA4-E23759909C2A}" dt="2026-05-25T10:34:01.895" v="5162" actId="1037"/>
          <ac:spMkLst>
            <pc:docMk/>
            <pc:sldMk cId="0" sldId="282"/>
            <ac:spMk id="27" creationId="{00000000-0000-0000-0000-000000000000}"/>
          </ac:spMkLst>
        </pc:spChg>
        <pc:spChg chg="mod">
          <ac:chgData name="Nirmit Shah" userId="19542b5f-727d-48fc-a6e5-31748f5f223f" providerId="ADAL" clId="{6E744BBD-6A1F-4C63-AAA4-E23759909C2A}" dt="2026-05-25T10:33:57.325" v="5154" actId="1037"/>
          <ac:spMkLst>
            <pc:docMk/>
            <pc:sldMk cId="0" sldId="282"/>
            <ac:spMk id="28" creationId="{00000000-0000-0000-0000-000000000000}"/>
          </ac:spMkLst>
        </pc:spChg>
        <pc:spChg chg="mod">
          <ac:chgData name="Nirmit Shah" userId="19542b5f-727d-48fc-a6e5-31748f5f223f" providerId="ADAL" clId="{6E744BBD-6A1F-4C63-AAA4-E23759909C2A}" dt="2026-05-25T10:31:51.603" v="5028" actId="14100"/>
          <ac:spMkLst>
            <pc:docMk/>
            <pc:sldMk cId="0" sldId="282"/>
            <ac:spMk id="29" creationId="{00000000-0000-0000-0000-000000000000}"/>
          </ac:spMkLst>
        </pc:spChg>
        <pc:spChg chg="mod">
          <ac:chgData name="Nirmit Shah" userId="19542b5f-727d-48fc-a6e5-31748f5f223f" providerId="ADAL" clId="{6E744BBD-6A1F-4C63-AAA4-E23759909C2A}" dt="2026-05-25T10:33:38.440" v="5131" actId="1038"/>
          <ac:spMkLst>
            <pc:docMk/>
            <pc:sldMk cId="0" sldId="282"/>
            <ac:spMk id="30" creationId="{00000000-0000-0000-0000-000000000000}"/>
          </ac:spMkLst>
        </pc:spChg>
        <pc:spChg chg="mod">
          <ac:chgData name="Nirmit Shah" userId="19542b5f-727d-48fc-a6e5-31748f5f223f" providerId="ADAL" clId="{6E744BBD-6A1F-4C63-AAA4-E23759909C2A}" dt="2026-05-25T10:33:44.606" v="5139" actId="1037"/>
          <ac:spMkLst>
            <pc:docMk/>
            <pc:sldMk cId="0" sldId="282"/>
            <ac:spMk id="31" creationId="{00000000-0000-0000-0000-000000000000}"/>
          </ac:spMkLst>
        </pc:spChg>
        <pc:spChg chg="mod">
          <ac:chgData name="Nirmit Shah" userId="19542b5f-727d-48fc-a6e5-31748f5f223f" providerId="ADAL" clId="{6E744BBD-6A1F-4C63-AAA4-E23759909C2A}" dt="2026-05-25T10:32:12.061" v="5031" actId="14100"/>
          <ac:spMkLst>
            <pc:docMk/>
            <pc:sldMk cId="0" sldId="282"/>
            <ac:spMk id="32" creationId="{00000000-0000-0000-0000-000000000000}"/>
          </ac:spMkLst>
        </pc:spChg>
        <pc:spChg chg="mod">
          <ac:chgData name="Nirmit Shah" userId="19542b5f-727d-48fc-a6e5-31748f5f223f" providerId="ADAL" clId="{6E744BBD-6A1F-4C63-AAA4-E23759909C2A}" dt="2026-05-25T10:32:28.463" v="5042" actId="1038"/>
          <ac:spMkLst>
            <pc:docMk/>
            <pc:sldMk cId="0" sldId="282"/>
            <ac:spMk id="33" creationId="{00000000-0000-0000-0000-000000000000}"/>
          </ac:spMkLst>
        </pc:spChg>
        <pc:spChg chg="mod">
          <ac:chgData name="Nirmit Shah" userId="19542b5f-727d-48fc-a6e5-31748f5f223f" providerId="ADAL" clId="{6E744BBD-6A1F-4C63-AAA4-E23759909C2A}" dt="2026-05-25T10:33:33.389" v="5128" actId="1037"/>
          <ac:spMkLst>
            <pc:docMk/>
            <pc:sldMk cId="0" sldId="282"/>
            <ac:spMk id="34" creationId="{00000000-0000-0000-0000-000000000000}"/>
          </ac:spMkLst>
        </pc:spChg>
        <pc:spChg chg="mod">
          <ac:chgData name="Nirmit Shah" userId="19542b5f-727d-48fc-a6e5-31748f5f223f" providerId="ADAL" clId="{6E744BBD-6A1F-4C63-AAA4-E23759909C2A}" dt="2026-05-25T10:33:08.487" v="5080" actId="14100"/>
          <ac:spMkLst>
            <pc:docMk/>
            <pc:sldMk cId="0" sldId="282"/>
            <ac:spMk id="35" creationId="{00000000-0000-0000-0000-000000000000}"/>
          </ac:spMkLst>
        </pc:spChg>
        <pc:spChg chg="mod">
          <ac:chgData name="Nirmit Shah" userId="19542b5f-727d-48fc-a6e5-31748f5f223f" providerId="ADAL" clId="{6E744BBD-6A1F-4C63-AAA4-E23759909C2A}" dt="2026-05-25T10:33:14.636" v="5092" actId="1037"/>
          <ac:spMkLst>
            <pc:docMk/>
            <pc:sldMk cId="0" sldId="282"/>
            <ac:spMk id="36" creationId="{00000000-0000-0000-0000-000000000000}"/>
          </ac:spMkLst>
        </pc:spChg>
        <pc:spChg chg="mod">
          <ac:chgData name="Nirmit Shah" userId="19542b5f-727d-48fc-a6e5-31748f5f223f" providerId="ADAL" clId="{6E744BBD-6A1F-4C63-AAA4-E23759909C2A}" dt="2026-05-25T10:33:25.119" v="5116" actId="1038"/>
          <ac:spMkLst>
            <pc:docMk/>
            <pc:sldMk cId="0" sldId="282"/>
            <ac:spMk id="37" creationId="{00000000-0000-0000-0000-000000000000}"/>
          </ac:spMkLst>
        </pc:spChg>
        <pc:spChg chg="mod">
          <ac:chgData name="Nirmit Shah" userId="19542b5f-727d-48fc-a6e5-31748f5f223f" providerId="ADAL" clId="{6E744BBD-6A1F-4C63-AAA4-E23759909C2A}" dt="2026-05-27T05:17:43.616" v="6573" actId="20577"/>
          <ac:spMkLst>
            <pc:docMk/>
            <pc:sldMk cId="0" sldId="282"/>
            <ac:spMk id="38" creationId="{00000000-0000-0000-0000-000000000000}"/>
          </ac:spMkLst>
        </pc:spChg>
        <pc:spChg chg="add mod">
          <ac:chgData name="Nirmit Shah" userId="19542b5f-727d-48fc-a6e5-31748f5f223f" providerId="ADAL" clId="{6E744BBD-6A1F-4C63-AAA4-E23759909C2A}" dt="2026-05-25T10:43:24.449" v="5335" actId="1036"/>
          <ac:spMkLst>
            <pc:docMk/>
            <pc:sldMk cId="0" sldId="282"/>
            <ac:spMk id="45" creationId="{58B58EEC-FF6A-B8B1-0003-7852F7783F4B}"/>
          </ac:spMkLst>
        </pc:spChg>
        <pc:grpChg chg="add mod">
          <ac:chgData name="Nirmit Shah" userId="19542b5f-727d-48fc-a6e5-31748f5f223f" providerId="ADAL" clId="{6E744BBD-6A1F-4C63-AAA4-E23759909C2A}" dt="2026-05-25T10:30:44.943" v="5019" actId="164"/>
          <ac:grpSpMkLst>
            <pc:docMk/>
            <pc:sldMk cId="0" sldId="282"/>
            <ac:grpSpMk id="40" creationId="{3383C53E-2CCB-9566-C4AF-B7C20D85B9A1}"/>
          </ac:grpSpMkLst>
        </pc:grpChg>
        <pc:grpChg chg="add mod">
          <ac:chgData name="Nirmit Shah" userId="19542b5f-727d-48fc-a6e5-31748f5f223f" providerId="ADAL" clId="{6E744BBD-6A1F-4C63-AAA4-E23759909C2A}" dt="2026-05-25T10:31:17.334" v="5024" actId="164"/>
          <ac:grpSpMkLst>
            <pc:docMk/>
            <pc:sldMk cId="0" sldId="282"/>
            <ac:grpSpMk id="41" creationId="{789E186B-8029-1EEE-0740-3A927B9696C7}"/>
          </ac:grpSpMkLst>
        </pc:grpChg>
        <pc:grpChg chg="add mod">
          <ac:chgData name="Nirmit Shah" userId="19542b5f-727d-48fc-a6e5-31748f5f223f" providerId="ADAL" clId="{6E744BBD-6A1F-4C63-AAA4-E23759909C2A}" dt="2026-05-25T10:32:03.338" v="5029" actId="164"/>
          <ac:grpSpMkLst>
            <pc:docMk/>
            <pc:sldMk cId="0" sldId="282"/>
            <ac:grpSpMk id="42" creationId="{C8FFD726-0D0A-8CF8-0DE8-04453FB40AE7}"/>
          </ac:grpSpMkLst>
        </pc:grpChg>
        <pc:grpChg chg="add mod">
          <ac:chgData name="Nirmit Shah" userId="19542b5f-727d-48fc-a6e5-31748f5f223f" providerId="ADAL" clId="{6E744BBD-6A1F-4C63-AAA4-E23759909C2A}" dt="2026-05-25T10:32:50.522" v="5077" actId="164"/>
          <ac:grpSpMkLst>
            <pc:docMk/>
            <pc:sldMk cId="0" sldId="282"/>
            <ac:grpSpMk id="43" creationId="{DCB009C5-231D-DBF9-B448-F82D3D5FBA8E}"/>
          </ac:grpSpMkLst>
        </pc:grpChg>
        <pc:grpChg chg="add mod">
          <ac:chgData name="Nirmit Shah" userId="19542b5f-727d-48fc-a6e5-31748f5f223f" providerId="ADAL" clId="{6E744BBD-6A1F-4C63-AAA4-E23759909C2A}" dt="2026-05-25T10:32:50.522" v="5077" actId="164"/>
          <ac:grpSpMkLst>
            <pc:docMk/>
            <pc:sldMk cId="0" sldId="282"/>
            <ac:grpSpMk id="44" creationId="{0BFD494A-7A47-53BD-4E36-161F6BABEBA4}"/>
          </ac:grpSpMkLst>
        </pc:grpChg>
        <pc:picChg chg="add mod">
          <ac:chgData name="Nirmit Shah" userId="19542b5f-727d-48fc-a6e5-31748f5f223f" providerId="ADAL" clId="{6E744BBD-6A1F-4C63-AAA4-E23759909C2A}" dt="2026-05-25T06:36:34.150" v="2384"/>
          <ac:picMkLst>
            <pc:docMk/>
            <pc:sldMk cId="0" sldId="282"/>
            <ac:picMk id="39" creationId="{CDC11457-0128-9AC5-4955-900452001F2F}"/>
          </ac:picMkLst>
        </pc:picChg>
      </pc:sldChg>
      <pc:sldChg chg="addSp delSp modSp add mod modNotesTx">
        <pc:chgData name="Nirmit Shah" userId="19542b5f-727d-48fc-a6e5-31748f5f223f" providerId="ADAL" clId="{6E744BBD-6A1F-4C63-AAA4-E23759909C2A}" dt="2026-05-27T06:15:41.600" v="6871" actId="20577"/>
        <pc:sldMkLst>
          <pc:docMk/>
          <pc:sldMk cId="0" sldId="283"/>
        </pc:sldMkLst>
        <pc:spChg chg="del">
          <ac:chgData name="Nirmit Shah" userId="19542b5f-727d-48fc-a6e5-31748f5f223f" providerId="ADAL" clId="{6E744BBD-6A1F-4C63-AAA4-E23759909C2A}" dt="2026-05-27T04:46:45.164" v="5346" actId="478"/>
          <ac:spMkLst>
            <pc:docMk/>
            <pc:sldMk cId="0" sldId="283"/>
            <ac:spMk id="2" creationId="{00000000-0000-0000-0000-000000000000}"/>
          </ac:spMkLst>
        </pc:spChg>
        <pc:spChg chg="mod">
          <ac:chgData name="Nirmit Shah" userId="19542b5f-727d-48fc-a6e5-31748f5f223f" providerId="ADAL" clId="{6E744BBD-6A1F-4C63-AAA4-E23759909C2A}" dt="2026-05-27T04:51:22.321" v="5602" actId="1035"/>
          <ac:spMkLst>
            <pc:docMk/>
            <pc:sldMk cId="0" sldId="283"/>
            <ac:spMk id="3" creationId="{00000000-0000-0000-0000-000000000000}"/>
          </ac:spMkLst>
        </pc:spChg>
        <pc:spChg chg="mod">
          <ac:chgData name="Nirmit Shah" userId="19542b5f-727d-48fc-a6e5-31748f5f223f" providerId="ADAL" clId="{6E744BBD-6A1F-4C63-AAA4-E23759909C2A}" dt="2026-05-27T04:51:07.890" v="5587" actId="20577"/>
          <ac:spMkLst>
            <pc:docMk/>
            <pc:sldMk cId="0" sldId="283"/>
            <ac:spMk id="5" creationId="{00000000-0000-0000-0000-000000000000}"/>
          </ac:spMkLst>
        </pc:spChg>
        <pc:spChg chg="mod">
          <ac:chgData name="Nirmit Shah" userId="19542b5f-727d-48fc-a6e5-31748f5f223f" providerId="ADAL" clId="{6E744BBD-6A1F-4C63-AAA4-E23759909C2A}" dt="2026-05-27T04:48:12.384" v="5361" actId="242"/>
          <ac:spMkLst>
            <pc:docMk/>
            <pc:sldMk cId="0" sldId="283"/>
            <ac:spMk id="7" creationId="{00000000-0000-0000-0000-000000000000}"/>
          </ac:spMkLst>
        </pc:spChg>
        <pc:spChg chg="mod">
          <ac:chgData name="Nirmit Shah" userId="19542b5f-727d-48fc-a6e5-31748f5f223f" providerId="ADAL" clId="{6E744BBD-6A1F-4C63-AAA4-E23759909C2A}" dt="2026-05-27T04:48:09.373" v="5360" actId="242"/>
          <ac:spMkLst>
            <pc:docMk/>
            <pc:sldMk cId="0" sldId="283"/>
            <ac:spMk id="10" creationId="{00000000-0000-0000-0000-000000000000}"/>
          </ac:spMkLst>
        </pc:spChg>
        <pc:spChg chg="mod">
          <ac:chgData name="Nirmit Shah" userId="19542b5f-727d-48fc-a6e5-31748f5f223f" providerId="ADAL" clId="{6E744BBD-6A1F-4C63-AAA4-E23759909C2A}" dt="2026-05-27T04:48:06.120" v="5359" actId="242"/>
          <ac:spMkLst>
            <pc:docMk/>
            <pc:sldMk cId="0" sldId="283"/>
            <ac:spMk id="13" creationId="{00000000-0000-0000-0000-000000000000}"/>
          </ac:spMkLst>
        </pc:spChg>
        <pc:spChg chg="mod">
          <ac:chgData name="Nirmit Shah" userId="19542b5f-727d-48fc-a6e5-31748f5f223f" providerId="ADAL" clId="{6E744BBD-6A1F-4C63-AAA4-E23759909C2A}" dt="2026-05-27T04:47:51.977" v="5358" actId="14100"/>
          <ac:spMkLst>
            <pc:docMk/>
            <pc:sldMk cId="0" sldId="283"/>
            <ac:spMk id="14" creationId="{00000000-0000-0000-0000-000000000000}"/>
          </ac:spMkLst>
        </pc:spChg>
        <pc:spChg chg="mod">
          <ac:chgData name="Nirmit Shah" userId="19542b5f-727d-48fc-a6e5-31748f5f223f" providerId="ADAL" clId="{6E744BBD-6A1F-4C63-AAA4-E23759909C2A}" dt="2026-05-27T04:47:00.711" v="5347" actId="164"/>
          <ac:spMkLst>
            <pc:docMk/>
            <pc:sldMk cId="0" sldId="283"/>
            <ac:spMk id="15" creationId="{00000000-0000-0000-0000-000000000000}"/>
          </ac:spMkLst>
        </pc:spChg>
        <pc:spChg chg="mod">
          <ac:chgData name="Nirmit Shah" userId="19542b5f-727d-48fc-a6e5-31748f5f223f" providerId="ADAL" clId="{6E744BBD-6A1F-4C63-AAA4-E23759909C2A}" dt="2026-05-27T04:49:08.020" v="5472" actId="242"/>
          <ac:spMkLst>
            <pc:docMk/>
            <pc:sldMk cId="0" sldId="283"/>
            <ac:spMk id="16" creationId="{00000000-0000-0000-0000-000000000000}"/>
          </ac:spMkLst>
        </pc:spChg>
        <pc:spChg chg="mod">
          <ac:chgData name="Nirmit Shah" userId="19542b5f-727d-48fc-a6e5-31748f5f223f" providerId="ADAL" clId="{6E744BBD-6A1F-4C63-AAA4-E23759909C2A}" dt="2026-05-27T04:48:43.243" v="5467" actId="1076"/>
          <ac:spMkLst>
            <pc:docMk/>
            <pc:sldMk cId="0" sldId="283"/>
            <ac:spMk id="17" creationId="{00000000-0000-0000-0000-000000000000}"/>
          </ac:spMkLst>
        </pc:spChg>
        <pc:spChg chg="mod">
          <ac:chgData name="Nirmit Shah" userId="19542b5f-727d-48fc-a6e5-31748f5f223f" providerId="ADAL" clId="{6E744BBD-6A1F-4C63-AAA4-E23759909C2A}" dt="2026-05-27T04:47:05.313" v="5348" actId="164"/>
          <ac:spMkLst>
            <pc:docMk/>
            <pc:sldMk cId="0" sldId="283"/>
            <ac:spMk id="18" creationId="{00000000-0000-0000-0000-000000000000}"/>
          </ac:spMkLst>
        </pc:spChg>
        <pc:spChg chg="mod">
          <ac:chgData name="Nirmit Shah" userId="19542b5f-727d-48fc-a6e5-31748f5f223f" providerId="ADAL" clId="{6E744BBD-6A1F-4C63-AAA4-E23759909C2A}" dt="2026-05-27T04:49:04.540" v="5471" actId="242"/>
          <ac:spMkLst>
            <pc:docMk/>
            <pc:sldMk cId="0" sldId="283"/>
            <ac:spMk id="19" creationId="{00000000-0000-0000-0000-000000000000}"/>
          </ac:spMkLst>
        </pc:spChg>
        <pc:spChg chg="mod">
          <ac:chgData name="Nirmit Shah" userId="19542b5f-727d-48fc-a6e5-31748f5f223f" providerId="ADAL" clId="{6E744BBD-6A1F-4C63-AAA4-E23759909C2A}" dt="2026-05-27T04:50:04.887" v="5541" actId="1036"/>
          <ac:spMkLst>
            <pc:docMk/>
            <pc:sldMk cId="0" sldId="283"/>
            <ac:spMk id="20" creationId="{00000000-0000-0000-0000-000000000000}"/>
          </ac:spMkLst>
        </pc:spChg>
        <pc:spChg chg="mod">
          <ac:chgData name="Nirmit Shah" userId="19542b5f-727d-48fc-a6e5-31748f5f223f" providerId="ADAL" clId="{6E744BBD-6A1F-4C63-AAA4-E23759909C2A}" dt="2026-05-27T04:50:25.170" v="5552" actId="1076"/>
          <ac:spMkLst>
            <pc:docMk/>
            <pc:sldMk cId="0" sldId="283"/>
            <ac:spMk id="21" creationId="{00000000-0000-0000-0000-000000000000}"/>
          </ac:spMkLst>
        </pc:spChg>
        <pc:spChg chg="mod">
          <ac:chgData name="Nirmit Shah" userId="19542b5f-727d-48fc-a6e5-31748f5f223f" providerId="ADAL" clId="{6E744BBD-6A1F-4C63-AAA4-E23759909C2A}" dt="2026-05-27T04:50:04.887" v="5541" actId="1036"/>
          <ac:spMkLst>
            <pc:docMk/>
            <pc:sldMk cId="0" sldId="283"/>
            <ac:spMk id="22" creationId="{00000000-0000-0000-0000-000000000000}"/>
          </ac:spMkLst>
        </pc:spChg>
        <pc:spChg chg="mod">
          <ac:chgData name="Nirmit Shah" userId="19542b5f-727d-48fc-a6e5-31748f5f223f" providerId="ADAL" clId="{6E744BBD-6A1F-4C63-AAA4-E23759909C2A}" dt="2026-05-27T04:50:45.040" v="5564" actId="20577"/>
          <ac:spMkLst>
            <pc:docMk/>
            <pc:sldMk cId="0" sldId="283"/>
            <ac:spMk id="23" creationId="{00000000-0000-0000-0000-000000000000}"/>
          </ac:spMkLst>
        </pc:spChg>
        <pc:spChg chg="mod">
          <ac:chgData name="Nirmit Shah" userId="19542b5f-727d-48fc-a6e5-31748f5f223f" providerId="ADAL" clId="{6E744BBD-6A1F-4C63-AAA4-E23759909C2A}" dt="2026-05-27T04:50:04.887" v="5541" actId="1036"/>
          <ac:spMkLst>
            <pc:docMk/>
            <pc:sldMk cId="0" sldId="283"/>
            <ac:spMk id="24" creationId="{00000000-0000-0000-0000-000000000000}"/>
          </ac:spMkLst>
        </pc:spChg>
        <pc:spChg chg="mod">
          <ac:chgData name="Nirmit Shah" userId="19542b5f-727d-48fc-a6e5-31748f5f223f" providerId="ADAL" clId="{6E744BBD-6A1F-4C63-AAA4-E23759909C2A}" dt="2026-05-27T04:50:54.984" v="5575" actId="20577"/>
          <ac:spMkLst>
            <pc:docMk/>
            <pc:sldMk cId="0" sldId="283"/>
            <ac:spMk id="25" creationId="{00000000-0000-0000-0000-000000000000}"/>
          </ac:spMkLst>
        </pc:spChg>
        <pc:spChg chg="mod">
          <ac:chgData name="Nirmit Shah" userId="19542b5f-727d-48fc-a6e5-31748f5f223f" providerId="ADAL" clId="{6E744BBD-6A1F-4C63-AAA4-E23759909C2A}" dt="2026-05-27T04:50:04.887" v="5541" actId="1036"/>
          <ac:spMkLst>
            <pc:docMk/>
            <pc:sldMk cId="0" sldId="283"/>
            <ac:spMk id="26" creationId="{00000000-0000-0000-0000-000000000000}"/>
          </ac:spMkLst>
        </pc:spChg>
        <pc:spChg chg="mod">
          <ac:chgData name="Nirmit Shah" userId="19542b5f-727d-48fc-a6e5-31748f5f223f" providerId="ADAL" clId="{6E744BBD-6A1F-4C63-AAA4-E23759909C2A}" dt="2026-05-27T04:50:37.684" v="5554" actId="1076"/>
          <ac:spMkLst>
            <pc:docMk/>
            <pc:sldMk cId="0" sldId="283"/>
            <ac:spMk id="27" creationId="{00000000-0000-0000-0000-000000000000}"/>
          </ac:spMkLst>
        </pc:spChg>
        <pc:spChg chg="mod">
          <ac:chgData name="Nirmit Shah" userId="19542b5f-727d-48fc-a6e5-31748f5f223f" providerId="ADAL" clId="{6E744BBD-6A1F-4C63-AAA4-E23759909C2A}" dt="2026-05-27T05:17:37.528" v="6569" actId="20577"/>
          <ac:spMkLst>
            <pc:docMk/>
            <pc:sldMk cId="0" sldId="283"/>
            <ac:spMk id="28" creationId="{00000000-0000-0000-0000-000000000000}"/>
          </ac:spMkLst>
        </pc:spChg>
        <pc:spChg chg="add mod">
          <ac:chgData name="Nirmit Shah" userId="19542b5f-727d-48fc-a6e5-31748f5f223f" providerId="ADAL" clId="{6E744BBD-6A1F-4C63-AAA4-E23759909C2A}" dt="2026-05-27T04:49:41.560" v="5517" actId="571"/>
          <ac:spMkLst>
            <pc:docMk/>
            <pc:sldMk cId="0" sldId="283"/>
            <ac:spMk id="32" creationId="{A6B1294D-E39B-6118-A5D3-7CB6B96D2634}"/>
          </ac:spMkLst>
        </pc:spChg>
        <pc:spChg chg="add mod">
          <ac:chgData name="Nirmit Shah" userId="19542b5f-727d-48fc-a6e5-31748f5f223f" providerId="ADAL" clId="{6E744BBD-6A1F-4C63-AAA4-E23759909C2A}" dt="2026-05-27T04:49:41.560" v="5517" actId="571"/>
          <ac:spMkLst>
            <pc:docMk/>
            <pc:sldMk cId="0" sldId="283"/>
            <ac:spMk id="33" creationId="{CF8B431B-723D-1E13-8272-776BC3B6967B}"/>
          </ac:spMkLst>
        </pc:spChg>
        <pc:spChg chg="add mod">
          <ac:chgData name="Nirmit Shah" userId="19542b5f-727d-48fc-a6e5-31748f5f223f" providerId="ADAL" clId="{6E744BBD-6A1F-4C63-AAA4-E23759909C2A}" dt="2026-05-27T04:49:41.560" v="5517" actId="571"/>
          <ac:spMkLst>
            <pc:docMk/>
            <pc:sldMk cId="0" sldId="283"/>
            <ac:spMk id="34" creationId="{0133E468-59AC-CFA8-3146-F779F72A8D37}"/>
          </ac:spMkLst>
        </pc:spChg>
        <pc:spChg chg="add mod">
          <ac:chgData name="Nirmit Shah" userId="19542b5f-727d-48fc-a6e5-31748f5f223f" providerId="ADAL" clId="{6E744BBD-6A1F-4C63-AAA4-E23759909C2A}" dt="2026-05-27T04:49:41.560" v="5517" actId="571"/>
          <ac:spMkLst>
            <pc:docMk/>
            <pc:sldMk cId="0" sldId="283"/>
            <ac:spMk id="35" creationId="{85D9AAA0-A612-8624-6B32-6CB71D840558}"/>
          </ac:spMkLst>
        </pc:spChg>
        <pc:grpChg chg="add mod">
          <ac:chgData name="Nirmit Shah" userId="19542b5f-727d-48fc-a6e5-31748f5f223f" providerId="ADAL" clId="{6E744BBD-6A1F-4C63-AAA4-E23759909C2A}" dt="2026-05-27T04:49:25.017" v="5515" actId="1038"/>
          <ac:grpSpMkLst>
            <pc:docMk/>
            <pc:sldMk cId="0" sldId="283"/>
            <ac:grpSpMk id="30" creationId="{C8046999-148E-E5BB-0787-5147F59BE47D}"/>
          </ac:grpSpMkLst>
        </pc:grpChg>
        <pc:grpChg chg="add mod">
          <ac:chgData name="Nirmit Shah" userId="19542b5f-727d-48fc-a6e5-31748f5f223f" providerId="ADAL" clId="{6E744BBD-6A1F-4C63-AAA4-E23759909C2A}" dt="2026-05-27T04:49:18.188" v="5494" actId="1036"/>
          <ac:grpSpMkLst>
            <pc:docMk/>
            <pc:sldMk cId="0" sldId="283"/>
            <ac:grpSpMk id="31" creationId="{EC21BFB0-0518-013E-41C0-0D73F47BFFD2}"/>
          </ac:grpSpMkLst>
        </pc:grpChg>
        <pc:grpChg chg="add mod">
          <ac:chgData name="Nirmit Shah" userId="19542b5f-727d-48fc-a6e5-31748f5f223f" providerId="ADAL" clId="{6E744BBD-6A1F-4C63-AAA4-E23759909C2A}" dt="2026-05-27T04:49:56.793" v="5529" actId="164"/>
          <ac:grpSpMkLst>
            <pc:docMk/>
            <pc:sldMk cId="0" sldId="283"/>
            <ac:grpSpMk id="36" creationId="{C546F0F9-9707-93EF-588C-A78EDBB9B770}"/>
          </ac:grpSpMkLst>
        </pc:grpChg>
        <pc:grpChg chg="add mod">
          <ac:chgData name="Nirmit Shah" userId="19542b5f-727d-48fc-a6e5-31748f5f223f" providerId="ADAL" clId="{6E744BBD-6A1F-4C63-AAA4-E23759909C2A}" dt="2026-05-27T04:49:56.793" v="5529" actId="164"/>
          <ac:grpSpMkLst>
            <pc:docMk/>
            <pc:sldMk cId="0" sldId="283"/>
            <ac:grpSpMk id="37" creationId="{192FC169-27C4-1DBC-B725-E5C2D20C4D69}"/>
          </ac:grpSpMkLst>
        </pc:grpChg>
        <pc:picChg chg="add mod">
          <ac:chgData name="Nirmit Shah" userId="19542b5f-727d-48fc-a6e5-31748f5f223f" providerId="ADAL" clId="{6E744BBD-6A1F-4C63-AAA4-E23759909C2A}" dt="2026-05-25T06:36:38.339" v="2385"/>
          <ac:picMkLst>
            <pc:docMk/>
            <pc:sldMk cId="0" sldId="283"/>
            <ac:picMk id="29" creationId="{A53C88A9-5D12-9891-3F2E-58C0991C24C9}"/>
          </ac:picMkLst>
        </pc:picChg>
      </pc:sldChg>
      <pc:sldChg chg="addSp modSp add mod">
        <pc:chgData name="Nirmit Shah" userId="19542b5f-727d-48fc-a6e5-31748f5f223f" providerId="ADAL" clId="{6E744BBD-6A1F-4C63-AAA4-E23759909C2A}" dt="2026-05-27T05:17:30.933" v="6565" actId="20577"/>
        <pc:sldMkLst>
          <pc:docMk/>
          <pc:sldMk cId="0" sldId="284"/>
        </pc:sldMkLst>
        <pc:spChg chg="mod">
          <ac:chgData name="Nirmit Shah" userId="19542b5f-727d-48fc-a6e5-31748f5f223f" providerId="ADAL" clId="{6E744BBD-6A1F-4C63-AAA4-E23759909C2A}" dt="2026-05-27T05:17:30.933" v="6565" actId="20577"/>
          <ac:spMkLst>
            <pc:docMk/>
            <pc:sldMk cId="0" sldId="284"/>
            <ac:spMk id="18" creationId="{00000000-0000-0000-0000-000000000000}"/>
          </ac:spMkLst>
        </pc:spChg>
        <pc:picChg chg="add mod">
          <ac:chgData name="Nirmit Shah" userId="19542b5f-727d-48fc-a6e5-31748f5f223f" providerId="ADAL" clId="{6E744BBD-6A1F-4C63-AAA4-E23759909C2A}" dt="2026-05-25T06:36:40.264" v="2386"/>
          <ac:picMkLst>
            <pc:docMk/>
            <pc:sldMk cId="0" sldId="284"/>
            <ac:picMk id="19" creationId="{38FD0326-C387-EC23-89FA-00881948AC01}"/>
          </ac:picMkLst>
        </pc:picChg>
      </pc:sldChg>
      <pc:sldChg chg="addSp delSp modSp add mod modNotesTx">
        <pc:chgData name="Nirmit Shah" userId="19542b5f-727d-48fc-a6e5-31748f5f223f" providerId="ADAL" clId="{6E744BBD-6A1F-4C63-AAA4-E23759909C2A}" dt="2026-05-27T06:16:36.377" v="6876" actId="20577"/>
        <pc:sldMkLst>
          <pc:docMk/>
          <pc:sldMk cId="0" sldId="285"/>
        </pc:sldMkLst>
        <pc:spChg chg="del">
          <ac:chgData name="Nirmit Shah" userId="19542b5f-727d-48fc-a6e5-31748f5f223f" providerId="ADAL" clId="{6E744BBD-6A1F-4C63-AAA4-E23759909C2A}" dt="2026-05-27T04:52:05.035" v="5617" actId="478"/>
          <ac:spMkLst>
            <pc:docMk/>
            <pc:sldMk cId="0" sldId="285"/>
            <ac:spMk id="2" creationId="{00000000-0000-0000-0000-000000000000}"/>
          </ac:spMkLst>
        </pc:spChg>
        <pc:spChg chg="mod">
          <ac:chgData name="Nirmit Shah" userId="19542b5f-727d-48fc-a6e5-31748f5f223f" providerId="ADAL" clId="{6E744BBD-6A1F-4C63-AAA4-E23759909C2A}" dt="2026-05-27T04:51:57.910" v="5616" actId="1035"/>
          <ac:spMkLst>
            <pc:docMk/>
            <pc:sldMk cId="0" sldId="285"/>
            <ac:spMk id="3" creationId="{00000000-0000-0000-0000-000000000000}"/>
          </ac:spMkLst>
        </pc:spChg>
        <pc:spChg chg="mod">
          <ac:chgData name="Nirmit Shah" userId="19542b5f-727d-48fc-a6e5-31748f5f223f" providerId="ADAL" clId="{6E744BBD-6A1F-4C63-AAA4-E23759909C2A}" dt="2026-05-27T04:56:42.362" v="5746" actId="20577"/>
          <ac:spMkLst>
            <pc:docMk/>
            <pc:sldMk cId="0" sldId="285"/>
            <ac:spMk id="5" creationId="{00000000-0000-0000-0000-000000000000}"/>
          </ac:spMkLst>
        </pc:spChg>
        <pc:spChg chg="mod">
          <ac:chgData name="Nirmit Shah" userId="19542b5f-727d-48fc-a6e5-31748f5f223f" providerId="ADAL" clId="{6E744BBD-6A1F-4C63-AAA4-E23759909C2A}" dt="2026-05-27T04:52:13.665" v="5618" actId="164"/>
          <ac:spMkLst>
            <pc:docMk/>
            <pc:sldMk cId="0" sldId="285"/>
            <ac:spMk id="6" creationId="{00000000-0000-0000-0000-000000000000}"/>
          </ac:spMkLst>
        </pc:spChg>
        <pc:spChg chg="mod">
          <ac:chgData name="Nirmit Shah" userId="19542b5f-727d-48fc-a6e5-31748f5f223f" providerId="ADAL" clId="{6E744BBD-6A1F-4C63-AAA4-E23759909C2A}" dt="2026-05-27T04:52:42.328" v="5622" actId="403"/>
          <ac:spMkLst>
            <pc:docMk/>
            <pc:sldMk cId="0" sldId="285"/>
            <ac:spMk id="7" creationId="{00000000-0000-0000-0000-000000000000}"/>
          </ac:spMkLst>
        </pc:spChg>
        <pc:spChg chg="mod">
          <ac:chgData name="Nirmit Shah" userId="19542b5f-727d-48fc-a6e5-31748f5f223f" providerId="ADAL" clId="{6E744BBD-6A1F-4C63-AAA4-E23759909C2A}" dt="2026-05-27T04:53:29.456" v="5642" actId="1036"/>
          <ac:spMkLst>
            <pc:docMk/>
            <pc:sldMk cId="0" sldId="285"/>
            <ac:spMk id="8" creationId="{00000000-0000-0000-0000-000000000000}"/>
          </ac:spMkLst>
        </pc:spChg>
        <pc:spChg chg="mod">
          <ac:chgData name="Nirmit Shah" userId="19542b5f-727d-48fc-a6e5-31748f5f223f" providerId="ADAL" clId="{6E744BBD-6A1F-4C63-AAA4-E23759909C2A}" dt="2026-05-27T04:52:13.665" v="5618" actId="164"/>
          <ac:spMkLst>
            <pc:docMk/>
            <pc:sldMk cId="0" sldId="285"/>
            <ac:spMk id="9" creationId="{00000000-0000-0000-0000-000000000000}"/>
          </ac:spMkLst>
        </pc:spChg>
        <pc:spChg chg="mod">
          <ac:chgData name="Nirmit Shah" userId="19542b5f-727d-48fc-a6e5-31748f5f223f" providerId="ADAL" clId="{6E744BBD-6A1F-4C63-AAA4-E23759909C2A}" dt="2026-05-27T04:53:42.025" v="5645" actId="403"/>
          <ac:spMkLst>
            <pc:docMk/>
            <pc:sldMk cId="0" sldId="285"/>
            <ac:spMk id="10" creationId="{00000000-0000-0000-0000-000000000000}"/>
          </ac:spMkLst>
        </pc:spChg>
        <pc:spChg chg="mod">
          <ac:chgData name="Nirmit Shah" userId="19542b5f-727d-48fc-a6e5-31748f5f223f" providerId="ADAL" clId="{6E744BBD-6A1F-4C63-AAA4-E23759909C2A}" dt="2026-05-27T04:52:23.429" v="5619" actId="164"/>
          <ac:spMkLst>
            <pc:docMk/>
            <pc:sldMk cId="0" sldId="285"/>
            <ac:spMk id="11" creationId="{00000000-0000-0000-0000-000000000000}"/>
          </ac:spMkLst>
        </pc:spChg>
        <pc:spChg chg="mod">
          <ac:chgData name="Nirmit Shah" userId="19542b5f-727d-48fc-a6e5-31748f5f223f" providerId="ADAL" clId="{6E744BBD-6A1F-4C63-AAA4-E23759909C2A}" dt="2026-05-27T04:52:56.791" v="5627" actId="403"/>
          <ac:spMkLst>
            <pc:docMk/>
            <pc:sldMk cId="0" sldId="285"/>
            <ac:spMk id="12" creationId="{00000000-0000-0000-0000-000000000000}"/>
          </ac:spMkLst>
        </pc:spChg>
        <pc:spChg chg="mod">
          <ac:chgData name="Nirmit Shah" userId="19542b5f-727d-48fc-a6e5-31748f5f223f" providerId="ADAL" clId="{6E744BBD-6A1F-4C63-AAA4-E23759909C2A}" dt="2026-05-27T04:53:26.201" v="5639" actId="1036"/>
          <ac:spMkLst>
            <pc:docMk/>
            <pc:sldMk cId="0" sldId="285"/>
            <ac:spMk id="13" creationId="{00000000-0000-0000-0000-000000000000}"/>
          </ac:spMkLst>
        </pc:spChg>
        <pc:spChg chg="mod">
          <ac:chgData name="Nirmit Shah" userId="19542b5f-727d-48fc-a6e5-31748f5f223f" providerId="ADAL" clId="{6E744BBD-6A1F-4C63-AAA4-E23759909C2A}" dt="2026-05-27T04:52:23.429" v="5619" actId="164"/>
          <ac:spMkLst>
            <pc:docMk/>
            <pc:sldMk cId="0" sldId="285"/>
            <ac:spMk id="14" creationId="{00000000-0000-0000-0000-000000000000}"/>
          </ac:spMkLst>
        </pc:spChg>
        <pc:spChg chg="mod">
          <ac:chgData name="Nirmit Shah" userId="19542b5f-727d-48fc-a6e5-31748f5f223f" providerId="ADAL" clId="{6E744BBD-6A1F-4C63-AAA4-E23759909C2A}" dt="2026-05-27T04:54:03.532" v="5670" actId="20577"/>
          <ac:spMkLst>
            <pc:docMk/>
            <pc:sldMk cId="0" sldId="285"/>
            <ac:spMk id="15" creationId="{00000000-0000-0000-0000-000000000000}"/>
          </ac:spMkLst>
        </pc:spChg>
        <pc:spChg chg="mod">
          <ac:chgData name="Nirmit Shah" userId="19542b5f-727d-48fc-a6e5-31748f5f223f" providerId="ADAL" clId="{6E744BBD-6A1F-4C63-AAA4-E23759909C2A}" dt="2026-05-27T04:52:28.752" v="5620" actId="164"/>
          <ac:spMkLst>
            <pc:docMk/>
            <pc:sldMk cId="0" sldId="285"/>
            <ac:spMk id="16" creationId="{00000000-0000-0000-0000-000000000000}"/>
          </ac:spMkLst>
        </pc:spChg>
        <pc:spChg chg="mod">
          <ac:chgData name="Nirmit Shah" userId="19542b5f-727d-48fc-a6e5-31748f5f223f" providerId="ADAL" clId="{6E744BBD-6A1F-4C63-AAA4-E23759909C2A}" dt="2026-05-27T04:53:15.238" v="5634" actId="122"/>
          <ac:spMkLst>
            <pc:docMk/>
            <pc:sldMk cId="0" sldId="285"/>
            <ac:spMk id="17" creationId="{00000000-0000-0000-0000-000000000000}"/>
          </ac:spMkLst>
        </pc:spChg>
        <pc:spChg chg="mod">
          <ac:chgData name="Nirmit Shah" userId="19542b5f-727d-48fc-a6e5-31748f5f223f" providerId="ADAL" clId="{6E744BBD-6A1F-4C63-AAA4-E23759909C2A}" dt="2026-05-27T04:53:22.733" v="5638" actId="1036"/>
          <ac:spMkLst>
            <pc:docMk/>
            <pc:sldMk cId="0" sldId="285"/>
            <ac:spMk id="18" creationId="{00000000-0000-0000-0000-000000000000}"/>
          </ac:spMkLst>
        </pc:spChg>
        <pc:spChg chg="mod">
          <ac:chgData name="Nirmit Shah" userId="19542b5f-727d-48fc-a6e5-31748f5f223f" providerId="ADAL" clId="{6E744BBD-6A1F-4C63-AAA4-E23759909C2A}" dt="2026-05-27T04:52:28.752" v="5620" actId="164"/>
          <ac:spMkLst>
            <pc:docMk/>
            <pc:sldMk cId="0" sldId="285"/>
            <ac:spMk id="19" creationId="{00000000-0000-0000-0000-000000000000}"/>
          </ac:spMkLst>
        </pc:spChg>
        <pc:spChg chg="mod">
          <ac:chgData name="Nirmit Shah" userId="19542b5f-727d-48fc-a6e5-31748f5f223f" providerId="ADAL" clId="{6E744BBD-6A1F-4C63-AAA4-E23759909C2A}" dt="2026-05-27T04:53:52.425" v="5651" actId="403"/>
          <ac:spMkLst>
            <pc:docMk/>
            <pc:sldMk cId="0" sldId="285"/>
            <ac:spMk id="20" creationId="{00000000-0000-0000-0000-000000000000}"/>
          </ac:spMkLst>
        </pc:spChg>
        <pc:spChg chg="mod">
          <ac:chgData name="Nirmit Shah" userId="19542b5f-727d-48fc-a6e5-31748f5f223f" providerId="ADAL" clId="{6E744BBD-6A1F-4C63-AAA4-E23759909C2A}" dt="2026-05-27T04:54:42.149" v="5692" actId="1036"/>
          <ac:spMkLst>
            <pc:docMk/>
            <pc:sldMk cId="0" sldId="285"/>
            <ac:spMk id="21" creationId="{00000000-0000-0000-0000-000000000000}"/>
          </ac:spMkLst>
        </pc:spChg>
        <pc:spChg chg="mod">
          <ac:chgData name="Nirmit Shah" userId="19542b5f-727d-48fc-a6e5-31748f5f223f" providerId="ADAL" clId="{6E744BBD-6A1F-4C63-AAA4-E23759909C2A}" dt="2026-05-27T04:54:42.149" v="5692" actId="1036"/>
          <ac:spMkLst>
            <pc:docMk/>
            <pc:sldMk cId="0" sldId="285"/>
            <ac:spMk id="22" creationId="{00000000-0000-0000-0000-000000000000}"/>
          </ac:spMkLst>
        </pc:spChg>
        <pc:spChg chg="del">
          <ac:chgData name="Nirmit Shah" userId="19542b5f-727d-48fc-a6e5-31748f5f223f" providerId="ADAL" clId="{6E744BBD-6A1F-4C63-AAA4-E23759909C2A}" dt="2026-05-27T04:54:33.975" v="5672" actId="478"/>
          <ac:spMkLst>
            <pc:docMk/>
            <pc:sldMk cId="0" sldId="285"/>
            <ac:spMk id="23" creationId="{00000000-0000-0000-0000-000000000000}"/>
          </ac:spMkLst>
        </pc:spChg>
        <pc:spChg chg="mod">
          <ac:chgData name="Nirmit Shah" userId="19542b5f-727d-48fc-a6e5-31748f5f223f" providerId="ADAL" clId="{6E744BBD-6A1F-4C63-AAA4-E23759909C2A}" dt="2026-05-27T05:17:23.767" v="6561" actId="20577"/>
          <ac:spMkLst>
            <pc:docMk/>
            <pc:sldMk cId="0" sldId="285"/>
            <ac:spMk id="24" creationId="{00000000-0000-0000-0000-000000000000}"/>
          </ac:spMkLst>
        </pc:spChg>
        <pc:grpChg chg="add mod">
          <ac:chgData name="Nirmit Shah" userId="19542b5f-727d-48fc-a6e5-31748f5f223f" providerId="ADAL" clId="{6E744BBD-6A1F-4C63-AAA4-E23759909C2A}" dt="2026-05-27T04:54:47.475" v="5703" actId="1035"/>
          <ac:grpSpMkLst>
            <pc:docMk/>
            <pc:sldMk cId="0" sldId="285"/>
            <ac:grpSpMk id="26" creationId="{0B06E634-A108-4910-7603-6C430490E5AA}"/>
          </ac:grpSpMkLst>
        </pc:grpChg>
        <pc:grpChg chg="add mod">
          <ac:chgData name="Nirmit Shah" userId="19542b5f-727d-48fc-a6e5-31748f5f223f" providerId="ADAL" clId="{6E744BBD-6A1F-4C63-AAA4-E23759909C2A}" dt="2026-05-27T04:54:47.475" v="5703" actId="1035"/>
          <ac:grpSpMkLst>
            <pc:docMk/>
            <pc:sldMk cId="0" sldId="285"/>
            <ac:grpSpMk id="27" creationId="{F6FC41F3-FE9E-9BD1-DDFC-CC3F41CFD997}"/>
          </ac:grpSpMkLst>
        </pc:grpChg>
        <pc:grpChg chg="add mod">
          <ac:chgData name="Nirmit Shah" userId="19542b5f-727d-48fc-a6e5-31748f5f223f" providerId="ADAL" clId="{6E744BBD-6A1F-4C63-AAA4-E23759909C2A}" dt="2026-05-27T04:54:47.475" v="5703" actId="1035"/>
          <ac:grpSpMkLst>
            <pc:docMk/>
            <pc:sldMk cId="0" sldId="285"/>
            <ac:grpSpMk id="28" creationId="{FCB31876-3B83-FFC7-67C8-7F9E2F2FFECF}"/>
          </ac:grpSpMkLst>
        </pc:grpChg>
        <pc:picChg chg="add mod">
          <ac:chgData name="Nirmit Shah" userId="19542b5f-727d-48fc-a6e5-31748f5f223f" providerId="ADAL" clId="{6E744BBD-6A1F-4C63-AAA4-E23759909C2A}" dt="2026-05-25T06:36:42.289" v="2387"/>
          <ac:picMkLst>
            <pc:docMk/>
            <pc:sldMk cId="0" sldId="285"/>
            <ac:picMk id="25" creationId="{A3D17D06-5601-7BDA-577D-186C08E498F8}"/>
          </ac:picMkLst>
        </pc:picChg>
      </pc:sldChg>
      <pc:sldChg chg="addSp delSp modSp add mod modNotesTx">
        <pc:chgData name="Nirmit Shah" userId="19542b5f-727d-48fc-a6e5-31748f5f223f" providerId="ADAL" clId="{6E744BBD-6A1F-4C63-AAA4-E23759909C2A}" dt="2026-05-27T06:20:16.992" v="7055" actId="20577"/>
        <pc:sldMkLst>
          <pc:docMk/>
          <pc:sldMk cId="0" sldId="287"/>
        </pc:sldMkLst>
        <pc:spChg chg="del">
          <ac:chgData name="Nirmit Shah" userId="19542b5f-727d-48fc-a6e5-31748f5f223f" providerId="ADAL" clId="{6E744BBD-6A1F-4C63-AAA4-E23759909C2A}" dt="2026-05-27T04:56:55.225" v="5749" actId="478"/>
          <ac:spMkLst>
            <pc:docMk/>
            <pc:sldMk cId="0" sldId="287"/>
            <ac:spMk id="2" creationId="{00000000-0000-0000-0000-000000000000}"/>
          </ac:spMkLst>
        </pc:spChg>
        <pc:spChg chg="mod">
          <ac:chgData name="Nirmit Shah" userId="19542b5f-727d-48fc-a6e5-31748f5f223f" providerId="ADAL" clId="{6E744BBD-6A1F-4C63-AAA4-E23759909C2A}" dt="2026-05-27T05:03:18.657" v="5955" actId="1036"/>
          <ac:spMkLst>
            <pc:docMk/>
            <pc:sldMk cId="0" sldId="287"/>
            <ac:spMk id="3" creationId="{00000000-0000-0000-0000-000000000000}"/>
          </ac:spMkLst>
        </pc:spChg>
        <pc:spChg chg="mod">
          <ac:chgData name="Nirmit Shah" userId="19542b5f-727d-48fc-a6e5-31748f5f223f" providerId="ADAL" clId="{6E744BBD-6A1F-4C63-AAA4-E23759909C2A}" dt="2026-05-27T04:57:23.153" v="5806" actId="20577"/>
          <ac:spMkLst>
            <pc:docMk/>
            <pc:sldMk cId="0" sldId="287"/>
            <ac:spMk id="5" creationId="{00000000-0000-0000-0000-000000000000}"/>
          </ac:spMkLst>
        </pc:spChg>
        <pc:spChg chg="mod">
          <ac:chgData name="Nirmit Shah" userId="19542b5f-727d-48fc-a6e5-31748f5f223f" providerId="ADAL" clId="{6E744BBD-6A1F-4C63-AAA4-E23759909C2A}" dt="2026-05-27T04:58:17.877" v="5823" actId="164"/>
          <ac:spMkLst>
            <pc:docMk/>
            <pc:sldMk cId="0" sldId="287"/>
            <ac:spMk id="6" creationId="{00000000-0000-0000-0000-000000000000}"/>
          </ac:spMkLst>
        </pc:spChg>
        <pc:spChg chg="mod">
          <ac:chgData name="Nirmit Shah" userId="19542b5f-727d-48fc-a6e5-31748f5f223f" providerId="ADAL" clId="{6E744BBD-6A1F-4C63-AAA4-E23759909C2A}" dt="2026-05-27T04:58:17.877" v="5823" actId="164"/>
          <ac:spMkLst>
            <pc:docMk/>
            <pc:sldMk cId="0" sldId="287"/>
            <ac:spMk id="7" creationId="{00000000-0000-0000-0000-000000000000}"/>
          </ac:spMkLst>
        </pc:spChg>
        <pc:spChg chg="mod">
          <ac:chgData name="Nirmit Shah" userId="19542b5f-727d-48fc-a6e5-31748f5f223f" providerId="ADAL" clId="{6E744BBD-6A1F-4C63-AAA4-E23759909C2A}" dt="2026-05-27T04:59:26.675" v="5832" actId="122"/>
          <ac:spMkLst>
            <pc:docMk/>
            <pc:sldMk cId="0" sldId="287"/>
            <ac:spMk id="8" creationId="{00000000-0000-0000-0000-000000000000}"/>
          </ac:spMkLst>
        </pc:spChg>
        <pc:spChg chg="mod">
          <ac:chgData name="Nirmit Shah" userId="19542b5f-727d-48fc-a6e5-31748f5f223f" providerId="ADAL" clId="{6E744BBD-6A1F-4C63-AAA4-E23759909C2A}" dt="2026-05-27T04:59:31.256" v="5835" actId="122"/>
          <ac:spMkLst>
            <pc:docMk/>
            <pc:sldMk cId="0" sldId="287"/>
            <ac:spMk id="9" creationId="{00000000-0000-0000-0000-000000000000}"/>
          </ac:spMkLst>
        </pc:spChg>
        <pc:spChg chg="mod">
          <ac:chgData name="Nirmit Shah" userId="19542b5f-727d-48fc-a6e5-31748f5f223f" providerId="ADAL" clId="{6E744BBD-6A1F-4C63-AAA4-E23759909C2A}" dt="2026-05-27T05:01:12.031" v="5911" actId="404"/>
          <ac:spMkLst>
            <pc:docMk/>
            <pc:sldMk cId="0" sldId="287"/>
            <ac:spMk id="10" creationId="{00000000-0000-0000-0000-000000000000}"/>
          </ac:spMkLst>
        </pc:spChg>
        <pc:spChg chg="mod">
          <ac:chgData name="Nirmit Shah" userId="19542b5f-727d-48fc-a6e5-31748f5f223f" providerId="ADAL" clId="{6E744BBD-6A1F-4C63-AAA4-E23759909C2A}" dt="2026-05-27T04:58:21.954" v="5824" actId="164"/>
          <ac:spMkLst>
            <pc:docMk/>
            <pc:sldMk cId="0" sldId="287"/>
            <ac:spMk id="11" creationId="{00000000-0000-0000-0000-000000000000}"/>
          </ac:spMkLst>
        </pc:spChg>
        <pc:spChg chg="mod">
          <ac:chgData name="Nirmit Shah" userId="19542b5f-727d-48fc-a6e5-31748f5f223f" providerId="ADAL" clId="{6E744BBD-6A1F-4C63-AAA4-E23759909C2A}" dt="2026-05-27T04:58:21.954" v="5824" actId="164"/>
          <ac:spMkLst>
            <pc:docMk/>
            <pc:sldMk cId="0" sldId="287"/>
            <ac:spMk id="12" creationId="{00000000-0000-0000-0000-000000000000}"/>
          </ac:spMkLst>
        </pc:spChg>
        <pc:spChg chg="mod">
          <ac:chgData name="Nirmit Shah" userId="19542b5f-727d-48fc-a6e5-31748f5f223f" providerId="ADAL" clId="{6E744BBD-6A1F-4C63-AAA4-E23759909C2A}" dt="2026-05-27T04:59:40.628" v="5840" actId="255"/>
          <ac:spMkLst>
            <pc:docMk/>
            <pc:sldMk cId="0" sldId="287"/>
            <ac:spMk id="13" creationId="{00000000-0000-0000-0000-000000000000}"/>
          </ac:spMkLst>
        </pc:spChg>
        <pc:spChg chg="mod">
          <ac:chgData name="Nirmit Shah" userId="19542b5f-727d-48fc-a6e5-31748f5f223f" providerId="ADAL" clId="{6E744BBD-6A1F-4C63-AAA4-E23759909C2A}" dt="2026-05-27T04:59:46.411" v="5843" actId="122"/>
          <ac:spMkLst>
            <pc:docMk/>
            <pc:sldMk cId="0" sldId="287"/>
            <ac:spMk id="14" creationId="{00000000-0000-0000-0000-000000000000}"/>
          </ac:spMkLst>
        </pc:spChg>
        <pc:spChg chg="mod">
          <ac:chgData name="Nirmit Shah" userId="19542b5f-727d-48fc-a6e5-31748f5f223f" providerId="ADAL" clId="{6E744BBD-6A1F-4C63-AAA4-E23759909C2A}" dt="2026-05-27T05:01:14.095" v="5912" actId="403"/>
          <ac:spMkLst>
            <pc:docMk/>
            <pc:sldMk cId="0" sldId="287"/>
            <ac:spMk id="15" creationId="{00000000-0000-0000-0000-000000000000}"/>
          </ac:spMkLst>
        </pc:spChg>
        <pc:spChg chg="mod">
          <ac:chgData name="Nirmit Shah" userId="19542b5f-727d-48fc-a6e5-31748f5f223f" providerId="ADAL" clId="{6E744BBD-6A1F-4C63-AAA4-E23759909C2A}" dt="2026-05-27T04:59:20.892" v="5828" actId="403"/>
          <ac:spMkLst>
            <pc:docMk/>
            <pc:sldMk cId="0" sldId="287"/>
            <ac:spMk id="16" creationId="{00000000-0000-0000-0000-000000000000}"/>
          </ac:spMkLst>
        </pc:spChg>
        <pc:spChg chg="mod">
          <ac:chgData name="Nirmit Shah" userId="19542b5f-727d-48fc-a6e5-31748f5f223f" providerId="ADAL" clId="{6E744BBD-6A1F-4C63-AAA4-E23759909C2A}" dt="2026-05-27T04:58:26.302" v="5825" actId="164"/>
          <ac:spMkLst>
            <pc:docMk/>
            <pc:sldMk cId="0" sldId="287"/>
            <ac:spMk id="17" creationId="{00000000-0000-0000-0000-000000000000}"/>
          </ac:spMkLst>
        </pc:spChg>
        <pc:spChg chg="mod">
          <ac:chgData name="Nirmit Shah" userId="19542b5f-727d-48fc-a6e5-31748f5f223f" providerId="ADAL" clId="{6E744BBD-6A1F-4C63-AAA4-E23759909C2A}" dt="2026-05-27T04:59:52.157" v="5847" actId="122"/>
          <ac:spMkLst>
            <pc:docMk/>
            <pc:sldMk cId="0" sldId="287"/>
            <ac:spMk id="18" creationId="{00000000-0000-0000-0000-000000000000}"/>
          </ac:spMkLst>
        </pc:spChg>
        <pc:spChg chg="mod">
          <ac:chgData name="Nirmit Shah" userId="19542b5f-727d-48fc-a6e5-31748f5f223f" providerId="ADAL" clId="{6E744BBD-6A1F-4C63-AAA4-E23759909C2A}" dt="2026-05-27T05:00:09.860" v="5854" actId="14100"/>
          <ac:spMkLst>
            <pc:docMk/>
            <pc:sldMk cId="0" sldId="287"/>
            <ac:spMk id="19" creationId="{00000000-0000-0000-0000-000000000000}"/>
          </ac:spMkLst>
        </pc:spChg>
        <pc:spChg chg="mod">
          <ac:chgData name="Nirmit Shah" userId="19542b5f-727d-48fc-a6e5-31748f5f223f" providerId="ADAL" clId="{6E744BBD-6A1F-4C63-AAA4-E23759909C2A}" dt="2026-05-27T05:01:16.750" v="5913" actId="403"/>
          <ac:spMkLst>
            <pc:docMk/>
            <pc:sldMk cId="0" sldId="287"/>
            <ac:spMk id="20" creationId="{00000000-0000-0000-0000-000000000000}"/>
          </ac:spMkLst>
        </pc:spChg>
        <pc:spChg chg="mod">
          <ac:chgData name="Nirmit Shah" userId="19542b5f-727d-48fc-a6e5-31748f5f223f" providerId="ADAL" clId="{6E744BBD-6A1F-4C63-AAA4-E23759909C2A}" dt="2026-05-27T04:58:29.869" v="5826" actId="164"/>
          <ac:spMkLst>
            <pc:docMk/>
            <pc:sldMk cId="0" sldId="287"/>
            <ac:spMk id="21" creationId="{00000000-0000-0000-0000-000000000000}"/>
          </ac:spMkLst>
        </pc:spChg>
        <pc:spChg chg="mod">
          <ac:chgData name="Nirmit Shah" userId="19542b5f-727d-48fc-a6e5-31748f5f223f" providerId="ADAL" clId="{6E744BBD-6A1F-4C63-AAA4-E23759909C2A}" dt="2026-05-27T04:59:20.892" v="5828" actId="403"/>
          <ac:spMkLst>
            <pc:docMk/>
            <pc:sldMk cId="0" sldId="287"/>
            <ac:spMk id="22" creationId="{00000000-0000-0000-0000-000000000000}"/>
          </ac:spMkLst>
        </pc:spChg>
        <pc:spChg chg="mod">
          <ac:chgData name="Nirmit Shah" userId="19542b5f-727d-48fc-a6e5-31748f5f223f" providerId="ADAL" clId="{6E744BBD-6A1F-4C63-AAA4-E23759909C2A}" dt="2026-05-27T05:00:17.567" v="5858" actId="122"/>
          <ac:spMkLst>
            <pc:docMk/>
            <pc:sldMk cId="0" sldId="287"/>
            <ac:spMk id="23" creationId="{00000000-0000-0000-0000-000000000000}"/>
          </ac:spMkLst>
        </pc:spChg>
        <pc:spChg chg="mod">
          <ac:chgData name="Nirmit Shah" userId="19542b5f-727d-48fc-a6e5-31748f5f223f" providerId="ADAL" clId="{6E744BBD-6A1F-4C63-AAA4-E23759909C2A}" dt="2026-05-27T05:00:23.559" v="5861" actId="122"/>
          <ac:spMkLst>
            <pc:docMk/>
            <pc:sldMk cId="0" sldId="287"/>
            <ac:spMk id="24" creationId="{00000000-0000-0000-0000-000000000000}"/>
          </ac:spMkLst>
        </pc:spChg>
        <pc:spChg chg="mod">
          <ac:chgData name="Nirmit Shah" userId="19542b5f-727d-48fc-a6e5-31748f5f223f" providerId="ADAL" clId="{6E744BBD-6A1F-4C63-AAA4-E23759909C2A}" dt="2026-05-27T05:01:21.183" v="5915" actId="403"/>
          <ac:spMkLst>
            <pc:docMk/>
            <pc:sldMk cId="0" sldId="287"/>
            <ac:spMk id="25" creationId="{00000000-0000-0000-0000-000000000000}"/>
          </ac:spMkLst>
        </pc:spChg>
        <pc:spChg chg="mod">
          <ac:chgData name="Nirmit Shah" userId="19542b5f-727d-48fc-a6e5-31748f5f223f" providerId="ADAL" clId="{6E744BBD-6A1F-4C63-AAA4-E23759909C2A}" dt="2026-05-27T04:56:59.461" v="5750" actId="164"/>
          <ac:spMkLst>
            <pc:docMk/>
            <pc:sldMk cId="0" sldId="287"/>
            <ac:spMk id="26" creationId="{00000000-0000-0000-0000-000000000000}"/>
          </ac:spMkLst>
        </pc:spChg>
        <pc:spChg chg="mod">
          <ac:chgData name="Nirmit Shah" userId="19542b5f-727d-48fc-a6e5-31748f5f223f" providerId="ADAL" clId="{6E744BBD-6A1F-4C63-AAA4-E23759909C2A}" dt="2026-05-27T04:56:59.461" v="5750" actId="164"/>
          <ac:spMkLst>
            <pc:docMk/>
            <pc:sldMk cId="0" sldId="287"/>
            <ac:spMk id="27" creationId="{00000000-0000-0000-0000-000000000000}"/>
          </ac:spMkLst>
        </pc:spChg>
        <pc:spChg chg="mod">
          <ac:chgData name="Nirmit Shah" userId="19542b5f-727d-48fc-a6e5-31748f5f223f" providerId="ADAL" clId="{6E744BBD-6A1F-4C63-AAA4-E23759909C2A}" dt="2026-05-27T05:00:31.237" v="5865" actId="122"/>
          <ac:spMkLst>
            <pc:docMk/>
            <pc:sldMk cId="0" sldId="287"/>
            <ac:spMk id="28" creationId="{00000000-0000-0000-0000-000000000000}"/>
          </ac:spMkLst>
        </pc:spChg>
        <pc:spChg chg="mod">
          <ac:chgData name="Nirmit Shah" userId="19542b5f-727d-48fc-a6e5-31748f5f223f" providerId="ADAL" clId="{6E744BBD-6A1F-4C63-AAA4-E23759909C2A}" dt="2026-05-27T05:01:01.409" v="5906" actId="122"/>
          <ac:spMkLst>
            <pc:docMk/>
            <pc:sldMk cId="0" sldId="287"/>
            <ac:spMk id="29" creationId="{00000000-0000-0000-0000-000000000000}"/>
          </ac:spMkLst>
        </pc:spChg>
        <pc:spChg chg="mod">
          <ac:chgData name="Nirmit Shah" userId="19542b5f-727d-48fc-a6e5-31748f5f223f" providerId="ADAL" clId="{6E744BBD-6A1F-4C63-AAA4-E23759909C2A}" dt="2026-05-27T05:01:19.047" v="5914" actId="403"/>
          <ac:spMkLst>
            <pc:docMk/>
            <pc:sldMk cId="0" sldId="287"/>
            <ac:spMk id="30" creationId="{00000000-0000-0000-0000-000000000000}"/>
          </ac:spMkLst>
        </pc:spChg>
        <pc:spChg chg="mod">
          <ac:chgData name="Nirmit Shah" userId="19542b5f-727d-48fc-a6e5-31748f5f223f" providerId="ADAL" clId="{6E744BBD-6A1F-4C63-AAA4-E23759909C2A}" dt="2026-05-27T05:17:06.751" v="6553" actId="20577"/>
          <ac:spMkLst>
            <pc:docMk/>
            <pc:sldMk cId="0" sldId="287"/>
            <ac:spMk id="31" creationId="{00000000-0000-0000-0000-000000000000}"/>
          </ac:spMkLst>
        </pc:spChg>
        <pc:grpChg chg="add mod">
          <ac:chgData name="Nirmit Shah" userId="19542b5f-727d-48fc-a6e5-31748f5f223f" providerId="ADAL" clId="{6E744BBD-6A1F-4C63-AAA4-E23759909C2A}" dt="2026-05-27T04:57:17.205" v="5798" actId="1076"/>
          <ac:grpSpMkLst>
            <pc:docMk/>
            <pc:sldMk cId="0" sldId="287"/>
            <ac:grpSpMk id="33" creationId="{C91594D9-F915-CE4D-AF39-720AD1110117}"/>
          </ac:grpSpMkLst>
        </pc:grpChg>
        <pc:grpChg chg="add mod">
          <ac:chgData name="Nirmit Shah" userId="19542b5f-727d-48fc-a6e5-31748f5f223f" providerId="ADAL" clId="{6E744BBD-6A1F-4C63-AAA4-E23759909C2A}" dt="2026-05-27T04:58:17.877" v="5823" actId="164"/>
          <ac:grpSpMkLst>
            <pc:docMk/>
            <pc:sldMk cId="0" sldId="287"/>
            <ac:grpSpMk id="34" creationId="{4FCDF27B-92A6-ED34-0E86-8C22AD1DF107}"/>
          </ac:grpSpMkLst>
        </pc:grpChg>
        <pc:grpChg chg="add mod">
          <ac:chgData name="Nirmit Shah" userId="19542b5f-727d-48fc-a6e5-31748f5f223f" providerId="ADAL" clId="{6E744BBD-6A1F-4C63-AAA4-E23759909C2A}" dt="2026-05-27T04:58:21.954" v="5824" actId="164"/>
          <ac:grpSpMkLst>
            <pc:docMk/>
            <pc:sldMk cId="0" sldId="287"/>
            <ac:grpSpMk id="35" creationId="{A7185A4E-69E9-3002-0535-69DCCDDA89C5}"/>
          </ac:grpSpMkLst>
        </pc:grpChg>
        <pc:grpChg chg="add mod">
          <ac:chgData name="Nirmit Shah" userId="19542b5f-727d-48fc-a6e5-31748f5f223f" providerId="ADAL" clId="{6E744BBD-6A1F-4C63-AAA4-E23759909C2A}" dt="2026-05-27T04:58:26.302" v="5825" actId="164"/>
          <ac:grpSpMkLst>
            <pc:docMk/>
            <pc:sldMk cId="0" sldId="287"/>
            <ac:grpSpMk id="36" creationId="{6C0287CA-7F72-2F31-9C51-DD834304B5CA}"/>
          </ac:grpSpMkLst>
        </pc:grpChg>
        <pc:grpChg chg="add mod">
          <ac:chgData name="Nirmit Shah" userId="19542b5f-727d-48fc-a6e5-31748f5f223f" providerId="ADAL" clId="{6E744BBD-6A1F-4C63-AAA4-E23759909C2A}" dt="2026-05-27T04:58:29.869" v="5826" actId="164"/>
          <ac:grpSpMkLst>
            <pc:docMk/>
            <pc:sldMk cId="0" sldId="287"/>
            <ac:grpSpMk id="37" creationId="{9B91BFCD-20A1-F1C5-ECD1-08CF6FF68D3C}"/>
          </ac:grpSpMkLst>
        </pc:grpChg>
        <pc:picChg chg="add mod">
          <ac:chgData name="Nirmit Shah" userId="19542b5f-727d-48fc-a6e5-31748f5f223f" providerId="ADAL" clId="{6E744BBD-6A1F-4C63-AAA4-E23759909C2A}" dt="2026-05-25T06:36:45.733" v="2389"/>
          <ac:picMkLst>
            <pc:docMk/>
            <pc:sldMk cId="0" sldId="287"/>
            <ac:picMk id="32" creationId="{D9A63215-14D6-6FC4-8BB0-5C2D3B833590}"/>
          </ac:picMkLst>
        </pc:picChg>
      </pc:sldChg>
      <pc:sldChg chg="addSp delSp modSp add mod modNotesTx">
        <pc:chgData name="Nirmit Shah" userId="19542b5f-727d-48fc-a6e5-31748f5f223f" providerId="ADAL" clId="{6E744BBD-6A1F-4C63-AAA4-E23759909C2A}" dt="2026-05-27T06:20:36.213" v="7058" actId="20577"/>
        <pc:sldMkLst>
          <pc:docMk/>
          <pc:sldMk cId="0" sldId="288"/>
        </pc:sldMkLst>
        <pc:spChg chg="del">
          <ac:chgData name="Nirmit Shah" userId="19542b5f-727d-48fc-a6e5-31748f5f223f" providerId="ADAL" clId="{6E744BBD-6A1F-4C63-AAA4-E23759909C2A}" dt="2026-05-27T05:03:07.615" v="5939" actId="478"/>
          <ac:spMkLst>
            <pc:docMk/>
            <pc:sldMk cId="0" sldId="288"/>
            <ac:spMk id="2" creationId="{00000000-0000-0000-0000-000000000000}"/>
          </ac:spMkLst>
        </pc:spChg>
        <pc:spChg chg="mod">
          <ac:chgData name="Nirmit Shah" userId="19542b5f-727d-48fc-a6e5-31748f5f223f" providerId="ADAL" clId="{6E744BBD-6A1F-4C63-AAA4-E23759909C2A}" dt="2026-05-27T05:12:01.675" v="6416" actId="20577"/>
          <ac:spMkLst>
            <pc:docMk/>
            <pc:sldMk cId="0" sldId="288"/>
            <ac:spMk id="3" creationId="{00000000-0000-0000-0000-000000000000}"/>
          </ac:spMkLst>
        </pc:spChg>
        <pc:spChg chg="mod">
          <ac:chgData name="Nirmit Shah" userId="19542b5f-727d-48fc-a6e5-31748f5f223f" providerId="ADAL" clId="{6E744BBD-6A1F-4C63-AAA4-E23759909C2A}" dt="2026-05-27T04:57:30.513" v="5814" actId="20577"/>
          <ac:spMkLst>
            <pc:docMk/>
            <pc:sldMk cId="0" sldId="288"/>
            <ac:spMk id="5" creationId="{00000000-0000-0000-0000-000000000000}"/>
          </ac:spMkLst>
        </pc:spChg>
        <pc:spChg chg="mod">
          <ac:chgData name="Nirmit Shah" userId="19542b5f-727d-48fc-a6e5-31748f5f223f" providerId="ADAL" clId="{6E744BBD-6A1F-4C63-AAA4-E23759909C2A}" dt="2026-05-27T05:11:29.989" v="6391" actId="14100"/>
          <ac:spMkLst>
            <pc:docMk/>
            <pc:sldMk cId="0" sldId="288"/>
            <ac:spMk id="6" creationId="{00000000-0000-0000-0000-000000000000}"/>
          </ac:spMkLst>
        </pc:spChg>
        <pc:spChg chg="mod">
          <ac:chgData name="Nirmit Shah" userId="19542b5f-727d-48fc-a6e5-31748f5f223f" providerId="ADAL" clId="{6E744BBD-6A1F-4C63-AAA4-E23759909C2A}" dt="2026-05-27T05:10:21.004" v="6298"/>
          <ac:spMkLst>
            <pc:docMk/>
            <pc:sldMk cId="0" sldId="288"/>
            <ac:spMk id="7" creationId="{00000000-0000-0000-0000-000000000000}"/>
          </ac:spMkLst>
        </pc:spChg>
        <pc:spChg chg="mod">
          <ac:chgData name="Nirmit Shah" userId="19542b5f-727d-48fc-a6e5-31748f5f223f" providerId="ADAL" clId="{6E744BBD-6A1F-4C63-AAA4-E23759909C2A}" dt="2026-05-27T05:10:21.004" v="6298"/>
          <ac:spMkLst>
            <pc:docMk/>
            <pc:sldMk cId="0" sldId="288"/>
            <ac:spMk id="8" creationId="{00000000-0000-0000-0000-000000000000}"/>
          </ac:spMkLst>
        </pc:spChg>
        <pc:spChg chg="mod">
          <ac:chgData name="Nirmit Shah" userId="19542b5f-727d-48fc-a6e5-31748f5f223f" providerId="ADAL" clId="{6E744BBD-6A1F-4C63-AAA4-E23759909C2A}" dt="2026-05-27T05:11:20.881" v="6390" actId="207"/>
          <ac:spMkLst>
            <pc:docMk/>
            <pc:sldMk cId="0" sldId="288"/>
            <ac:spMk id="9" creationId="{00000000-0000-0000-0000-000000000000}"/>
          </ac:spMkLst>
        </pc:spChg>
        <pc:spChg chg="mod">
          <ac:chgData name="Nirmit Shah" userId="19542b5f-727d-48fc-a6e5-31748f5f223f" providerId="ADAL" clId="{6E744BBD-6A1F-4C63-AAA4-E23759909C2A}" dt="2026-05-27T05:11:35.599" v="6392" actId="14100"/>
          <ac:spMkLst>
            <pc:docMk/>
            <pc:sldMk cId="0" sldId="288"/>
            <ac:spMk id="10" creationId="{00000000-0000-0000-0000-000000000000}"/>
          </ac:spMkLst>
        </pc:spChg>
        <pc:spChg chg="mod">
          <ac:chgData name="Nirmit Shah" userId="19542b5f-727d-48fc-a6e5-31748f5f223f" providerId="ADAL" clId="{6E744BBD-6A1F-4C63-AAA4-E23759909C2A}" dt="2026-05-27T05:05:33.346" v="6039" actId="14100"/>
          <ac:spMkLst>
            <pc:docMk/>
            <pc:sldMk cId="0" sldId="288"/>
            <ac:spMk id="11" creationId="{00000000-0000-0000-0000-000000000000}"/>
          </ac:spMkLst>
        </pc:spChg>
        <pc:spChg chg="mod">
          <ac:chgData name="Nirmit Shah" userId="19542b5f-727d-48fc-a6e5-31748f5f223f" providerId="ADAL" clId="{6E744BBD-6A1F-4C63-AAA4-E23759909C2A}" dt="2026-05-27T05:05:24.384" v="6038" actId="122"/>
          <ac:spMkLst>
            <pc:docMk/>
            <pc:sldMk cId="0" sldId="288"/>
            <ac:spMk id="12" creationId="{00000000-0000-0000-0000-000000000000}"/>
          </ac:spMkLst>
        </pc:spChg>
        <pc:spChg chg="mod">
          <ac:chgData name="Nirmit Shah" userId="19542b5f-727d-48fc-a6e5-31748f5f223f" providerId="ADAL" clId="{6E744BBD-6A1F-4C63-AAA4-E23759909C2A}" dt="2026-05-27T05:09:42.805" v="6286" actId="20577"/>
          <ac:spMkLst>
            <pc:docMk/>
            <pc:sldMk cId="0" sldId="288"/>
            <ac:spMk id="13" creationId="{00000000-0000-0000-0000-000000000000}"/>
          </ac:spMkLst>
        </pc:spChg>
        <pc:spChg chg="mod">
          <ac:chgData name="Nirmit Shah" userId="19542b5f-727d-48fc-a6e5-31748f5f223f" providerId="ADAL" clId="{6E744BBD-6A1F-4C63-AAA4-E23759909C2A}" dt="2026-05-27T05:11:48.009" v="6394" actId="14100"/>
          <ac:spMkLst>
            <pc:docMk/>
            <pc:sldMk cId="0" sldId="288"/>
            <ac:spMk id="14" creationId="{00000000-0000-0000-0000-000000000000}"/>
          </ac:spMkLst>
        </pc:spChg>
        <pc:spChg chg="mod">
          <ac:chgData name="Nirmit Shah" userId="19542b5f-727d-48fc-a6e5-31748f5f223f" providerId="ADAL" clId="{6E744BBD-6A1F-4C63-AAA4-E23759909C2A}" dt="2026-05-27T05:06:07.995" v="6050" actId="14100"/>
          <ac:spMkLst>
            <pc:docMk/>
            <pc:sldMk cId="0" sldId="288"/>
            <ac:spMk id="15" creationId="{00000000-0000-0000-0000-000000000000}"/>
          </ac:spMkLst>
        </pc:spChg>
        <pc:spChg chg="mod">
          <ac:chgData name="Nirmit Shah" userId="19542b5f-727d-48fc-a6e5-31748f5f223f" providerId="ADAL" clId="{6E744BBD-6A1F-4C63-AAA4-E23759909C2A}" dt="2026-05-27T05:06:01.179" v="6049" actId="404"/>
          <ac:spMkLst>
            <pc:docMk/>
            <pc:sldMk cId="0" sldId="288"/>
            <ac:spMk id="16" creationId="{00000000-0000-0000-0000-000000000000}"/>
          </ac:spMkLst>
        </pc:spChg>
        <pc:spChg chg="mod">
          <ac:chgData name="Nirmit Shah" userId="19542b5f-727d-48fc-a6e5-31748f5f223f" providerId="ADAL" clId="{6E744BBD-6A1F-4C63-AAA4-E23759909C2A}" dt="2026-05-27T05:08:54.247" v="6229" actId="207"/>
          <ac:spMkLst>
            <pc:docMk/>
            <pc:sldMk cId="0" sldId="288"/>
            <ac:spMk id="17" creationId="{00000000-0000-0000-0000-000000000000}"/>
          </ac:spMkLst>
        </pc:spChg>
        <pc:spChg chg="mod">
          <ac:chgData name="Nirmit Shah" userId="19542b5f-727d-48fc-a6e5-31748f5f223f" providerId="ADAL" clId="{6E744BBD-6A1F-4C63-AAA4-E23759909C2A}" dt="2026-05-27T05:17:00.356" v="6549" actId="20577"/>
          <ac:spMkLst>
            <pc:docMk/>
            <pc:sldMk cId="0" sldId="288"/>
            <ac:spMk id="18" creationId="{00000000-0000-0000-0000-000000000000}"/>
          </ac:spMkLst>
        </pc:spChg>
        <pc:grpChg chg="add mod">
          <ac:chgData name="Nirmit Shah" userId="19542b5f-727d-48fc-a6e5-31748f5f223f" providerId="ADAL" clId="{6E744BBD-6A1F-4C63-AAA4-E23759909C2A}" dt="2026-05-27T05:11:56.495" v="6415" actId="1036"/>
          <ac:grpSpMkLst>
            <pc:docMk/>
            <pc:sldMk cId="0" sldId="288"/>
            <ac:grpSpMk id="20" creationId="{B27F8A00-C887-E658-44BB-9D7E82206854}"/>
          </ac:grpSpMkLst>
        </pc:grpChg>
        <pc:grpChg chg="add mod">
          <ac:chgData name="Nirmit Shah" userId="19542b5f-727d-48fc-a6e5-31748f5f223f" providerId="ADAL" clId="{6E744BBD-6A1F-4C63-AAA4-E23759909C2A}" dt="2026-05-27T05:11:56.495" v="6415" actId="1036"/>
          <ac:grpSpMkLst>
            <pc:docMk/>
            <pc:sldMk cId="0" sldId="288"/>
            <ac:grpSpMk id="21" creationId="{5E8C1BC9-5B64-BC45-CE32-F903E858DBC8}"/>
          </ac:grpSpMkLst>
        </pc:grpChg>
        <pc:grpChg chg="add mod">
          <ac:chgData name="Nirmit Shah" userId="19542b5f-727d-48fc-a6e5-31748f5f223f" providerId="ADAL" clId="{6E744BBD-6A1F-4C63-AAA4-E23759909C2A}" dt="2026-05-27T05:11:56.495" v="6415" actId="1036"/>
          <ac:grpSpMkLst>
            <pc:docMk/>
            <pc:sldMk cId="0" sldId="288"/>
            <ac:grpSpMk id="22" creationId="{61FADA1A-D731-DD7F-F90D-ADD28C1A838B}"/>
          </ac:grpSpMkLst>
        </pc:grpChg>
        <pc:picChg chg="add mod">
          <ac:chgData name="Nirmit Shah" userId="19542b5f-727d-48fc-a6e5-31748f5f223f" providerId="ADAL" clId="{6E744BBD-6A1F-4C63-AAA4-E23759909C2A}" dt="2026-05-25T06:36:48.440" v="2390"/>
          <ac:picMkLst>
            <pc:docMk/>
            <pc:sldMk cId="0" sldId="288"/>
            <ac:picMk id="19" creationId="{B6719648-2884-01E4-EEF5-13C69FC3AAA2}"/>
          </ac:picMkLst>
        </pc:picChg>
      </pc:sldChg>
      <pc:sldChg chg="addSp delSp modSp add mod modNotesTx">
        <pc:chgData name="Nirmit Shah" userId="19542b5f-727d-48fc-a6e5-31748f5f223f" providerId="ADAL" clId="{6E744BBD-6A1F-4C63-AAA4-E23759909C2A}" dt="2026-05-27T06:21:14.159" v="7076" actId="20577"/>
        <pc:sldMkLst>
          <pc:docMk/>
          <pc:sldMk cId="0" sldId="289"/>
        </pc:sldMkLst>
        <pc:spChg chg="del">
          <ac:chgData name="Nirmit Shah" userId="19542b5f-727d-48fc-a6e5-31748f5f223f" providerId="ADAL" clId="{6E744BBD-6A1F-4C63-AAA4-E23759909C2A}" dt="2026-05-27T05:12:24.280" v="6422" actId="478"/>
          <ac:spMkLst>
            <pc:docMk/>
            <pc:sldMk cId="0" sldId="289"/>
            <ac:spMk id="2" creationId="{00000000-0000-0000-0000-000000000000}"/>
          </ac:spMkLst>
        </pc:spChg>
        <pc:spChg chg="mod">
          <ac:chgData name="Nirmit Shah" userId="19542b5f-727d-48fc-a6e5-31748f5f223f" providerId="ADAL" clId="{6E744BBD-6A1F-4C63-AAA4-E23759909C2A}" dt="2026-05-27T05:12:19.629" v="6421" actId="20577"/>
          <ac:spMkLst>
            <pc:docMk/>
            <pc:sldMk cId="0" sldId="289"/>
            <ac:spMk id="3" creationId="{00000000-0000-0000-0000-000000000000}"/>
          </ac:spMkLst>
        </pc:spChg>
        <pc:spChg chg="mod">
          <ac:chgData name="Nirmit Shah" userId="19542b5f-727d-48fc-a6e5-31748f5f223f" providerId="ADAL" clId="{6E744BBD-6A1F-4C63-AAA4-E23759909C2A}" dt="2026-05-27T04:57:54.949" v="5822" actId="20577"/>
          <ac:spMkLst>
            <pc:docMk/>
            <pc:sldMk cId="0" sldId="289"/>
            <ac:spMk id="5" creationId="{00000000-0000-0000-0000-000000000000}"/>
          </ac:spMkLst>
        </pc:spChg>
        <pc:spChg chg="mod">
          <ac:chgData name="Nirmit Shah" userId="19542b5f-727d-48fc-a6e5-31748f5f223f" providerId="ADAL" clId="{6E744BBD-6A1F-4C63-AAA4-E23759909C2A}" dt="2026-05-27T05:12:30.437" v="6423" actId="164"/>
          <ac:spMkLst>
            <pc:docMk/>
            <pc:sldMk cId="0" sldId="289"/>
            <ac:spMk id="7" creationId="{00000000-0000-0000-0000-000000000000}"/>
          </ac:spMkLst>
        </pc:spChg>
        <pc:spChg chg="mod">
          <ac:chgData name="Nirmit Shah" userId="19542b5f-727d-48fc-a6e5-31748f5f223f" providerId="ADAL" clId="{6E744BBD-6A1F-4C63-AAA4-E23759909C2A}" dt="2026-05-27T05:12:44.043" v="6426" actId="403"/>
          <ac:spMkLst>
            <pc:docMk/>
            <pc:sldMk cId="0" sldId="289"/>
            <ac:spMk id="8" creationId="{00000000-0000-0000-0000-000000000000}"/>
          </ac:spMkLst>
        </pc:spChg>
        <pc:spChg chg="mod">
          <ac:chgData name="Nirmit Shah" userId="19542b5f-727d-48fc-a6e5-31748f5f223f" providerId="ADAL" clId="{6E744BBD-6A1F-4C63-AAA4-E23759909C2A}" dt="2026-05-27T05:14:12.239" v="6488" actId="403"/>
          <ac:spMkLst>
            <pc:docMk/>
            <pc:sldMk cId="0" sldId="289"/>
            <ac:spMk id="9" creationId="{00000000-0000-0000-0000-000000000000}"/>
          </ac:spMkLst>
        </pc:spChg>
        <pc:spChg chg="mod">
          <ac:chgData name="Nirmit Shah" userId="19542b5f-727d-48fc-a6e5-31748f5f223f" providerId="ADAL" clId="{6E744BBD-6A1F-4C63-AAA4-E23759909C2A}" dt="2026-05-27T05:12:30.437" v="6423" actId="164"/>
          <ac:spMkLst>
            <pc:docMk/>
            <pc:sldMk cId="0" sldId="289"/>
            <ac:spMk id="10" creationId="{00000000-0000-0000-0000-000000000000}"/>
          </ac:spMkLst>
        </pc:spChg>
        <pc:spChg chg="mod">
          <ac:chgData name="Nirmit Shah" userId="19542b5f-727d-48fc-a6e5-31748f5f223f" providerId="ADAL" clId="{6E744BBD-6A1F-4C63-AAA4-E23759909C2A}" dt="2026-05-27T05:13:06.366" v="6463" actId="20577"/>
          <ac:spMkLst>
            <pc:docMk/>
            <pc:sldMk cId="0" sldId="289"/>
            <ac:spMk id="12" creationId="{00000000-0000-0000-0000-000000000000}"/>
          </ac:spMkLst>
        </pc:spChg>
        <pc:spChg chg="mod">
          <ac:chgData name="Nirmit Shah" userId="19542b5f-727d-48fc-a6e5-31748f5f223f" providerId="ADAL" clId="{6E744BBD-6A1F-4C63-AAA4-E23759909C2A}" dt="2026-05-27T05:14:12.239" v="6488" actId="403"/>
          <ac:spMkLst>
            <pc:docMk/>
            <pc:sldMk cId="0" sldId="289"/>
            <ac:spMk id="13" creationId="{00000000-0000-0000-0000-000000000000}"/>
          </ac:spMkLst>
        </pc:spChg>
        <pc:spChg chg="mod">
          <ac:chgData name="Nirmit Shah" userId="19542b5f-727d-48fc-a6e5-31748f5f223f" providerId="ADAL" clId="{6E744BBD-6A1F-4C63-AAA4-E23759909C2A}" dt="2026-05-27T05:13:10.889" v="6466" actId="20577"/>
          <ac:spMkLst>
            <pc:docMk/>
            <pc:sldMk cId="0" sldId="289"/>
            <ac:spMk id="16" creationId="{00000000-0000-0000-0000-000000000000}"/>
          </ac:spMkLst>
        </pc:spChg>
        <pc:spChg chg="mod">
          <ac:chgData name="Nirmit Shah" userId="19542b5f-727d-48fc-a6e5-31748f5f223f" providerId="ADAL" clId="{6E744BBD-6A1F-4C63-AAA4-E23759909C2A}" dt="2026-05-27T05:14:12.239" v="6488" actId="403"/>
          <ac:spMkLst>
            <pc:docMk/>
            <pc:sldMk cId="0" sldId="289"/>
            <ac:spMk id="17" creationId="{00000000-0000-0000-0000-000000000000}"/>
          </ac:spMkLst>
        </pc:spChg>
        <pc:spChg chg="mod">
          <ac:chgData name="Nirmit Shah" userId="19542b5f-727d-48fc-a6e5-31748f5f223f" providerId="ADAL" clId="{6E744BBD-6A1F-4C63-AAA4-E23759909C2A}" dt="2026-05-27T05:13:39.602" v="6485" actId="20577"/>
          <ac:spMkLst>
            <pc:docMk/>
            <pc:sldMk cId="0" sldId="289"/>
            <ac:spMk id="20" creationId="{00000000-0000-0000-0000-000000000000}"/>
          </ac:spMkLst>
        </pc:spChg>
        <pc:spChg chg="mod">
          <ac:chgData name="Nirmit Shah" userId="19542b5f-727d-48fc-a6e5-31748f5f223f" providerId="ADAL" clId="{6E744BBD-6A1F-4C63-AAA4-E23759909C2A}" dt="2026-05-27T05:14:12.239" v="6488" actId="403"/>
          <ac:spMkLst>
            <pc:docMk/>
            <pc:sldMk cId="0" sldId="289"/>
            <ac:spMk id="21" creationId="{00000000-0000-0000-0000-000000000000}"/>
          </ac:spMkLst>
        </pc:spChg>
        <pc:spChg chg="mod">
          <ac:chgData name="Nirmit Shah" userId="19542b5f-727d-48fc-a6e5-31748f5f223f" providerId="ADAL" clId="{6E744BBD-6A1F-4C63-AAA4-E23759909C2A}" dt="2026-05-27T05:12:44.043" v="6426" actId="403"/>
          <ac:spMkLst>
            <pc:docMk/>
            <pc:sldMk cId="0" sldId="289"/>
            <ac:spMk id="24" creationId="{00000000-0000-0000-0000-000000000000}"/>
          </ac:spMkLst>
        </pc:spChg>
        <pc:spChg chg="mod">
          <ac:chgData name="Nirmit Shah" userId="19542b5f-727d-48fc-a6e5-31748f5f223f" providerId="ADAL" clId="{6E744BBD-6A1F-4C63-AAA4-E23759909C2A}" dt="2026-05-27T05:14:12.239" v="6488" actId="403"/>
          <ac:spMkLst>
            <pc:docMk/>
            <pc:sldMk cId="0" sldId="289"/>
            <ac:spMk id="25" creationId="{00000000-0000-0000-0000-000000000000}"/>
          </ac:spMkLst>
        </pc:spChg>
        <pc:spChg chg="mod">
          <ac:chgData name="Nirmit Shah" userId="19542b5f-727d-48fc-a6e5-31748f5f223f" providerId="ADAL" clId="{6E744BBD-6A1F-4C63-AAA4-E23759909C2A}" dt="2026-05-27T05:12:44.043" v="6426" actId="403"/>
          <ac:spMkLst>
            <pc:docMk/>
            <pc:sldMk cId="0" sldId="289"/>
            <ac:spMk id="28" creationId="{00000000-0000-0000-0000-000000000000}"/>
          </ac:spMkLst>
        </pc:spChg>
        <pc:spChg chg="mod">
          <ac:chgData name="Nirmit Shah" userId="19542b5f-727d-48fc-a6e5-31748f5f223f" providerId="ADAL" clId="{6E744BBD-6A1F-4C63-AAA4-E23759909C2A}" dt="2026-05-27T05:14:26.492" v="6513" actId="20577"/>
          <ac:spMkLst>
            <pc:docMk/>
            <pc:sldMk cId="0" sldId="289"/>
            <ac:spMk id="29" creationId="{00000000-0000-0000-0000-000000000000}"/>
          </ac:spMkLst>
        </pc:spChg>
        <pc:spChg chg="mod">
          <ac:chgData name="Nirmit Shah" userId="19542b5f-727d-48fc-a6e5-31748f5f223f" providerId="ADAL" clId="{6E744BBD-6A1F-4C63-AAA4-E23759909C2A}" dt="2026-05-27T05:12:30.437" v="6423" actId="164"/>
          <ac:spMkLst>
            <pc:docMk/>
            <pc:sldMk cId="0" sldId="289"/>
            <ac:spMk id="30" creationId="{00000000-0000-0000-0000-000000000000}"/>
          </ac:spMkLst>
        </pc:spChg>
        <pc:spChg chg="mod">
          <ac:chgData name="Nirmit Shah" userId="19542b5f-727d-48fc-a6e5-31748f5f223f" providerId="ADAL" clId="{6E744BBD-6A1F-4C63-AAA4-E23759909C2A}" dt="2026-05-27T05:12:44.043" v="6426" actId="403"/>
          <ac:spMkLst>
            <pc:docMk/>
            <pc:sldMk cId="0" sldId="289"/>
            <ac:spMk id="32" creationId="{00000000-0000-0000-0000-000000000000}"/>
          </ac:spMkLst>
        </pc:spChg>
        <pc:spChg chg="mod">
          <ac:chgData name="Nirmit Shah" userId="19542b5f-727d-48fc-a6e5-31748f5f223f" providerId="ADAL" clId="{6E744BBD-6A1F-4C63-AAA4-E23759909C2A}" dt="2026-05-27T05:14:12.239" v="6488" actId="403"/>
          <ac:spMkLst>
            <pc:docMk/>
            <pc:sldMk cId="0" sldId="289"/>
            <ac:spMk id="33" creationId="{00000000-0000-0000-0000-000000000000}"/>
          </ac:spMkLst>
        </pc:spChg>
        <pc:spChg chg="mod">
          <ac:chgData name="Nirmit Shah" userId="19542b5f-727d-48fc-a6e5-31748f5f223f" providerId="ADAL" clId="{6E744BBD-6A1F-4C63-AAA4-E23759909C2A}" dt="2026-05-27T05:12:30.437" v="6423" actId="164"/>
          <ac:spMkLst>
            <pc:docMk/>
            <pc:sldMk cId="0" sldId="289"/>
            <ac:spMk id="35" creationId="{00000000-0000-0000-0000-000000000000}"/>
          </ac:spMkLst>
        </pc:spChg>
        <pc:spChg chg="mod">
          <ac:chgData name="Nirmit Shah" userId="19542b5f-727d-48fc-a6e5-31748f5f223f" providerId="ADAL" clId="{6E744BBD-6A1F-4C63-AAA4-E23759909C2A}" dt="2026-05-27T05:12:44.043" v="6426" actId="403"/>
          <ac:spMkLst>
            <pc:docMk/>
            <pc:sldMk cId="0" sldId="289"/>
            <ac:spMk id="36" creationId="{00000000-0000-0000-0000-000000000000}"/>
          </ac:spMkLst>
        </pc:spChg>
        <pc:spChg chg="mod">
          <ac:chgData name="Nirmit Shah" userId="19542b5f-727d-48fc-a6e5-31748f5f223f" providerId="ADAL" clId="{6E744BBD-6A1F-4C63-AAA4-E23759909C2A}" dt="2026-05-27T05:14:12.239" v="6488" actId="403"/>
          <ac:spMkLst>
            <pc:docMk/>
            <pc:sldMk cId="0" sldId="289"/>
            <ac:spMk id="37" creationId="{00000000-0000-0000-0000-000000000000}"/>
          </ac:spMkLst>
        </pc:spChg>
        <pc:spChg chg="mod">
          <ac:chgData name="Nirmit Shah" userId="19542b5f-727d-48fc-a6e5-31748f5f223f" providerId="ADAL" clId="{6E744BBD-6A1F-4C63-AAA4-E23759909C2A}" dt="2026-05-27T05:16:53.495" v="6545" actId="20577"/>
          <ac:spMkLst>
            <pc:docMk/>
            <pc:sldMk cId="0" sldId="289"/>
            <ac:spMk id="38" creationId="{00000000-0000-0000-0000-000000000000}"/>
          </ac:spMkLst>
        </pc:spChg>
        <pc:picChg chg="add mod">
          <ac:chgData name="Nirmit Shah" userId="19542b5f-727d-48fc-a6e5-31748f5f223f" providerId="ADAL" clId="{6E744BBD-6A1F-4C63-AAA4-E23759909C2A}" dt="2026-05-25T06:36:49.860" v="2391"/>
          <ac:picMkLst>
            <pc:docMk/>
            <pc:sldMk cId="0" sldId="289"/>
            <ac:picMk id="39" creationId="{15C93617-3E48-DA02-9AE1-926E43E0F16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6716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pPr algn="l"/>
            <a:r>
              <a:rPr sz="1100" dirty="0">
                <a:latin typeface="Arial"/>
              </a:rPr>
              <a:t>[~30s] </a:t>
            </a:r>
            <a:endParaRPr lang="en-US" sz="1100" dirty="0">
              <a:latin typeface="Arial"/>
            </a:endParaRPr>
          </a:p>
          <a:p>
            <a:pPr algn="l"/>
            <a:r>
              <a:rPr lang="en-US" sz="1100" dirty="0">
                <a:latin typeface="Arial"/>
              </a:rPr>
              <a:t>Good evening. My name is Nirmit Shah, I'm a TAS Summer Intern, and this is the final review of the AI-Native HR project.</a:t>
            </a:r>
          </a:p>
          <a:p>
            <a:pPr algn="l"/>
            <a:r>
              <a:rPr lang="en-US" sz="1100" dirty="0">
                <a:latin typeface="Arial"/>
              </a:rPr>
              <a:t>Over the past several weeks, I've focused on two Group HR workstreams - TMTC and TAS; and arrived at a recommendation we can act on.</a:t>
            </a:r>
          </a:p>
          <a:p>
            <a:pPr algn="l"/>
            <a:r>
              <a:rPr lang="en-US" sz="1100" dirty="0">
                <a:latin typeface="Arial"/>
              </a:rPr>
              <a:t>The premise is straightforward: Group HR can be made AI-native. In the next 25–30 minutes, I'll walk you through why I believe that, what it means concretely for TMTC and TAS, and how to start; including a working prototype I'll demo.</a:t>
            </a:r>
          </a:p>
          <a:p>
            <a:pPr algn="l"/>
            <a:r>
              <a:rPr lang="en-US" sz="1100" dirty="0">
                <a:latin typeface="Arial"/>
              </a:rPr>
              <a:t>Let me set the stage with the executive summary.</a:t>
            </a:r>
            <a:endParaRPr sz="1100" dirty="0">
              <a:latin typeface="Arial"/>
            </a:endParaRP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pPr algn="l"/>
            <a:r>
              <a:rPr sz="1100" dirty="0">
                <a:latin typeface="Arial"/>
              </a:rPr>
              <a:t>[~90s] On</a:t>
            </a:r>
            <a:r>
              <a:rPr lang="en-IN" sz="1100" dirty="0">
                <a:latin typeface="Arial"/>
              </a:rPr>
              <a:t>e </a:t>
            </a:r>
            <a:r>
              <a:rPr lang="en-US" sz="1100" dirty="0">
                <a:latin typeface="Arial"/>
              </a:rPr>
              <a:t>slide on what we're doing here.</a:t>
            </a:r>
          </a:p>
          <a:p>
            <a:pPr fontAlgn="t"/>
            <a:r>
              <a:rPr lang="en-US" sz="1200" b="1" i="0" kern="1200" dirty="0">
                <a:solidFill>
                  <a:schemeClr val="tx1"/>
                </a:solidFill>
                <a:effectLst/>
                <a:latin typeface="+mn-lt"/>
                <a:ea typeface="+mn-ea"/>
                <a:cs typeface="+mn-cs"/>
              </a:rPr>
              <a:t>What we did:</a:t>
            </a:r>
            <a:r>
              <a:rPr lang="en-US" sz="1200" b="0" i="0" kern="1200" dirty="0">
                <a:solidFill>
                  <a:schemeClr val="tx1"/>
                </a:solidFill>
                <a:effectLst/>
                <a:latin typeface="+mn-lt"/>
                <a:ea typeface="+mn-ea"/>
                <a:cs typeface="+mn-cs"/>
              </a:rPr>
              <a:t> We mapped roughly 14 processes across all four Group HR pillars, conducted 6 rounds of stakeholder interviews — including in depth dives on TMTC and TAS; audited the systems landscape (10 systems, 3 vendor platforms, zero integration), wrote two parallel-depth strategy memos, and built a clickable UX prototype.</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What we're proposing:</a:t>
            </a:r>
            <a:r>
              <a:rPr lang="en-US" sz="1200" b="0" i="0" kern="1200" dirty="0">
                <a:solidFill>
                  <a:schemeClr val="tx1"/>
                </a:solidFill>
                <a:effectLst/>
                <a:latin typeface="+mn-lt"/>
                <a:ea typeface="+mn-ea"/>
                <a:cs typeface="+mn-cs"/>
              </a:rPr>
              <a:t> Not "add AI to current processes." A </a:t>
            </a:r>
            <a:r>
              <a:rPr lang="en-US" sz="1200" b="0" i="1" kern="1200" dirty="0">
                <a:solidFill>
                  <a:schemeClr val="tx1"/>
                </a:solidFill>
                <a:effectLst/>
                <a:latin typeface="+mn-lt"/>
                <a:ea typeface="+mn-ea"/>
                <a:cs typeface="+mn-cs"/>
              </a:rPr>
              <a:t>redesign</a:t>
            </a:r>
            <a:r>
              <a:rPr lang="en-US" sz="1200" b="0" i="0" kern="1200" dirty="0">
                <a:solidFill>
                  <a:schemeClr val="tx1"/>
                </a:solidFill>
                <a:effectLst/>
                <a:latin typeface="+mn-lt"/>
                <a:ea typeface="+mn-ea"/>
                <a:cs typeface="+mn-cs"/>
              </a:rPr>
              <a:t>. AI handles the first pass on coordination, retrieval, drafting, and synthesis. Humans hold the calls that matter such as Group Company diagnosis, faculty choice, the TAS rubric, the stint match, the panelist evaluation, the impact narrative. The model is: </a:t>
            </a:r>
            <a:r>
              <a:rPr lang="en-US" sz="1200" b="1" i="0" kern="1200" dirty="0">
                <a:solidFill>
                  <a:schemeClr val="tx1"/>
                </a:solidFill>
                <a:effectLst/>
                <a:latin typeface="+mn-lt"/>
                <a:ea typeface="+mn-ea"/>
                <a:cs typeface="+mn-cs"/>
              </a:rPr>
              <a:t>AI drafts, humans decide.</a:t>
            </a: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What we're NOT proposing:</a:t>
            </a:r>
            <a:r>
              <a:rPr lang="en-US" sz="1200" b="0" i="0" kern="1200" dirty="0">
                <a:solidFill>
                  <a:schemeClr val="tx1"/>
                </a:solidFill>
                <a:effectLst/>
                <a:latin typeface="+mn-lt"/>
                <a:ea typeface="+mn-ea"/>
                <a:cs typeface="+mn-cs"/>
              </a:rPr>
              <a:t> A new platform RFP, an LMS replacement, a Group-HR-wide reorg, a vendor swap. Those are all downstream decisions</a:t>
            </a:r>
          </a:p>
          <a:p>
            <a:pPr fontAlgn="t"/>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What's yet to be decided:</a:t>
            </a:r>
            <a:r>
              <a:rPr lang="en-US" sz="1200" b="0" i="0" kern="1200" dirty="0">
                <a:solidFill>
                  <a:schemeClr val="tx1"/>
                </a:solidFill>
                <a:effectLst/>
                <a:latin typeface="+mn-lt"/>
                <a:ea typeface="+mn-ea"/>
                <a:cs typeface="+mn-cs"/>
              </a:rPr>
              <a:t> Three things — the source-of-truth before LMS, the consent model for learner/candidate data, and who owns AI governance.</a:t>
            </a:r>
          </a:p>
          <a:p>
            <a:pPr fontAlgn="t"/>
            <a:r>
              <a:rPr lang="en-US" sz="1200" b="0" i="0" kern="1200" dirty="0">
                <a:solidFill>
                  <a:schemeClr val="tx1"/>
                </a:solidFill>
                <a:effectLst/>
                <a:latin typeface="+mn-lt"/>
                <a:ea typeface="+mn-ea"/>
                <a:cs typeface="+mn-cs"/>
              </a:rPr>
              <a:t>Bridge: let me start with the headline</a:t>
            </a:r>
          </a:p>
          <a:p>
            <a:pPr algn="l"/>
            <a:endParaRPr sz="1100" dirty="0">
              <a:latin typeface="Arial"/>
            </a:endParaRP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fontAlgn="t"/>
            <a:r>
              <a:rPr lang="en-US" sz="1200" b="1" i="0" kern="1200" dirty="0">
                <a:solidFill>
                  <a:schemeClr val="tx1"/>
                </a:solidFill>
                <a:effectLst/>
                <a:latin typeface="+mn-lt"/>
                <a:ea typeface="+mn-ea"/>
                <a:cs typeface="+mn-cs"/>
              </a:rPr>
              <a:t>[~60 seconds]</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Context slide. Group HR operates as four pillars under the CHRO — </a:t>
            </a:r>
            <a:r>
              <a:rPr lang="en-US" sz="1200" b="1" i="0" kern="1200" dirty="0">
                <a:solidFill>
                  <a:schemeClr val="tx1"/>
                </a:solidFill>
                <a:effectLst/>
                <a:latin typeface="+mn-lt"/>
                <a:ea typeface="+mn-ea"/>
                <a:cs typeface="+mn-cs"/>
              </a:rPr>
              <a:t>TAS &amp; Internal Mobility</a:t>
            </a:r>
            <a:r>
              <a:rPr lang="en-US" sz="1200" b="0" i="0" kern="1200" dirty="0">
                <a:solidFill>
                  <a:schemeClr val="tx1"/>
                </a:solidFill>
                <a:effectLst/>
                <a:latin typeface="+mn-lt"/>
                <a:ea typeface="+mn-ea"/>
                <a:cs typeface="+mn-cs"/>
              </a:rPr>
              <a:t> led by </a:t>
            </a:r>
            <a:r>
              <a:rPr lang="en-US" sz="1200" b="0" i="0" kern="1200" dirty="0" err="1">
                <a:solidFill>
                  <a:schemeClr val="tx1"/>
                </a:solidFill>
                <a:effectLst/>
                <a:latin typeface="+mn-lt"/>
                <a:ea typeface="+mn-ea"/>
                <a:cs typeface="+mn-cs"/>
              </a:rPr>
              <a:t>Kaizad</a:t>
            </a:r>
            <a:r>
              <a:rPr lang="en-US" sz="1200" b="0" i="0" kern="1200" dirty="0">
                <a:solidFill>
                  <a:schemeClr val="tx1"/>
                </a:solidFill>
                <a:effectLst/>
                <a:latin typeface="+mn-lt"/>
                <a:ea typeface="+mn-ea"/>
                <a:cs typeface="+mn-cs"/>
              </a:rPr>
              <a:t> Sethna, </a:t>
            </a:r>
            <a:r>
              <a:rPr lang="en-US" sz="1200" b="1" i="0" kern="1200" dirty="0">
                <a:solidFill>
                  <a:schemeClr val="tx1"/>
                </a:solidFill>
                <a:effectLst/>
                <a:latin typeface="+mn-lt"/>
                <a:ea typeface="+mn-ea"/>
                <a:cs typeface="+mn-cs"/>
              </a:rPr>
              <a:t>People Studio</a:t>
            </a:r>
            <a:r>
              <a:rPr lang="en-US" sz="1200" b="0" i="0" kern="1200" dirty="0">
                <a:solidFill>
                  <a:schemeClr val="tx1"/>
                </a:solidFill>
                <a:effectLst/>
                <a:latin typeface="+mn-lt"/>
                <a:ea typeface="+mn-ea"/>
                <a:cs typeface="+mn-cs"/>
              </a:rPr>
              <a:t> led by Poornima Pandey (which houses TMTC, DEI, and Flagship Programs), </a:t>
            </a:r>
            <a:r>
              <a:rPr lang="en-US" sz="1200" b="1" i="0" kern="1200" dirty="0">
                <a:solidFill>
                  <a:schemeClr val="tx1"/>
                </a:solidFill>
                <a:effectLst/>
                <a:latin typeface="+mn-lt"/>
                <a:ea typeface="+mn-ea"/>
                <a:cs typeface="+mn-cs"/>
              </a:rPr>
              <a:t>Performance, Rewards &amp; IT</a:t>
            </a:r>
            <a:r>
              <a:rPr lang="en-US" sz="1200" b="0" i="0" kern="1200" dirty="0">
                <a:solidFill>
                  <a:schemeClr val="tx1"/>
                </a:solidFill>
                <a:effectLst/>
                <a:latin typeface="+mn-lt"/>
                <a:ea typeface="+mn-ea"/>
                <a:cs typeface="+mn-cs"/>
              </a:rPr>
              <a:t> led by Vinay Choudhary, and </a:t>
            </a:r>
            <a:r>
              <a:rPr lang="en-US" sz="1200" b="1" i="0" kern="1200" dirty="0">
                <a:solidFill>
                  <a:schemeClr val="tx1"/>
                </a:solidFill>
                <a:effectLst/>
                <a:latin typeface="+mn-lt"/>
                <a:ea typeface="+mn-ea"/>
                <a:cs typeface="+mn-cs"/>
              </a:rPr>
              <a:t>HR Operations</a:t>
            </a:r>
            <a:r>
              <a:rPr lang="en-US" sz="1200" b="0" i="0" kern="1200" dirty="0">
                <a:solidFill>
                  <a:schemeClr val="tx1"/>
                </a:solidFill>
                <a:effectLst/>
                <a:latin typeface="+mn-lt"/>
                <a:ea typeface="+mn-ea"/>
                <a:cs typeface="+mn-cs"/>
              </a:rPr>
              <a:t> led by Aparajita Shankar.</a:t>
            </a:r>
          </a:p>
          <a:p>
            <a:pPr fontAlgn="t"/>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This lean central team simultaneously runs two modes: internal HR for roughly 300 Tata Sons employees, </a:t>
            </a:r>
            <a:r>
              <a:rPr lang="en-US" sz="1200" b="0" i="1" kern="1200" dirty="0">
                <a:solidFill>
                  <a:schemeClr val="tx1"/>
                </a:solidFill>
                <a:effectLst/>
                <a:latin typeface="+mn-lt"/>
                <a:ea typeface="+mn-ea"/>
                <a:cs typeface="+mn-cs"/>
              </a:rPr>
              <a:t>and</a:t>
            </a:r>
            <a:r>
              <a:rPr lang="en-US" sz="1200" b="0" i="0" kern="1200" dirty="0">
                <a:solidFill>
                  <a:schemeClr val="tx1"/>
                </a:solidFill>
                <a:effectLst/>
                <a:latin typeface="+mn-lt"/>
                <a:ea typeface="+mn-ea"/>
                <a:cs typeface="+mn-cs"/>
              </a:rPr>
              <a:t> group-wide governance, data, and capability programs across 30+ companies — Tata Steel, TCS, Tata Motors, Tata Power, and many more.</a:t>
            </a:r>
          </a:p>
          <a:p>
            <a:pPr fontAlgn="t"/>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The critical insight from discovery: the team is stretched thin. Logistics, follow-ups, and manual coordination consume most of operational capacity. That's the opening for AI — not to replace the expertise, but to free it from the manual rails.</a:t>
            </a:r>
          </a:p>
          <a:p>
            <a:pPr fontAlgn="t"/>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Bridge: so where does the AI-native opportunity sit?</a:t>
            </a:r>
          </a:p>
          <a:p>
            <a:endParaRPr lang="en-IN" dirty="0"/>
          </a:p>
        </p:txBody>
      </p:sp>
    </p:spTree>
    <p:extLst>
      <p:ext uri="{BB962C8B-B14F-4D97-AF65-F5344CB8AC3E}">
        <p14:creationId xmlns:p14="http://schemas.microsoft.com/office/powerpoint/2010/main" val="15962375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pPr fontAlgn="t"/>
            <a:r>
              <a:rPr sz="1100" dirty="0">
                <a:latin typeface="Arial"/>
              </a:rPr>
              <a:t>[~75s] </a:t>
            </a:r>
            <a:r>
              <a:rPr lang="en-US" sz="1200" b="0" i="0" kern="1200" dirty="0">
                <a:solidFill>
                  <a:schemeClr val="tx1"/>
                </a:solidFill>
                <a:effectLst/>
                <a:latin typeface="+mn-lt"/>
                <a:ea typeface="+mn-ea"/>
                <a:cs typeface="+mn-cs"/>
              </a:rPr>
              <a:t>The thesis in one slide.</a:t>
            </a:r>
          </a:p>
          <a:p>
            <a:pPr fontAlgn="t"/>
            <a:r>
              <a:rPr lang="en-US" sz="1200" b="0" i="0" kern="1200" dirty="0">
                <a:solidFill>
                  <a:schemeClr val="tx1"/>
                </a:solidFill>
                <a:effectLst/>
                <a:latin typeface="+mn-lt"/>
                <a:ea typeface="+mn-ea"/>
                <a:cs typeface="+mn-cs"/>
              </a:rPr>
              <a:t>Three pillars. </a:t>
            </a:r>
          </a:p>
          <a:p>
            <a:pPr fontAlgn="t"/>
            <a:r>
              <a:rPr lang="en-US" sz="1200" b="1" i="0" kern="1200" dirty="0">
                <a:solidFill>
                  <a:schemeClr val="tx1"/>
                </a:solidFill>
                <a:effectLst/>
                <a:latin typeface="+mn-lt"/>
                <a:ea typeface="+mn-ea"/>
                <a:cs typeface="+mn-cs"/>
              </a:rPr>
              <a:t>First</a:t>
            </a:r>
            <a:r>
              <a:rPr lang="en-US" sz="1200" b="0" i="0" kern="1200" dirty="0">
                <a:solidFill>
                  <a:schemeClr val="tx1"/>
                </a:solidFill>
                <a:effectLst/>
                <a:latin typeface="+mn-lt"/>
                <a:ea typeface="+mn-ea"/>
                <a:cs typeface="+mn-cs"/>
              </a:rPr>
              <a:t>, the opportunity is real and bounded. We mapped 14 processes, surfaced five systemic themes, and identified 13 AI-native transformation opportunities. The pattern is consistent across every vertical: AI handles orchestration and memory; humans handle judgement.</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Second</a:t>
            </a:r>
            <a:r>
              <a:rPr lang="en-US" sz="1200" b="0" i="0" kern="1200" dirty="0">
                <a:solidFill>
                  <a:schemeClr val="tx1"/>
                </a:solidFill>
                <a:effectLst/>
                <a:latin typeface="+mn-lt"/>
                <a:ea typeface="+mn-ea"/>
                <a:cs typeface="+mn-cs"/>
              </a:rPr>
              <a:t>, TMTC is the right first vertical. 200 programs a year, no LMS, faculty details and content trapped in SharePoint, custom curation is the highest-judgement work — and there's no institutional memory layer supporting it. Program Directors reconstruct company history from memory each time. When people leave, knowledge leaves with them.</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Third</a:t>
            </a:r>
            <a:r>
              <a:rPr lang="en-US" sz="1200" b="0" i="0" kern="1200" dirty="0">
                <a:solidFill>
                  <a:schemeClr val="tx1"/>
                </a:solidFill>
                <a:effectLst/>
                <a:latin typeface="+mn-lt"/>
                <a:ea typeface="+mn-ea"/>
                <a:cs typeface="+mn-cs"/>
              </a:rPr>
              <a:t>, TAS proves the pattern generalizes. Six hiring channels feeding into the same gate, eight disconnected systems, ~300 CVs screened per campus by a single screener against a confidential rubric, 25-day panelist coordination chains — all over email.</a:t>
            </a:r>
          </a:p>
          <a:p>
            <a:pPr fontAlgn="t"/>
            <a:r>
              <a:rPr lang="en-US" sz="1200" b="0" i="0" kern="1200" dirty="0">
                <a:solidFill>
                  <a:schemeClr val="tx1"/>
                </a:solidFill>
                <a:effectLst/>
                <a:latin typeface="+mn-lt"/>
                <a:ea typeface="+mn-ea"/>
                <a:cs typeface="+mn-cs"/>
              </a:rPr>
              <a:t>Bridge: let me show you how we got from the original Group-HR-wide scope to two deep verticals.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pPr fontAlgn="t"/>
            <a:r>
              <a:rPr sz="1100" dirty="0">
                <a:latin typeface="Arial"/>
              </a:rPr>
              <a:t>[~90s] </a:t>
            </a:r>
            <a:r>
              <a:rPr lang="en-US" sz="1200" b="0" i="0" kern="1200" dirty="0">
                <a:solidFill>
                  <a:schemeClr val="tx1"/>
                </a:solidFill>
                <a:effectLst/>
                <a:latin typeface="+mn-lt"/>
                <a:ea typeface="+mn-ea"/>
                <a:cs typeface="+mn-cs"/>
              </a:rPr>
              <a:t>Quick context on scope, because it shaped everything.</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Phase 1</a:t>
            </a:r>
            <a:r>
              <a:rPr lang="en-US" sz="1200" b="0" i="0" kern="1200" dirty="0">
                <a:solidFill>
                  <a:schemeClr val="tx1"/>
                </a:solidFill>
                <a:effectLst/>
                <a:latin typeface="+mn-lt"/>
                <a:ea typeface="+mn-ea"/>
                <a:cs typeface="+mn-cs"/>
              </a:rPr>
              <a:t> was breadth — 6 interview rounds across all four pillars, 14 processes mapped. That gave us a landscape and five systemic themes: manual coordination consuming the team, institutional memory living in people, confidentiality blocking obvious AI adoption, vendor concentration as a quiet risk, and the core insight — the opportunity is operating-model redesign, not point automation.</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Phase 2</a:t>
            </a:r>
            <a:r>
              <a:rPr lang="en-US" sz="1200" b="0" i="0" kern="1200" dirty="0">
                <a:solidFill>
                  <a:schemeClr val="tx1"/>
                </a:solidFill>
                <a:effectLst/>
                <a:latin typeface="+mn-lt"/>
                <a:ea typeface="+mn-ea"/>
                <a:cs typeface="+mn-cs"/>
              </a:rPr>
              <a:t> was focus. We plotted the 13 AI-native opportunities against an impact × feasibility matrix.</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Phase 3</a:t>
            </a:r>
            <a:r>
              <a:rPr lang="en-US" sz="1200" b="0" i="0" kern="1200" dirty="0">
                <a:solidFill>
                  <a:schemeClr val="tx1"/>
                </a:solidFill>
                <a:effectLst/>
                <a:latin typeface="+mn-lt"/>
                <a:ea typeface="+mn-ea"/>
                <a:cs typeface="+mn-cs"/>
              </a:rPr>
              <a:t> narrowed to two deep verticals — TMTC and TAS. </a:t>
            </a:r>
          </a:p>
          <a:p>
            <a:pPr fontAlgn="t"/>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Bridge: methodology in one slide, then we go into TMTC</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pPr algn="l"/>
            <a:r>
              <a:rPr sz="1100">
                <a:latin typeface="Arial"/>
              </a:rPr>
              <a:t>[~60s] Methodology, one slide, four artefacts.</a:t>
            </a:r>
          </a:p>
          <a:p>
            <a:pPr algn="l"/>
            <a:r>
              <a:rPr sz="1100">
                <a:latin typeface="Arial"/>
              </a:rPr>
              <a:t>Six interview rounds — including a Level-2 deep dive on TAS that surfaced the things only the person doing the work knows. That deep dive is where the 25-day panellist coordination, the rubric confidentiality concern, the Tata Sons billing layer, and the personal-files-on-paper finding all came from.</a:t>
            </a:r>
          </a:p>
          <a:p>
            <a:pPr algn="l"/>
            <a:r>
              <a:rPr sz="1100">
                <a:latin typeface="Arial"/>
              </a:rPr>
              <a:t>Nine process maps covering TMTC and TAS lifecycles end-to-end, plus current-state and AI-native versions for TAS.</a:t>
            </a:r>
          </a:p>
          <a:p>
            <a:pPr algn="l"/>
            <a:r>
              <a:rPr sz="1100">
                <a:latin typeface="Arial"/>
              </a:rPr>
              <a:t>Two parallel-depth strategy memos. Both at 16 sections; TMTC has 19 agents in its catalogue and TAS has 17.</a:t>
            </a:r>
          </a:p>
          <a:p>
            <a:pPr algn="l"/>
            <a:r>
              <a:rPr sz="1100">
                <a:latin typeface="Arial"/>
              </a:rPr>
              <a:t>And a working prototype I'll demo in five minutes. React, TypeScript, three role workbenches, eleven sections, progressive approval gate.</a:t>
            </a:r>
          </a:p>
          <a:p>
            <a:pPr algn="l"/>
            <a:r>
              <a:rPr sz="1100">
                <a:latin typeface="Arial"/>
              </a:rPr>
              <a:t>Bridge: TMTC current state.</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pPr fontAlgn="t"/>
            <a:r>
              <a:rPr sz="1100" dirty="0">
                <a:latin typeface="Arial"/>
              </a:rPr>
              <a:t>[~120s] </a:t>
            </a:r>
            <a:r>
              <a:rPr lang="en-US" sz="1200" b="0" i="0" kern="1200" dirty="0">
                <a:solidFill>
                  <a:schemeClr val="tx1"/>
                </a:solidFill>
                <a:effectLst/>
                <a:latin typeface="+mn-lt"/>
                <a:ea typeface="+mn-ea"/>
                <a:cs typeface="+mn-cs"/>
              </a:rPr>
              <a:t>TMTC current state. The numbers tell the story before any analysis.</a:t>
            </a:r>
          </a:p>
          <a:p>
            <a:pPr fontAlgn="t"/>
            <a:r>
              <a:rPr lang="en-US" sz="1200" b="1" i="0" kern="1200" dirty="0">
                <a:solidFill>
                  <a:schemeClr val="tx1"/>
                </a:solidFill>
                <a:effectLst/>
                <a:latin typeface="+mn-lt"/>
                <a:ea typeface="+mn-ea"/>
                <a:cs typeface="+mn-cs"/>
              </a:rPr>
              <a:t>200 programs/year</a:t>
            </a:r>
            <a:r>
              <a:rPr lang="en-US" sz="1200" b="0" i="0" kern="1200" dirty="0">
                <a:solidFill>
                  <a:schemeClr val="tx1"/>
                </a:solidFill>
                <a:effectLst/>
                <a:latin typeface="+mn-lt"/>
                <a:ea typeface="+mn-ea"/>
                <a:cs typeface="+mn-cs"/>
              </a:rPr>
              <a:t> across three tracks — Flagship (tiered leadership journeys), Open (fixed-calendar, companies nominate from brochures), and Custom (sponsor-driven, co-designed with the company). PDs operate as Key Account Managers for assigned group companies — at least 2 PDs per company. PMs shadow PDs. PCs are the operational backbone.</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Zero LMS.</a:t>
            </a:r>
            <a:r>
              <a:rPr lang="en-US" sz="1200" b="0" i="0" kern="1200" dirty="0">
                <a:solidFill>
                  <a:schemeClr val="tx1"/>
                </a:solidFill>
                <a:effectLst/>
                <a:latin typeface="+mn-lt"/>
                <a:ea typeface="+mn-ea"/>
                <a:cs typeface="+mn-cs"/>
              </a:rPr>
              <a:t> Program calendar, registrations, communications — all on email and Excel. Briefs and brochures on SharePoint, shared by email. The CSOD LMS deployment is in progress, but today, Excel and email are the daily drivers.</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Zero structured faculty database.</a:t>
            </a:r>
            <a:r>
              <a:rPr lang="en-US" sz="1200" b="0" i="0" kern="1200" dirty="0">
                <a:solidFill>
                  <a:schemeClr val="tx1"/>
                </a:solidFill>
                <a:effectLst/>
                <a:latin typeface="+mn-lt"/>
                <a:ea typeface="+mn-ea"/>
                <a:cs typeface="+mn-cs"/>
              </a:rPr>
              <a:t> Faculty selection is experience- and relationship-driven. No active database of topic expertise, ratings, delivery history, availability, or cost. The risk: over-dependence on familiar faculty, missed alternatives, weak performance comparison.</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10 days</a:t>
            </a:r>
            <a:r>
              <a:rPr lang="en-US" sz="1200" b="0" i="0" kern="1200" dirty="0">
                <a:solidFill>
                  <a:schemeClr val="tx1"/>
                </a:solidFill>
                <a:effectLst/>
                <a:latin typeface="+mn-lt"/>
                <a:ea typeface="+mn-ea"/>
                <a:cs typeface="+mn-cs"/>
              </a:rPr>
              <a:t> average Custom Program curation time — from diagnostics with the group company to initial proposal. PDs want 5 years of prior program context before walking into a conversation — and that doesn't exist as a system today.</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Zero post-program engagement layer.</a:t>
            </a:r>
            <a:r>
              <a:rPr lang="en-US" sz="1200" b="0" i="0" kern="1200" dirty="0">
                <a:solidFill>
                  <a:schemeClr val="tx1"/>
                </a:solidFill>
                <a:effectLst/>
                <a:latin typeface="+mn-lt"/>
                <a:ea typeface="+mn-ea"/>
                <a:cs typeface="+mn-cs"/>
              </a:rPr>
              <a:t> Alumni tracking is manual LinkedIn checks. PDs flagged the need for "what next?" guidance after leadership programs.</a:t>
            </a:r>
          </a:p>
          <a:p>
            <a:pPr fontAlgn="t"/>
            <a:r>
              <a:rPr lang="en-US" sz="1200" b="0" i="0" kern="1200" dirty="0">
                <a:solidFill>
                  <a:schemeClr val="tx1"/>
                </a:solidFill>
                <a:effectLst/>
                <a:latin typeface="+mn-lt"/>
                <a:ea typeface="+mn-ea"/>
                <a:cs typeface="+mn-cs"/>
              </a:rPr>
              <a:t>And this is the quote that anchors the work — a TMTC Program Manager told </a:t>
            </a:r>
            <a:r>
              <a:rPr lang="en-US" sz="1200" b="0" i="0" kern="1200" dirty="0" err="1">
                <a:solidFill>
                  <a:schemeClr val="tx1"/>
                </a:solidFill>
                <a:effectLst/>
                <a:latin typeface="+mn-lt"/>
                <a:ea typeface="+mn-ea"/>
                <a:cs typeface="+mn-cs"/>
              </a:rPr>
              <a:t>us:</a:t>
            </a:r>
            <a:r>
              <a:rPr lang="en-US" sz="1200" b="0" i="1" kern="1200" dirty="0" err="1">
                <a:solidFill>
                  <a:schemeClr val="tx1"/>
                </a:solidFill>
                <a:effectLst/>
                <a:latin typeface="+mn-lt"/>
                <a:ea typeface="+mn-ea"/>
                <a:cs typeface="+mn-cs"/>
              </a:rPr>
              <a:t>"There</a:t>
            </a:r>
            <a:r>
              <a:rPr lang="en-US" sz="1200" b="0" i="1" kern="1200" dirty="0">
                <a:solidFill>
                  <a:schemeClr val="tx1"/>
                </a:solidFill>
                <a:effectLst/>
                <a:latin typeface="+mn-lt"/>
                <a:ea typeface="+mn-ea"/>
                <a:cs typeface="+mn-cs"/>
              </a:rPr>
              <a:t> is central SharePoint which stores program details… but there is no SOP that makes it compulsory to follow it every time. It has not been updated for quite some time now. We talk to people who conducted the program and there are sometimes when people have left the company."</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That's not an AI problem. That's an operating-model problem. AI is what makes the redesign feasible.</a:t>
            </a:r>
          </a:p>
          <a:p>
            <a:pPr fontAlgn="t"/>
            <a:r>
              <a:rPr lang="en-US" sz="1200" b="0" i="0" kern="1200" dirty="0">
                <a:solidFill>
                  <a:schemeClr val="tx1"/>
                </a:solidFill>
                <a:effectLst/>
                <a:latin typeface="+mn-lt"/>
                <a:ea typeface="+mn-ea"/>
                <a:cs typeface="+mn-cs"/>
              </a:rPr>
              <a:t>Bridge: the framing that matters most</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pPr fontAlgn="t"/>
            <a:r>
              <a:rPr sz="1100" dirty="0">
                <a:latin typeface="Arial"/>
              </a:rPr>
              <a:t>[~75s] </a:t>
            </a:r>
            <a:r>
              <a:rPr lang="en-US" sz="1200" b="0" i="0" kern="1200" dirty="0">
                <a:solidFill>
                  <a:schemeClr val="tx1"/>
                </a:solidFill>
                <a:effectLst/>
                <a:latin typeface="+mn-lt"/>
                <a:ea typeface="+mn-ea"/>
                <a:cs typeface="+mn-cs"/>
              </a:rPr>
              <a:t>This is the single most important framing in the entire deck.</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Left column — AI-assisted.</a:t>
            </a:r>
            <a:r>
              <a:rPr lang="en-US" sz="1200" b="0" i="0" kern="1200" dirty="0">
                <a:solidFill>
                  <a:schemeClr val="tx1"/>
                </a:solidFill>
                <a:effectLst/>
                <a:latin typeface="+mn-lt"/>
                <a:ea typeface="+mn-ea"/>
                <a:cs typeface="+mn-cs"/>
              </a:rPr>
              <a:t> The easy add. Copilot in each role. Faster Excel. PD asks Copilot to draft a proposal. PC </a:t>
            </a:r>
            <a:r>
              <a:rPr lang="en-US" sz="1200" b="0" i="0" kern="1200" dirty="0" err="1">
                <a:solidFill>
                  <a:schemeClr val="tx1"/>
                </a:solidFill>
                <a:effectLst/>
                <a:latin typeface="+mn-lt"/>
                <a:ea typeface="+mn-ea"/>
                <a:cs typeface="+mn-cs"/>
              </a:rPr>
              <a:t>summarises</a:t>
            </a:r>
            <a:r>
              <a:rPr lang="en-US" sz="1200" b="0" i="0" kern="1200" dirty="0">
                <a:solidFill>
                  <a:schemeClr val="tx1"/>
                </a:solidFill>
                <a:effectLst/>
                <a:latin typeface="+mn-lt"/>
                <a:ea typeface="+mn-ea"/>
                <a:cs typeface="+mn-cs"/>
              </a:rPr>
              <a:t> MS Forms feedback faster. Faculty database stays a spreadsheet. LMS is just a record of attendance. Alumni contacted occasionally. Same operating model, slightly faster.</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Right column — AI-native.</a:t>
            </a:r>
            <a:r>
              <a:rPr lang="en-US" sz="1200" b="0" i="0" kern="1200" dirty="0">
                <a:solidFill>
                  <a:schemeClr val="tx1"/>
                </a:solidFill>
                <a:effectLst/>
                <a:latin typeface="+mn-lt"/>
                <a:ea typeface="+mn-ea"/>
                <a:cs typeface="+mn-cs"/>
              </a:rPr>
              <a:t> Process redesign. AI prepares the 5-year group company context, diagnoses likely problems, retrieves similar programs, drafts the route, the journey, the proposal. Feedback isn't just </a:t>
            </a:r>
            <a:r>
              <a:rPr lang="en-US" sz="1200" b="0" i="0" kern="1200" dirty="0" err="1">
                <a:solidFill>
                  <a:schemeClr val="tx1"/>
                </a:solidFill>
                <a:effectLst/>
                <a:latin typeface="+mn-lt"/>
                <a:ea typeface="+mn-ea"/>
                <a:cs typeface="+mn-cs"/>
              </a:rPr>
              <a:t>summarised</a:t>
            </a:r>
            <a:r>
              <a:rPr lang="en-US" sz="1200" b="0" i="0" kern="1200" dirty="0">
                <a:solidFill>
                  <a:schemeClr val="tx1"/>
                </a:solidFill>
                <a:effectLst/>
                <a:latin typeface="+mn-lt"/>
                <a:ea typeface="+mn-ea"/>
                <a:cs typeface="+mn-cs"/>
              </a:rPr>
              <a:t> — it's structured, benchmarked, linked to faculty and content, and fed back into the next program. Faculty intelligence becomes a live recommendation layer. The LMS becomes one node in a learner profile that supports </a:t>
            </a:r>
            <a:r>
              <a:rPr lang="en-US" sz="1200" b="0" i="0" kern="1200" dirty="0" err="1">
                <a:solidFill>
                  <a:schemeClr val="tx1"/>
                </a:solidFill>
                <a:effectLst/>
                <a:latin typeface="+mn-lt"/>
                <a:ea typeface="+mn-ea"/>
                <a:cs typeface="+mn-cs"/>
              </a:rPr>
              <a:t>personalisation</a:t>
            </a:r>
            <a:r>
              <a:rPr lang="en-US" sz="1200" b="0" i="0" kern="1200" dirty="0">
                <a:solidFill>
                  <a:schemeClr val="tx1"/>
                </a:solidFill>
                <a:effectLst/>
                <a:latin typeface="+mn-lt"/>
                <a:ea typeface="+mn-ea"/>
                <a:cs typeface="+mn-cs"/>
              </a:rPr>
              <a:t> and post-program nudges. Alumni enter a continuous engagement graph.</a:t>
            </a:r>
          </a:p>
          <a:p>
            <a:pPr fontAlgn="t"/>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The difference isn't tools. It's </a:t>
            </a:r>
            <a:r>
              <a:rPr lang="en-US" sz="1200" b="0" i="1" kern="1200" dirty="0">
                <a:solidFill>
                  <a:schemeClr val="tx1"/>
                </a:solidFill>
                <a:effectLst/>
                <a:latin typeface="+mn-lt"/>
                <a:ea typeface="+mn-ea"/>
                <a:cs typeface="+mn-cs"/>
              </a:rPr>
              <a:t>where the data lives</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who applies the rubric</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who owns the next-best-action</a:t>
            </a:r>
            <a:r>
              <a:rPr lang="en-US" sz="1200" b="0"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A concrete example: today, a PD reconstructs the sponsor relationship from memory before a Group Company meeting. In the AI-native model, the </a:t>
            </a:r>
            <a:r>
              <a:rPr lang="en-US" sz="1200" b="1" i="0" kern="1200" dirty="0">
                <a:solidFill>
                  <a:schemeClr val="tx1"/>
                </a:solidFill>
                <a:effectLst/>
                <a:latin typeface="+mn-lt"/>
                <a:ea typeface="+mn-ea"/>
                <a:cs typeface="+mn-cs"/>
              </a:rPr>
              <a:t>Group Company Insight Agent</a:t>
            </a:r>
            <a:r>
              <a:rPr lang="en-US" sz="1200" b="0" i="0" kern="1200" dirty="0">
                <a:solidFill>
                  <a:schemeClr val="tx1"/>
                </a:solidFill>
                <a:effectLst/>
                <a:latin typeface="+mn-lt"/>
                <a:ea typeface="+mn-ea"/>
                <a:cs typeface="+mn-cs"/>
              </a:rPr>
              <a:t> has already prepared the 5-year brief, the likely capability themes, the prior feedback, suggested discovery questions. The PD reads it, validates it, and walks in with judgement intact and groundwork done.</a:t>
            </a:r>
          </a:p>
          <a:p>
            <a:pPr fontAlgn="t"/>
            <a:r>
              <a:rPr lang="en-US" sz="1200" b="0" i="0" kern="1200" dirty="0">
                <a:solidFill>
                  <a:schemeClr val="tx1"/>
                </a:solidFill>
                <a:effectLst/>
                <a:latin typeface="+mn-lt"/>
                <a:ea typeface="+mn-ea"/>
                <a:cs typeface="+mn-cs"/>
              </a:rPr>
              <a:t>That's what AI-native means.</a:t>
            </a:r>
          </a:p>
          <a:p>
            <a:pPr fontAlgn="t"/>
            <a:r>
              <a:rPr lang="en-US" sz="1200" b="0" i="0" kern="1200" dirty="0">
                <a:solidFill>
                  <a:schemeClr val="tx1"/>
                </a:solidFill>
                <a:effectLst/>
                <a:latin typeface="+mn-lt"/>
                <a:ea typeface="+mn-ea"/>
                <a:cs typeface="+mn-cs"/>
              </a:rPr>
              <a:t>Bridge: what does that operating model look like end-to-end?</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pPr fontAlgn="t"/>
            <a:r>
              <a:rPr sz="1100" dirty="0">
                <a:latin typeface="Arial"/>
              </a:rPr>
              <a:t>[~75s] </a:t>
            </a:r>
            <a:r>
              <a:rPr lang="en-US" sz="1200" b="0" i="0" kern="1200" dirty="0">
                <a:solidFill>
                  <a:schemeClr val="tx1"/>
                </a:solidFill>
                <a:effectLst/>
                <a:latin typeface="+mn-lt"/>
                <a:ea typeface="+mn-ea"/>
                <a:cs typeface="+mn-cs"/>
              </a:rPr>
              <a:t>The TMTC AI-native operating model in six layers. Read bottom-up.</a:t>
            </a:r>
          </a:p>
          <a:p>
            <a:pPr fontAlgn="t"/>
            <a:r>
              <a:rPr lang="en-US" sz="1200" b="1" i="0" kern="1200" dirty="0">
                <a:solidFill>
                  <a:schemeClr val="tx1"/>
                </a:solidFill>
                <a:effectLst/>
                <a:latin typeface="+mn-lt"/>
                <a:ea typeface="+mn-ea"/>
                <a:cs typeface="+mn-cs"/>
              </a:rPr>
              <a:t>Layer 1 — Signal &amp; Intake.</a:t>
            </a:r>
            <a:r>
              <a:rPr lang="en-US" sz="1200" b="0" i="0" kern="1200" dirty="0">
                <a:solidFill>
                  <a:schemeClr val="tx1"/>
                </a:solidFill>
                <a:effectLst/>
                <a:latin typeface="+mn-lt"/>
                <a:ea typeface="+mn-ea"/>
                <a:cs typeface="+mn-cs"/>
              </a:rPr>
              <a:t> Every input the system listens to: Group Company requests, CHRO inputs, nominations, TTU/LMS searches, feedback, fill rates, alumni moves, company context.</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Layer 2 — Knowledge/Data Fabric.</a:t>
            </a:r>
            <a:r>
              <a:rPr lang="en-US" sz="1200" b="0" i="0" kern="1200" dirty="0">
                <a:solidFill>
                  <a:schemeClr val="tx1"/>
                </a:solidFill>
                <a:effectLst/>
                <a:latin typeface="+mn-lt"/>
                <a:ea typeface="+mn-ea"/>
                <a:cs typeface="+mn-cs"/>
              </a:rPr>
              <a:t> The structured store of programs, dossiers, content, faculty, learners, feedback, alumni, Group Company interactions, and governance metadata. </a:t>
            </a:r>
            <a:r>
              <a:rPr lang="en-US" sz="1200" b="0" i="1" kern="1200" dirty="0">
                <a:solidFill>
                  <a:schemeClr val="tx1"/>
                </a:solidFill>
                <a:effectLst/>
                <a:latin typeface="+mn-lt"/>
                <a:ea typeface="+mn-ea"/>
                <a:cs typeface="+mn-cs"/>
              </a:rPr>
              <a:t>This is what's missing today</a:t>
            </a:r>
            <a:r>
              <a:rPr lang="en-US" sz="1200" b="0" i="0" kern="1200" dirty="0">
                <a:solidFill>
                  <a:schemeClr val="tx1"/>
                </a:solidFill>
                <a:effectLst/>
                <a:latin typeface="+mn-lt"/>
                <a:ea typeface="+mn-ea"/>
                <a:cs typeface="+mn-cs"/>
              </a:rPr>
              <a:t>, and it's the </a:t>
            </a:r>
            <a:r>
              <a:rPr lang="en-US" sz="1200" b="0" i="0" kern="1200" dirty="0" err="1">
                <a:solidFill>
                  <a:schemeClr val="tx1"/>
                </a:solidFill>
                <a:effectLst/>
                <a:latin typeface="+mn-lt"/>
                <a:ea typeface="+mn-ea"/>
                <a:cs typeface="+mn-cs"/>
              </a:rPr>
              <a:t>unblocker</a:t>
            </a:r>
            <a:r>
              <a:rPr lang="en-US" sz="1200" b="0" i="0" kern="1200" dirty="0">
                <a:solidFill>
                  <a:schemeClr val="tx1"/>
                </a:solidFill>
                <a:effectLst/>
                <a:latin typeface="+mn-lt"/>
                <a:ea typeface="+mn-ea"/>
                <a:cs typeface="+mn-cs"/>
              </a:rPr>
              <a:t> for everything above it.</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Layer 3 — AI Intelligence Engines.</a:t>
            </a:r>
            <a:r>
              <a:rPr lang="en-US" sz="1200" b="0" i="0" kern="1200" dirty="0">
                <a:solidFill>
                  <a:schemeClr val="tx1"/>
                </a:solidFill>
                <a:effectLst/>
                <a:latin typeface="+mn-lt"/>
                <a:ea typeface="+mn-ea"/>
                <a:cs typeface="+mn-cs"/>
              </a:rPr>
              <a:t> Four engines: Demand Brain (senses portfolio gaps), Learning Journey Studio (drafts journeys and modules), Delivery &amp; Impact Engine (runs the delivery cockpit and feedback synthesis), Experience Concierge (learner and alumni engagement). These run on the fabric.</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Layer 4 — Role Workbenches.</a:t>
            </a:r>
            <a:r>
              <a:rPr lang="en-US" sz="1200" b="0" i="0" kern="1200" dirty="0">
                <a:solidFill>
                  <a:schemeClr val="tx1"/>
                </a:solidFill>
                <a:effectLst/>
                <a:latin typeface="+mn-lt"/>
                <a:ea typeface="+mn-ea"/>
                <a:cs typeface="+mn-cs"/>
              </a:rPr>
              <a:t> PD, PM, PC, learner, alumnus, Group Company SPOC, faculty, leadership — each a different view on the same underlying state.</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Layer 5 — Human Decision Gates.</a:t>
            </a:r>
            <a:r>
              <a:rPr lang="en-US" sz="1200" b="0" i="0" kern="1200" dirty="0">
                <a:solidFill>
                  <a:schemeClr val="tx1"/>
                </a:solidFill>
                <a:effectLst/>
                <a:latin typeface="+mn-lt"/>
                <a:ea typeface="+mn-ea"/>
                <a:cs typeface="+mn-cs"/>
              </a:rPr>
              <a:t> Route approval, design approval, faculty/vendor approval, budget approval, impact-claim approval. Humans here, always.</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Layer 6 — Learning Loop.</a:t>
            </a:r>
            <a:r>
              <a:rPr lang="en-US" sz="1200" b="0" i="0" kern="1200" dirty="0">
                <a:solidFill>
                  <a:schemeClr val="tx1"/>
                </a:solidFill>
                <a:effectLst/>
                <a:latin typeface="+mn-lt"/>
                <a:ea typeface="+mn-ea"/>
                <a:cs typeface="+mn-cs"/>
              </a:rPr>
              <a:t> This closes the circle. Every program updates content, faculty ratings, cohort insights, Group Company history, and next recommendations. Every program makes the next one smarter.</a:t>
            </a:r>
          </a:p>
          <a:p>
            <a:pPr fontAlgn="t"/>
            <a:r>
              <a:rPr lang="en-US" sz="1200" b="0" i="0" kern="1200" dirty="0">
                <a:solidFill>
                  <a:schemeClr val="tx1"/>
                </a:solidFill>
                <a:effectLst/>
                <a:latin typeface="+mn-lt"/>
                <a:ea typeface="+mn-ea"/>
                <a:cs typeface="+mn-cs"/>
              </a:rPr>
              <a:t>Bridge: how does this look in the role workbenches?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pPr fontAlgn="t"/>
            <a:r>
              <a:rPr sz="1100" dirty="0">
                <a:latin typeface="Arial"/>
              </a:rPr>
              <a:t>[~90s] </a:t>
            </a:r>
            <a:r>
              <a:rPr lang="en-US" sz="1200" b="0" i="0" kern="1200" dirty="0">
                <a:solidFill>
                  <a:schemeClr val="tx1"/>
                </a:solidFill>
                <a:effectLst/>
                <a:latin typeface="+mn-lt"/>
                <a:ea typeface="+mn-ea"/>
                <a:cs typeface="+mn-cs"/>
              </a:rPr>
              <a:t>Five role workbenches, one principle.</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PD becomes an AI-assisted learning strategist.</a:t>
            </a:r>
            <a:r>
              <a:rPr lang="en-US" sz="1200" b="0" i="0" kern="1200" dirty="0">
                <a:solidFill>
                  <a:schemeClr val="tx1"/>
                </a:solidFill>
                <a:effectLst/>
                <a:latin typeface="+mn-lt"/>
                <a:ea typeface="+mn-ea"/>
                <a:cs typeface="+mn-cs"/>
              </a:rPr>
              <a:t> AI does the groundwork — Group Company brief, prior program retrieval, route options, journey drafts, faculty shortlist, proposal draft, sponsor value narratives. PD does the judgement — sponsor trust, business-problem framing, route choice, faculty fit, budget, impact claims. Agents in play: Sponsor Insight Agent, Demand &amp; Portfolio Agent, Program Route Agent, Faculty Matching Agent, and more.</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PM becomes a learning journey product owner.</a:t>
            </a:r>
            <a:r>
              <a:rPr lang="en-US" sz="1200" b="0" i="0" kern="1200" dirty="0">
                <a:solidFill>
                  <a:schemeClr val="tx1"/>
                </a:solidFill>
                <a:effectLst/>
                <a:latin typeface="+mn-lt"/>
                <a:ea typeface="+mn-ea"/>
                <a:cs typeface="+mn-cs"/>
              </a:rPr>
              <a:t> AI retrieves past dossiers, generates journey variants, drafts faculty briefs, </a:t>
            </a:r>
            <a:r>
              <a:rPr lang="en-US" sz="1200" b="0" i="0" kern="1200" dirty="0" err="1">
                <a:solidFill>
                  <a:schemeClr val="tx1"/>
                </a:solidFill>
                <a:effectLst/>
                <a:latin typeface="+mn-lt"/>
                <a:ea typeface="+mn-ea"/>
                <a:cs typeface="+mn-cs"/>
              </a:rPr>
              <a:t>synthesises</a:t>
            </a:r>
            <a:r>
              <a:rPr lang="en-US" sz="1200" b="0" i="0" kern="1200" dirty="0">
                <a:solidFill>
                  <a:schemeClr val="tx1"/>
                </a:solidFill>
                <a:effectLst/>
                <a:latin typeface="+mn-lt"/>
                <a:ea typeface="+mn-ea"/>
                <a:cs typeface="+mn-cs"/>
              </a:rPr>
              <a:t> cohort profiles, runs a delivery cockpit, </a:t>
            </a:r>
            <a:r>
              <a:rPr lang="en-US" sz="1200" b="0" i="0" kern="1200" dirty="0" err="1">
                <a:solidFill>
                  <a:schemeClr val="tx1"/>
                </a:solidFill>
                <a:effectLst/>
                <a:latin typeface="+mn-lt"/>
                <a:ea typeface="+mn-ea"/>
                <a:cs typeface="+mn-cs"/>
              </a:rPr>
              <a:t>synthesises</a:t>
            </a:r>
            <a:r>
              <a:rPr lang="en-US" sz="1200" b="0" i="0" kern="1200" dirty="0">
                <a:solidFill>
                  <a:schemeClr val="tx1"/>
                </a:solidFill>
                <a:effectLst/>
                <a:latin typeface="+mn-lt"/>
                <a:ea typeface="+mn-ea"/>
                <a:cs typeface="+mn-cs"/>
              </a:rPr>
              <a:t> feedback, captures program memory. PM owns journey coherence, experience quality, delivery readiness, escalation.</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PC becomes an AI-orchestrated delivery manager.</a:t>
            </a:r>
            <a:r>
              <a:rPr lang="en-US" sz="1200" b="0" i="0" kern="1200" dirty="0">
                <a:solidFill>
                  <a:schemeClr val="tx1"/>
                </a:solidFill>
                <a:effectLst/>
                <a:latin typeface="+mn-lt"/>
                <a:ea typeface="+mn-ea"/>
                <a:cs typeface="+mn-cs"/>
              </a:rPr>
              <a:t> AI tracks nominations, sends reminders, drafts standard comms, generates dossiers and certificates, reconciles attendance. PC owns exceptions, hospitality, on-ground judgement, faculty and participant experience. PCs currently handle everything from travel preferences to gift coordination — much of which is highly automatable.</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Learner</a:t>
            </a:r>
            <a:r>
              <a:rPr lang="en-US" sz="1200" b="0" i="0" kern="1200" dirty="0">
                <a:solidFill>
                  <a:schemeClr val="tx1"/>
                </a:solidFill>
                <a:effectLst/>
                <a:latin typeface="+mn-lt"/>
                <a:ea typeface="+mn-ea"/>
                <a:cs typeface="+mn-cs"/>
              </a:rPr>
              <a:t> gets a TMTC Learning Concierge — onboarding Q&amp;A, pre-reads, reflection prompts, next-best-learning. AI never evaluates learners for employment or infers sensitive traits.</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Alumnus</a:t>
            </a:r>
            <a:r>
              <a:rPr lang="en-US" sz="1200" b="0" i="0" kern="1200" dirty="0">
                <a:solidFill>
                  <a:schemeClr val="tx1"/>
                </a:solidFill>
                <a:effectLst/>
                <a:latin typeface="+mn-lt"/>
                <a:ea typeface="+mn-ea"/>
                <a:cs typeface="+mn-cs"/>
              </a:rPr>
              <a:t> enters a living leadership learning graph — under consent — with profile refresh, </a:t>
            </a:r>
            <a:r>
              <a:rPr lang="en-US" sz="1200" b="0" i="0" kern="1200" dirty="0" err="1">
                <a:solidFill>
                  <a:schemeClr val="tx1"/>
                </a:solidFill>
                <a:effectLst/>
                <a:latin typeface="+mn-lt"/>
                <a:ea typeface="+mn-ea"/>
                <a:cs typeface="+mn-cs"/>
              </a:rPr>
              <a:t>personalised</a:t>
            </a:r>
            <a:r>
              <a:rPr lang="en-US" sz="1200" b="0" i="0" kern="1200" dirty="0">
                <a:solidFill>
                  <a:schemeClr val="tx1"/>
                </a:solidFill>
                <a:effectLst/>
                <a:latin typeface="+mn-lt"/>
                <a:ea typeface="+mn-ea"/>
                <a:cs typeface="+mn-cs"/>
              </a:rPr>
              <a:t> content, network matching, next-tier readiness signals.</a:t>
            </a:r>
          </a:p>
          <a:p>
            <a:pPr fontAlgn="t"/>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Bridge: I'd like to show you what this looks like in the prototype.</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pPr algn="l"/>
            <a:r>
              <a:rPr sz="1100" dirty="0">
                <a:latin typeface="Arial"/>
              </a:rPr>
              <a:t>[~90s] This is the PD workbench in the prototype.</a:t>
            </a:r>
          </a:p>
          <a:p>
            <a:pPr algn="l"/>
            <a:r>
              <a:rPr sz="1100" dirty="0">
                <a:latin typeface="Arial"/>
              </a:rPr>
              <a:t>On the left — the Brief view</a:t>
            </a:r>
            <a:r>
              <a:rPr sz="1100">
                <a:latin typeface="Arial"/>
              </a:rPr>
              <a:t>. </a:t>
            </a:r>
            <a:r>
              <a:rPr lang="en-IN" sz="1100">
                <a:latin typeface="Arial"/>
              </a:rPr>
              <a:t>Group Company</a:t>
            </a:r>
            <a:r>
              <a:rPr sz="1100">
                <a:latin typeface="Arial"/>
              </a:rPr>
              <a:t> </a:t>
            </a:r>
            <a:r>
              <a:rPr sz="1100" dirty="0">
                <a:latin typeface="Arial"/>
              </a:rPr>
              <a:t>context, business objective, audience, evidence the PD wants to anchor the AI's reasoning against. This is the input that makes everything downstream credible.</a:t>
            </a:r>
          </a:p>
          <a:p>
            <a:pPr algn="l"/>
            <a:r>
              <a:rPr sz="1100" dirty="0">
                <a:latin typeface="Arial"/>
              </a:rPr>
              <a:t>On the right — the Blueprint view. AI proposes two program options side-by-side with rationale. Option 1 is a 3-day immersion; Option 2 is a 4-week blended journey. Both are tagged "AI draft." The PD accepts, edits, or ignores each field. The state of every field — ai, accepted, edited, ignored, created — is tracked. So when this design goes to approval, the reviewer can see exactly what AI suggested and what the human did with it. AI's contribution is auditable, not opaque.</a:t>
            </a:r>
          </a:p>
          <a:p>
            <a:pPr algn="l"/>
            <a:r>
              <a:rPr sz="1100" dirty="0">
                <a:latin typeface="Arial"/>
              </a:rPr>
              <a:t>This is the answer to the trust question we got from interviewees: how do I know if AI's helping me or replacing me? You can see it.</a:t>
            </a:r>
          </a:p>
          <a:p>
            <a:pPr algn="l"/>
            <a:r>
              <a:rPr sz="1100" dirty="0">
                <a:latin typeface="Arial"/>
              </a:rPr>
              <a:t>Bridge: same pattern, PM and PC views.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pPr algn="l"/>
            <a:r>
              <a:rPr sz="1100" dirty="0">
                <a:latin typeface="Arial"/>
              </a:rPr>
              <a:t>[~90s] Same pattern across PM and PC.</a:t>
            </a:r>
          </a:p>
          <a:p>
            <a:pPr algn="l"/>
            <a:r>
              <a:rPr sz="1100" dirty="0">
                <a:latin typeface="Arial"/>
              </a:rPr>
              <a:t>PM Content view — AI suggests modules, each with provenance. The PM sees not just "what's the module" but "where did the AI get this from, and have we used it before?"</a:t>
            </a:r>
          </a:p>
          <a:p>
            <a:pPr algn="l"/>
            <a:r>
              <a:rPr sz="1100" dirty="0">
                <a:latin typeface="Arial"/>
              </a:rPr>
              <a:t>PM Faculty view — AI ranks faculty against the cohort. Reasoning is visible — expertise match, prior delivery, rating, availability. PD makes the final call.</a:t>
            </a:r>
          </a:p>
          <a:p>
            <a:pPr algn="l"/>
            <a:r>
              <a:rPr sz="1100" dirty="0">
                <a:latin typeface="Arial"/>
              </a:rPr>
              <a:t>PC Feedback view — AI </a:t>
            </a:r>
            <a:r>
              <a:rPr sz="1100" dirty="0" err="1">
                <a:latin typeface="Arial"/>
              </a:rPr>
              <a:t>synthesises</a:t>
            </a:r>
            <a:r>
              <a:rPr sz="1100" dirty="0">
                <a:latin typeface="Arial"/>
              </a:rPr>
              <a:t> session feedback into themes. PC reviews, PM/PD approve the narrative. This is the conversation we had in Meeting 5 where the team said they spend two weeks on each feedback report.</a:t>
            </a:r>
          </a:p>
          <a:p>
            <a:pPr algn="l"/>
            <a:r>
              <a:rPr sz="1100" dirty="0">
                <a:latin typeface="Arial"/>
              </a:rPr>
              <a:t>And the approval gate — progressive sign-off. PD </a:t>
            </a:r>
            <a:r>
              <a:rPr sz="1100">
                <a:latin typeface="Arial"/>
              </a:rPr>
              <a:t>signs </a:t>
            </a:r>
            <a:r>
              <a:rPr lang="en-IN" sz="1100">
                <a:latin typeface="Arial"/>
              </a:rPr>
              <a:t>Group Company</a:t>
            </a:r>
            <a:r>
              <a:rPr sz="1100">
                <a:latin typeface="Arial"/>
              </a:rPr>
              <a:t> </a:t>
            </a:r>
            <a:r>
              <a:rPr sz="1100" dirty="0">
                <a:latin typeface="Arial"/>
              </a:rPr>
              <a:t>direction. PM signs design baseline. PC signs delivery readiness. PD </a:t>
            </a:r>
            <a:r>
              <a:rPr sz="1100">
                <a:latin typeface="Arial"/>
              </a:rPr>
              <a:t>signs </a:t>
            </a:r>
            <a:r>
              <a:rPr lang="en-IN" sz="1100">
                <a:latin typeface="Arial"/>
              </a:rPr>
              <a:t>Group Company</a:t>
            </a:r>
            <a:r>
              <a:rPr sz="1100">
                <a:latin typeface="Arial"/>
              </a:rPr>
              <a:t> </a:t>
            </a:r>
            <a:r>
              <a:rPr sz="1100" dirty="0">
                <a:latin typeface="Arial"/>
              </a:rPr>
              <a:t>proposal release. Each step locks the previous. So you can't accidentally ship a program where the PC hasn't confirmed logistics, or the PM hasn't validated faculty.</a:t>
            </a:r>
          </a:p>
          <a:p>
            <a:pPr algn="l"/>
            <a:r>
              <a:rPr sz="1100" dirty="0">
                <a:latin typeface="Arial"/>
              </a:rPr>
              <a:t>This is Scenario 2 in action. Bridge: which brings us to the scenario decision.</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pPr fontAlgn="t"/>
            <a:r>
              <a:rPr sz="1100" dirty="0">
                <a:latin typeface="Arial"/>
              </a:rPr>
              <a:t>[~120s</a:t>
            </a:r>
            <a:r>
              <a:rPr lang="en-US" sz="1100" dirty="0">
                <a:latin typeface="Arial"/>
              </a:rPr>
              <a:t>]</a:t>
            </a:r>
            <a:r>
              <a:rPr lang="en-US" sz="1200" b="0" i="0" kern="1200" dirty="0">
                <a:solidFill>
                  <a:schemeClr val="tx1"/>
                </a:solidFill>
                <a:effectLst/>
                <a:latin typeface="+mn-lt"/>
                <a:ea typeface="+mn-ea"/>
                <a:cs typeface="+mn-cs"/>
              </a:rPr>
              <a:t> The scenario decision. We presented two scenarios to TMTC stakeholders during the journey work.</a:t>
            </a:r>
          </a:p>
          <a:p>
            <a:pPr fontAlgn="t"/>
            <a:r>
              <a:rPr lang="en-US" sz="1200" b="1" i="0" kern="1200" dirty="0">
                <a:solidFill>
                  <a:schemeClr val="tx1"/>
                </a:solidFill>
                <a:effectLst/>
                <a:latin typeface="+mn-lt"/>
                <a:ea typeface="+mn-ea"/>
                <a:cs typeface="+mn-cs"/>
              </a:rPr>
              <a:t>Scenario 1 — Personal Agents Pack.</a:t>
            </a:r>
            <a:r>
              <a:rPr lang="en-US" sz="1200" b="0" i="0" kern="1200" dirty="0">
                <a:solidFill>
                  <a:schemeClr val="tx1"/>
                </a:solidFill>
                <a:effectLst/>
                <a:latin typeface="+mn-lt"/>
                <a:ea typeface="+mn-ea"/>
                <a:cs typeface="+mn-cs"/>
              </a:rPr>
              <a:t> AI added inside each existing role workbench. PD gets an AI co-pilot for briefs and proposals. PM gets AI for journey drafting and feedback synthesis. PC gets AI for nomination tracking and dossiers. The org chart, lifecycle, and system landscape stay largely unchanged. </a:t>
            </a:r>
            <a:r>
              <a:rPr lang="en-US" sz="1200" b="0" i="1" kern="1200" dirty="0">
                <a:solidFill>
                  <a:schemeClr val="tx1"/>
                </a:solidFill>
                <a:effectLst/>
                <a:latin typeface="+mn-lt"/>
                <a:ea typeface="+mn-ea"/>
                <a:cs typeface="+mn-cs"/>
              </a:rPr>
              <a:t>Strengths:</a:t>
            </a:r>
            <a:r>
              <a:rPr lang="en-US" sz="1200" b="0" i="0" kern="1200" dirty="0">
                <a:solidFill>
                  <a:schemeClr val="tx1"/>
                </a:solidFill>
                <a:effectLst/>
                <a:latin typeface="+mn-lt"/>
                <a:ea typeface="+mn-ea"/>
                <a:cs typeface="+mn-cs"/>
              </a:rPr>
              <a:t> Lower change management, faster trust, quick wins in 90 days, survives an LMS delay. </a:t>
            </a:r>
            <a:r>
              <a:rPr lang="en-US" sz="1200" b="0" i="1" kern="1200" dirty="0">
                <a:solidFill>
                  <a:schemeClr val="tx1"/>
                </a:solidFill>
                <a:effectLst/>
                <a:latin typeface="+mn-lt"/>
                <a:ea typeface="+mn-ea"/>
                <a:cs typeface="+mn-cs"/>
              </a:rPr>
              <a:t>Weaknesses:</a:t>
            </a:r>
            <a:r>
              <a:rPr lang="en-US" sz="1200" b="0" i="0" kern="1200" dirty="0">
                <a:solidFill>
                  <a:schemeClr val="tx1"/>
                </a:solidFill>
                <a:effectLst/>
                <a:latin typeface="+mn-lt"/>
                <a:ea typeface="+mn-ea"/>
                <a:cs typeface="+mn-cs"/>
              </a:rPr>
              <a:t> Each role's AI stays in its silo. Institutional memory doesn't compound. The alumni layer and post-program engagement remain weak.</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Scenario 2 — Learning Program Platform.</a:t>
            </a:r>
            <a:r>
              <a:rPr lang="en-US" sz="1200" b="0" i="0" kern="1200" dirty="0">
                <a:solidFill>
                  <a:schemeClr val="tx1"/>
                </a:solidFill>
                <a:effectLst/>
                <a:latin typeface="+mn-lt"/>
                <a:ea typeface="+mn-ea"/>
                <a:cs typeface="+mn-cs"/>
              </a:rPr>
              <a:t> AI as the orchestration layer across the full lifecycle. Shared data fabric, shared agents, role workbenches as views. </a:t>
            </a:r>
            <a:r>
              <a:rPr lang="en-US" sz="1200" b="0" i="1" kern="1200" dirty="0">
                <a:solidFill>
                  <a:schemeClr val="tx1"/>
                </a:solidFill>
                <a:effectLst/>
                <a:latin typeface="+mn-lt"/>
                <a:ea typeface="+mn-ea"/>
                <a:cs typeface="+mn-cs"/>
              </a:rPr>
              <a:t>Strengths:</a:t>
            </a:r>
            <a:r>
              <a:rPr lang="en-US" sz="1200" b="0" i="0" kern="1200" dirty="0">
                <a:solidFill>
                  <a:schemeClr val="tx1"/>
                </a:solidFill>
                <a:effectLst/>
                <a:latin typeface="+mn-lt"/>
                <a:ea typeface="+mn-ea"/>
                <a:cs typeface="+mn-cs"/>
              </a:rPr>
              <a:t> Every program improves the next. Cohort intelligence, sponsor history, faculty performance, alumni engagement all compound. PC capacity freed for high-judgement work. Cross-program asset reuse becomes real. </a:t>
            </a:r>
            <a:r>
              <a:rPr lang="en-US" sz="1200" b="0" i="1" kern="1200" dirty="0">
                <a:solidFill>
                  <a:schemeClr val="tx1"/>
                </a:solidFill>
                <a:effectLst/>
                <a:latin typeface="+mn-lt"/>
                <a:ea typeface="+mn-ea"/>
                <a:cs typeface="+mn-cs"/>
              </a:rPr>
              <a:t>Weaknesses:</a:t>
            </a:r>
            <a:r>
              <a:rPr lang="en-US" sz="1200" b="0" i="0" kern="1200" dirty="0">
                <a:solidFill>
                  <a:schemeClr val="tx1"/>
                </a:solidFill>
                <a:effectLst/>
                <a:latin typeface="+mn-lt"/>
                <a:ea typeface="+mn-ea"/>
                <a:cs typeface="+mn-cs"/>
              </a:rPr>
              <a:t> Heavier change management, higher dependency on the data fabric maturing first, greater governance surface area.</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The recommendation:</a:t>
            </a:r>
            <a:r>
              <a:rPr lang="en-US" sz="1200" b="0" i="0" kern="1200" dirty="0">
                <a:solidFill>
                  <a:schemeClr val="tx1"/>
                </a:solidFill>
                <a:effectLst/>
                <a:latin typeface="+mn-lt"/>
                <a:ea typeface="+mn-ea"/>
                <a:cs typeface="+mn-cs"/>
              </a:rPr>
              <a:t> Learning Program Platform as the </a:t>
            </a:r>
            <a:r>
              <a:rPr lang="en-US" sz="1200" b="1" i="0" kern="1200" dirty="0">
                <a:solidFill>
                  <a:schemeClr val="tx1"/>
                </a:solidFill>
                <a:effectLst/>
                <a:latin typeface="+mn-lt"/>
                <a:ea typeface="+mn-ea"/>
                <a:cs typeface="+mn-cs"/>
              </a:rPr>
              <a:t>destination</a:t>
            </a:r>
            <a:r>
              <a:rPr lang="en-US" sz="1200" b="0" i="0" kern="1200" dirty="0">
                <a:solidFill>
                  <a:schemeClr val="tx1"/>
                </a:solidFill>
                <a:effectLst/>
                <a:latin typeface="+mn-lt"/>
                <a:ea typeface="+mn-ea"/>
                <a:cs typeface="+mn-cs"/>
              </a:rPr>
              <a:t>. Personal Agents Pack quick wins in the </a:t>
            </a:r>
            <a:r>
              <a:rPr lang="en-US" sz="1200" b="1" i="0" kern="1200" dirty="0">
                <a:solidFill>
                  <a:schemeClr val="tx1"/>
                </a:solidFill>
                <a:effectLst/>
                <a:latin typeface="+mn-lt"/>
                <a:ea typeface="+mn-ea"/>
                <a:cs typeface="+mn-cs"/>
              </a:rPr>
              <a:t>first 90 days</a:t>
            </a:r>
            <a:r>
              <a:rPr lang="en-US" sz="1200" b="0" i="0" kern="1200" dirty="0">
                <a:solidFill>
                  <a:schemeClr val="tx1"/>
                </a:solidFill>
                <a:effectLst/>
                <a:latin typeface="+mn-lt"/>
                <a:ea typeface="+mn-ea"/>
                <a:cs typeface="+mn-cs"/>
              </a:rPr>
              <a:t> as the trust-building ramp. Four reasons:</a:t>
            </a:r>
          </a:p>
          <a:p>
            <a:pPr fontAlgn="t"/>
            <a:r>
              <a:rPr lang="en-US" sz="1200" b="0" i="0" kern="1200" dirty="0">
                <a:solidFill>
                  <a:schemeClr val="tx1"/>
                </a:solidFill>
                <a:effectLst/>
                <a:latin typeface="+mn-lt"/>
                <a:ea typeface="+mn-ea"/>
                <a:cs typeface="+mn-cs"/>
              </a:rPr>
              <a:t>Quick wins recover capacity and demonstrate safety within one quarter.</a:t>
            </a:r>
          </a:p>
          <a:p>
            <a:pPr fontAlgn="t"/>
            <a:r>
              <a:rPr lang="en-US" sz="1200" b="0" i="0" kern="1200" dirty="0">
                <a:solidFill>
                  <a:schemeClr val="tx1"/>
                </a:solidFill>
                <a:effectLst/>
                <a:latin typeface="+mn-lt"/>
                <a:ea typeface="+mn-ea"/>
                <a:cs typeface="+mn-cs"/>
              </a:rPr>
              <a:t>The data fabric matures in parallel — SharePoint cleanup, program memory template, faculty database MVP — all high-value on their own and prerequisites for Scenario 2.</a:t>
            </a:r>
          </a:p>
          <a:p>
            <a:pPr fontAlgn="t"/>
            <a:r>
              <a:rPr lang="en-US" sz="1200" b="0" i="0" kern="1200" dirty="0">
                <a:solidFill>
                  <a:schemeClr val="tx1"/>
                </a:solidFill>
                <a:effectLst/>
                <a:latin typeface="+mn-lt"/>
                <a:ea typeface="+mn-ea"/>
                <a:cs typeface="+mn-cs"/>
              </a:rPr>
              <a:t>Scenario 2 is where the operating-model leverage lives — compounding intelligence.</a:t>
            </a:r>
          </a:p>
          <a:p>
            <a:pPr fontAlgn="t"/>
            <a:r>
              <a:rPr lang="en-US" sz="1200" b="0" i="0" kern="1200" dirty="0">
                <a:solidFill>
                  <a:schemeClr val="tx1"/>
                </a:solidFill>
                <a:effectLst/>
                <a:latin typeface="+mn-lt"/>
                <a:ea typeface="+mn-ea"/>
                <a:cs typeface="+mn-cs"/>
              </a:rPr>
              <a:t>The prototype already demonstrates Scenario 2 mechanics — progressive approval gate, field-level provenance, role-switch view.</a:t>
            </a:r>
          </a:p>
          <a:p>
            <a:pPr fontAlgn="t"/>
            <a:r>
              <a:rPr lang="en-US" sz="1200" b="0" i="0" kern="1200" dirty="0">
                <a:solidFill>
                  <a:schemeClr val="tx1"/>
                </a:solidFill>
                <a:effectLst/>
                <a:latin typeface="+mn-lt"/>
                <a:ea typeface="+mn-ea"/>
                <a:cs typeface="+mn-cs"/>
              </a:rPr>
              <a:t>Bridge: TAS. The pattern </a:t>
            </a:r>
            <a:r>
              <a:rPr lang="en-US" sz="1200" b="0" i="0" kern="1200" dirty="0" err="1">
                <a:solidFill>
                  <a:schemeClr val="tx1"/>
                </a:solidFill>
                <a:effectLst/>
                <a:latin typeface="+mn-lt"/>
                <a:ea typeface="+mn-ea"/>
                <a:cs typeface="+mn-cs"/>
              </a:rPr>
              <a:t>generalises</a:t>
            </a:r>
            <a:r>
              <a:rPr lang="en-US" sz="1200" b="0" i="0" kern="1200" dirty="0">
                <a:solidFill>
                  <a:schemeClr val="tx1"/>
                </a:solidFill>
                <a:effectLst/>
                <a:latin typeface="+mn-lt"/>
                <a:ea typeface="+mn-ea"/>
                <a:cs typeface="+mn-cs"/>
              </a:rPr>
              <a:t>.</a:t>
            </a:r>
          </a:p>
          <a:p>
            <a:pPr algn="l"/>
            <a:endParaRPr sz="1100" dirty="0">
              <a:latin typeface="Arial"/>
            </a:endParaRP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pPr fontAlgn="t"/>
            <a:r>
              <a:rPr sz="1100" dirty="0">
                <a:latin typeface="Arial"/>
              </a:rPr>
              <a:t>[~120s] </a:t>
            </a:r>
            <a:r>
              <a:rPr lang="en-US" sz="1200" b="0" i="0" kern="1200" dirty="0">
                <a:solidFill>
                  <a:schemeClr val="tx1"/>
                </a:solidFill>
                <a:effectLst/>
                <a:latin typeface="+mn-lt"/>
                <a:ea typeface="+mn-ea"/>
                <a:cs typeface="+mn-cs"/>
              </a:rPr>
              <a:t>TAS today. The 8-stage lifecycle is clear; the four manual bottlenecks are the story.</a:t>
            </a:r>
          </a:p>
          <a:p>
            <a:pPr fontAlgn="t"/>
            <a:r>
              <a:rPr lang="en-US" sz="1200" b="1" i="0" kern="1200" dirty="0">
                <a:solidFill>
                  <a:schemeClr val="tx1"/>
                </a:solidFill>
                <a:effectLst/>
                <a:latin typeface="+mn-lt"/>
                <a:ea typeface="+mn-ea"/>
                <a:cs typeface="+mn-cs"/>
              </a:rPr>
              <a:t>Bottleneck 1 — No vendor integration.</a:t>
            </a:r>
            <a:r>
              <a:rPr lang="en-US" sz="1200" b="0" i="0" kern="1200" dirty="0">
                <a:solidFill>
                  <a:schemeClr val="tx1"/>
                </a:solidFill>
                <a:effectLst/>
                <a:latin typeface="+mn-lt"/>
                <a:ea typeface="+mn-ea"/>
                <a:cs typeface="+mn-cs"/>
              </a:rPr>
              <a:t> Three vendor platforms — Prospect.ai, Unstop, </a:t>
            </a:r>
            <a:r>
              <a:rPr lang="en-US" sz="1200" b="0" i="0" kern="1200" dirty="0" err="1">
                <a:solidFill>
                  <a:schemeClr val="tx1"/>
                </a:solidFill>
                <a:effectLst/>
                <a:latin typeface="+mn-lt"/>
                <a:ea typeface="+mn-ea"/>
                <a:cs typeface="+mn-cs"/>
              </a:rPr>
              <a:t>InsideIIM</a:t>
            </a:r>
            <a:r>
              <a:rPr lang="en-US" sz="1200" b="0" i="0" kern="1200" dirty="0">
                <a:solidFill>
                  <a:schemeClr val="tx1"/>
                </a:solidFill>
                <a:effectLst/>
                <a:latin typeface="+mn-lt"/>
                <a:ea typeface="+mn-ea"/>
                <a:cs typeface="+mn-cs"/>
              </a:rPr>
              <a:t> — plus TCS </a:t>
            </a:r>
            <a:r>
              <a:rPr lang="en-US" sz="1200" b="0" i="0" kern="1200" dirty="0" err="1">
                <a:solidFill>
                  <a:schemeClr val="tx1"/>
                </a:solidFill>
                <a:effectLst/>
                <a:latin typeface="+mn-lt"/>
                <a:ea typeface="+mn-ea"/>
                <a:cs typeface="+mn-cs"/>
              </a:rPr>
              <a:t>iON</a:t>
            </a:r>
            <a:r>
              <a:rPr lang="en-US" sz="1200" b="0" i="0" kern="1200" dirty="0">
                <a:solidFill>
                  <a:schemeClr val="tx1"/>
                </a:solidFill>
                <a:effectLst/>
                <a:latin typeface="+mn-lt"/>
                <a:ea typeface="+mn-ea"/>
                <a:cs typeface="+mn-cs"/>
              </a:rPr>
              <a:t>, with zero integration. Data moves by Excel-merge. Two collation paths: Prospect.ai path for Campus + </a:t>
            </a:r>
            <a:r>
              <a:rPr lang="en-US" sz="1200" b="0" i="0" kern="1200" dirty="0" err="1">
                <a:solidFill>
                  <a:schemeClr val="tx1"/>
                </a:solidFill>
                <a:effectLst/>
                <a:latin typeface="+mn-lt"/>
                <a:ea typeface="+mn-ea"/>
                <a:cs typeface="+mn-cs"/>
              </a:rPr>
              <a:t>InvicTAS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iON</a:t>
            </a:r>
            <a:r>
              <a:rPr lang="en-US" sz="1200" b="0" i="0" kern="1200" dirty="0">
                <a:solidFill>
                  <a:schemeClr val="tx1"/>
                </a:solidFill>
                <a:effectLst/>
                <a:latin typeface="+mn-lt"/>
                <a:ea typeface="+mn-ea"/>
                <a:cs typeface="+mn-cs"/>
              </a:rPr>
              <a:t> application + Prospect.ai assessment → manual Excel merge → rubric applied), and Unstop path for TIC (quiz + gamified + video screen integrated inside Unstop → single dataset → rubric still applied manually). When vendor data and </a:t>
            </a:r>
            <a:r>
              <a:rPr lang="en-US" sz="1200" b="0" i="0" kern="1200" dirty="0" err="1">
                <a:solidFill>
                  <a:schemeClr val="tx1"/>
                </a:solidFill>
                <a:effectLst/>
                <a:latin typeface="+mn-lt"/>
                <a:ea typeface="+mn-ea"/>
                <a:cs typeface="+mn-cs"/>
              </a:rPr>
              <a:t>iON</a:t>
            </a:r>
            <a:r>
              <a:rPr lang="en-US" sz="1200" b="0" i="0" kern="1200" dirty="0">
                <a:solidFill>
                  <a:schemeClr val="tx1"/>
                </a:solidFill>
                <a:effectLst/>
                <a:latin typeface="+mn-lt"/>
                <a:ea typeface="+mn-ea"/>
                <a:cs typeface="+mn-cs"/>
              </a:rPr>
              <a:t> data conflict, resolution depends on the screener's judgement with no formal reconciliation rule and no audit trail. ~300 CVs per campus, 14 colleges per intern season, screened by a single screener per campus — no second-eye check on borderline calls.</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Bottleneck 2 — 25-day </a:t>
            </a:r>
            <a:r>
              <a:rPr lang="en-US" sz="1200" b="1" i="0" kern="1200" dirty="0" err="1">
                <a:solidFill>
                  <a:schemeClr val="tx1"/>
                </a:solidFill>
                <a:effectLst/>
                <a:latin typeface="+mn-lt"/>
                <a:ea typeface="+mn-ea"/>
                <a:cs typeface="+mn-cs"/>
              </a:rPr>
              <a:t>panellist</a:t>
            </a:r>
            <a:r>
              <a:rPr lang="en-US" sz="1200" b="1" i="0" kern="1200" dirty="0">
                <a:solidFill>
                  <a:schemeClr val="tx1"/>
                </a:solidFill>
                <a:effectLst/>
                <a:latin typeface="+mn-lt"/>
                <a:ea typeface="+mn-ea"/>
                <a:cs typeface="+mn-cs"/>
              </a:rPr>
              <a:t> coordination.</a:t>
            </a:r>
            <a:r>
              <a:rPr lang="en-US" sz="1200" b="0" i="0" kern="1200" dirty="0">
                <a:solidFill>
                  <a:schemeClr val="tx1"/>
                </a:solidFill>
                <a:effectLst/>
                <a:latin typeface="+mn-lt"/>
                <a:ea typeface="+mn-ea"/>
                <a:cs typeface="+mn-cs"/>
              </a:rPr>
              <a:t> CXO-level </a:t>
            </a:r>
            <a:r>
              <a:rPr lang="en-US" sz="1200" b="0" i="0" kern="1200" dirty="0" err="1">
                <a:solidFill>
                  <a:schemeClr val="tx1"/>
                </a:solidFill>
                <a:effectLst/>
                <a:latin typeface="+mn-lt"/>
                <a:ea typeface="+mn-ea"/>
                <a:cs typeface="+mn-cs"/>
              </a:rPr>
              <a:t>panellists</a:t>
            </a:r>
            <a:r>
              <a:rPr lang="en-US" sz="1200" b="0" i="0" kern="1200" dirty="0">
                <a:solidFill>
                  <a:schemeClr val="tx1"/>
                </a:solidFill>
                <a:effectLst/>
                <a:latin typeface="+mn-lt"/>
                <a:ea typeface="+mn-ea"/>
                <a:cs typeface="+mn-cs"/>
              </a:rPr>
              <a:t> contacted 25 days before interview. Travel, accommodation, scheduling — all email. The candidate resume hits the </a:t>
            </a:r>
            <a:r>
              <a:rPr lang="en-US" sz="1200" b="0" i="0" kern="1200" dirty="0" err="1">
                <a:solidFill>
                  <a:schemeClr val="tx1"/>
                </a:solidFill>
                <a:effectLst/>
                <a:latin typeface="+mn-lt"/>
                <a:ea typeface="+mn-ea"/>
                <a:cs typeface="+mn-cs"/>
              </a:rPr>
              <a:t>panellist</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5 minutes before</a:t>
            </a:r>
            <a:r>
              <a:rPr lang="en-US" sz="1200" b="0" i="0" kern="1200" dirty="0">
                <a:solidFill>
                  <a:schemeClr val="tx1"/>
                </a:solidFill>
                <a:effectLst/>
                <a:latin typeface="+mn-lt"/>
                <a:ea typeface="+mn-ea"/>
                <a:cs typeface="+mn-cs"/>
              </a:rPr>
              <a:t> the interview. No system tracks confirmations. No escalation path if a </a:t>
            </a:r>
            <a:r>
              <a:rPr lang="en-US" sz="1200" b="0" i="0" kern="1200" dirty="0" err="1">
                <a:solidFill>
                  <a:schemeClr val="tx1"/>
                </a:solidFill>
                <a:effectLst/>
                <a:latin typeface="+mn-lt"/>
                <a:ea typeface="+mn-ea"/>
                <a:cs typeface="+mn-cs"/>
              </a:rPr>
              <a:t>panellist</a:t>
            </a:r>
            <a:r>
              <a:rPr lang="en-US" sz="1200" b="0" i="0" kern="1200" dirty="0">
                <a:solidFill>
                  <a:schemeClr val="tx1"/>
                </a:solidFill>
                <a:effectLst/>
                <a:latin typeface="+mn-lt"/>
                <a:ea typeface="+mn-ea"/>
                <a:cs typeface="+mn-cs"/>
              </a:rPr>
              <a:t> goes silent.</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Bottleneck 3 — Stint matching.</a:t>
            </a:r>
            <a:r>
              <a:rPr lang="en-US" sz="1200" b="0" i="0" kern="1200" dirty="0">
                <a:solidFill>
                  <a:schemeClr val="tx1"/>
                </a:solidFill>
                <a:effectLst/>
                <a:latin typeface="+mn-lt"/>
                <a:ea typeface="+mn-ea"/>
                <a:cs typeface="+mn-cs"/>
              </a:rPr>
              <a:t> Four cycles a year, 45–50 companies per cycle, twice as many projects as candidates. The entire flow is email. The matching rule is unwritten — current project, </a:t>
            </a:r>
            <a:r>
              <a:rPr lang="en-US" sz="1200" b="0" i="0" kern="1200" dirty="0" err="1">
                <a:solidFill>
                  <a:schemeClr val="tx1"/>
                </a:solidFill>
                <a:effectLst/>
                <a:latin typeface="+mn-lt"/>
                <a:ea typeface="+mn-ea"/>
                <a:cs typeface="+mn-cs"/>
              </a:rPr>
              <a:t>favourite</a:t>
            </a:r>
            <a:r>
              <a:rPr lang="en-US" sz="1200" b="0" i="0" kern="1200" dirty="0">
                <a:solidFill>
                  <a:schemeClr val="tx1"/>
                </a:solidFill>
                <a:effectLst/>
                <a:latin typeface="+mn-lt"/>
                <a:ea typeface="+mn-ea"/>
                <a:cs typeface="+mn-cs"/>
              </a:rPr>
              <a:t> domain, </a:t>
            </a:r>
            <a:r>
              <a:rPr lang="en-US" sz="1200" b="0" i="0" kern="1200" dirty="0" err="1">
                <a:solidFill>
                  <a:schemeClr val="tx1"/>
                </a:solidFill>
                <a:effectLst/>
                <a:latin typeface="+mn-lt"/>
                <a:ea typeface="+mn-ea"/>
                <a:cs typeface="+mn-cs"/>
              </a:rPr>
              <a:t>favourite</a:t>
            </a:r>
            <a:r>
              <a:rPr lang="en-US" sz="1200" b="0" i="0" kern="1200" dirty="0">
                <a:solidFill>
                  <a:schemeClr val="tx1"/>
                </a:solidFill>
                <a:effectLst/>
                <a:latin typeface="+mn-lt"/>
                <a:ea typeface="+mn-ea"/>
                <a:cs typeface="+mn-cs"/>
              </a:rPr>
              <a:t> company. When two companies want the same candidate, candidate preference resolves it.</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Bottleneck 4 — Year 1 PM in Chroma + manpower reports.</a:t>
            </a:r>
            <a:r>
              <a:rPr lang="en-US" sz="1200" b="0" i="0" kern="1200" dirty="0">
                <a:solidFill>
                  <a:schemeClr val="tx1"/>
                </a:solidFill>
                <a:effectLst/>
                <a:latin typeface="+mn-lt"/>
                <a:ea typeface="+mn-ea"/>
                <a:cs typeface="+mn-cs"/>
              </a:rPr>
              <a:t> Per candidate × per stint × per stakeholder — the team manually generates appraisal cycles, provisions IDs, runs reminder cadence. The TAS Lead told </a:t>
            </a:r>
            <a:r>
              <a:rPr lang="en-US" sz="1200" b="0" i="0" kern="1200" dirty="0" err="1">
                <a:solidFill>
                  <a:schemeClr val="tx1"/>
                </a:solidFill>
                <a:effectLst/>
                <a:latin typeface="+mn-lt"/>
                <a:ea typeface="+mn-ea"/>
                <a:cs typeface="+mn-cs"/>
              </a:rPr>
              <a:t>us:</a:t>
            </a:r>
            <a:r>
              <a:rPr lang="en-US" sz="1200" b="0" i="1" kern="1200" dirty="0" err="1">
                <a:solidFill>
                  <a:schemeClr val="tx1"/>
                </a:solidFill>
                <a:effectLst/>
                <a:latin typeface="+mn-lt"/>
                <a:ea typeface="+mn-ea"/>
                <a:cs typeface="+mn-cs"/>
              </a:rPr>
              <a:t>"Data</a:t>
            </a:r>
            <a:r>
              <a:rPr lang="en-US" sz="1200" b="0" i="1" kern="1200" dirty="0">
                <a:solidFill>
                  <a:schemeClr val="tx1"/>
                </a:solidFill>
                <a:effectLst/>
                <a:latin typeface="+mn-lt"/>
                <a:ea typeface="+mn-ea"/>
                <a:cs typeface="+mn-cs"/>
              </a:rPr>
              <a:t> is not moving immediately."</a:t>
            </a:r>
            <a:r>
              <a:rPr lang="en-US" sz="1200" b="0" i="0" kern="1200" dirty="0">
                <a:solidFill>
                  <a:schemeClr val="tx1"/>
                </a:solidFill>
                <a:effectLst/>
                <a:latin typeface="+mn-lt"/>
                <a:ea typeface="+mn-ea"/>
                <a:cs typeface="+mn-cs"/>
              </a:rPr>
              <a:t> The quarterly manpower report is Excel-by-email with no automated channel. When someone leaves a group company, TAS finds out by checking — not by notification. Personal files are paper, not searchable.</a:t>
            </a:r>
          </a:p>
          <a:p>
            <a:pPr fontAlgn="t"/>
            <a:r>
              <a:rPr lang="en-US" sz="1200" b="0" i="0" kern="1200" dirty="0">
                <a:solidFill>
                  <a:schemeClr val="tx1"/>
                </a:solidFill>
                <a:effectLst/>
                <a:latin typeface="+mn-lt"/>
                <a:ea typeface="+mn-ea"/>
                <a:cs typeface="+mn-cs"/>
              </a:rPr>
              <a:t>Bridge: AI-native TAS in one diagram.</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pPr fontAlgn="t"/>
            <a:r>
              <a:rPr sz="1100" dirty="0">
                <a:latin typeface="Arial"/>
              </a:rPr>
              <a:t>[~120s</a:t>
            </a:r>
            <a:r>
              <a:rPr lang="en-US" sz="1100" dirty="0">
                <a:latin typeface="Arial"/>
              </a:rPr>
              <a:t>] </a:t>
            </a:r>
            <a:r>
              <a:rPr lang="en-US" sz="1200" b="0" i="0" kern="1200" dirty="0">
                <a:solidFill>
                  <a:schemeClr val="tx1"/>
                </a:solidFill>
                <a:effectLst/>
                <a:latin typeface="+mn-lt"/>
                <a:ea typeface="+mn-ea"/>
                <a:cs typeface="+mn-cs"/>
              </a:rPr>
              <a:t>AI-native TAS. Four orchestration layers on the left, the shared knowledge fabric on the right, the hard constraint at the bottom.</a:t>
            </a:r>
          </a:p>
          <a:p>
            <a:pPr fontAlgn="t"/>
            <a:r>
              <a:rPr lang="en-US" sz="1200" b="1" i="0" kern="1200" dirty="0">
                <a:solidFill>
                  <a:schemeClr val="tx1"/>
                </a:solidFill>
                <a:effectLst/>
                <a:latin typeface="+mn-lt"/>
                <a:ea typeface="+mn-ea"/>
                <a:cs typeface="+mn-cs"/>
              </a:rPr>
              <a:t>Layer 1 — Demand.</a:t>
            </a:r>
            <a:r>
              <a:rPr lang="en-US" sz="1200" b="0" i="0" kern="1200" dirty="0">
                <a:solidFill>
                  <a:schemeClr val="tx1"/>
                </a:solidFill>
                <a:effectLst/>
                <a:latin typeface="+mn-lt"/>
                <a:ea typeface="+mn-ea"/>
                <a:cs typeface="+mn-cs"/>
              </a:rPr>
              <a:t> AI senses channel quality and hiring capacity, recommends channel mix. TAS Lead approves the plan. Today this is done by gut feel and Excel — tomorrow it's data-driven.</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Layer 2 — Orchestrate.</a:t>
            </a:r>
            <a:r>
              <a:rPr lang="en-US" sz="1200" b="0" i="0" kern="1200" dirty="0">
                <a:solidFill>
                  <a:schemeClr val="tx1"/>
                </a:solidFill>
                <a:effectLst/>
                <a:latin typeface="+mn-lt"/>
                <a:ea typeface="+mn-ea"/>
                <a:cs typeface="+mn-cs"/>
              </a:rPr>
              <a:t> Multi-channel application windows opened programmatically. Vendor data ingested from Prospect.ai, Unstop, </a:t>
            </a:r>
            <a:r>
              <a:rPr lang="en-US" sz="1200" b="0" i="0" kern="1200" dirty="0" err="1">
                <a:solidFill>
                  <a:schemeClr val="tx1"/>
                </a:solidFill>
                <a:effectLst/>
                <a:latin typeface="+mn-lt"/>
                <a:ea typeface="+mn-ea"/>
                <a:cs typeface="+mn-cs"/>
              </a:rPr>
              <a:t>InsideIIM</a:t>
            </a:r>
            <a:r>
              <a:rPr lang="en-US" sz="1200" b="0" i="0" kern="1200" dirty="0">
                <a:solidFill>
                  <a:schemeClr val="tx1"/>
                </a:solidFill>
                <a:effectLst/>
                <a:latin typeface="+mn-lt"/>
                <a:ea typeface="+mn-ea"/>
                <a:cs typeface="+mn-cs"/>
              </a:rPr>
              <a:t>. Eligibility and bias rules applied. And here's the key point — the </a:t>
            </a:r>
            <a:r>
              <a:rPr lang="en-US" sz="1200" b="1" i="0" kern="1200" dirty="0">
                <a:solidFill>
                  <a:schemeClr val="tx1"/>
                </a:solidFill>
                <a:effectLst/>
                <a:latin typeface="+mn-lt"/>
                <a:ea typeface="+mn-ea"/>
                <a:cs typeface="+mn-cs"/>
              </a:rPr>
              <a:t>sealed rubric</a:t>
            </a:r>
            <a:r>
              <a:rPr lang="en-US" sz="1200" b="0" i="0" kern="1200" dirty="0">
                <a:solidFill>
                  <a:schemeClr val="tx1"/>
                </a:solidFill>
                <a:effectLst/>
                <a:latin typeface="+mn-lt"/>
                <a:ea typeface="+mn-ea"/>
                <a:cs typeface="+mn-cs"/>
              </a:rPr>
              <a:t> is applied outside any LLM by the </a:t>
            </a:r>
            <a:r>
              <a:rPr lang="en-US" sz="1200" b="1" i="0" kern="1200" dirty="0">
                <a:solidFill>
                  <a:schemeClr val="tx1"/>
                </a:solidFill>
                <a:effectLst/>
                <a:latin typeface="+mn-lt"/>
                <a:ea typeface="+mn-ea"/>
                <a:cs typeface="+mn-cs"/>
              </a:rPr>
              <a:t>Rubric AI Worker</a:t>
            </a:r>
            <a:r>
              <a:rPr lang="en-US" sz="1200" b="0" i="0" kern="1200" dirty="0">
                <a:solidFill>
                  <a:schemeClr val="tx1"/>
                </a:solidFill>
                <a:effectLst/>
                <a:latin typeface="+mn-lt"/>
                <a:ea typeface="+mn-ea"/>
                <a:cs typeface="+mn-cs"/>
              </a:rPr>
              <a:t>. It's a deterministic scoring engine with specific API interfaces. AI only ever sees observable attributes and the resulting score. </a:t>
            </a:r>
            <a:r>
              <a:rPr lang="en-US" sz="1200" b="1" i="0" kern="1200" dirty="0">
                <a:solidFill>
                  <a:schemeClr val="tx1"/>
                </a:solidFill>
                <a:effectLst/>
                <a:latin typeface="+mn-lt"/>
                <a:ea typeface="+mn-ea"/>
                <a:cs typeface="+mn-cs"/>
              </a:rPr>
              <a:t>Never the weightings.</a:t>
            </a:r>
            <a:r>
              <a:rPr lang="en-US" sz="1200" b="0" i="0" kern="1200" dirty="0">
                <a:solidFill>
                  <a:schemeClr val="tx1"/>
                </a:solidFill>
                <a:effectLst/>
                <a:latin typeface="+mn-lt"/>
                <a:ea typeface="+mn-ea"/>
                <a:cs typeface="+mn-cs"/>
              </a:rPr>
              <a:t> The rubric is never directly used outside of the worker environment.</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Layer 3 — Deliver.</a:t>
            </a:r>
            <a:r>
              <a:rPr lang="en-US" sz="1200" b="0" i="0" kern="1200" dirty="0">
                <a:solidFill>
                  <a:schemeClr val="tx1"/>
                </a:solidFill>
                <a:effectLst/>
                <a:latin typeface="+mn-lt"/>
                <a:ea typeface="+mn-ea"/>
                <a:cs typeface="+mn-cs"/>
              </a:rPr>
              <a:t> AI matches projects to candidates with explainable rationale. Chroma cycles auto-provisioned. L&amp;D + readiness tracking, COP role matching, placement decision support.</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Layer 4 — </a:t>
            </a:r>
            <a:r>
              <a:rPr lang="en-US" sz="1200" b="1" i="0" kern="1200" dirty="0" err="1">
                <a:solidFill>
                  <a:schemeClr val="tx1"/>
                </a:solidFill>
                <a:effectLst/>
                <a:latin typeface="+mn-lt"/>
                <a:ea typeface="+mn-ea"/>
                <a:cs typeface="+mn-cs"/>
              </a:rPr>
              <a:t>Prioritise</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Evidence-based selection, candidate guidance, </a:t>
            </a:r>
            <a:r>
              <a:rPr lang="en-US" sz="1200" b="0" i="0" kern="1200" dirty="0" err="1">
                <a:solidFill>
                  <a:schemeClr val="tx1"/>
                </a:solidFill>
                <a:effectLst/>
                <a:latin typeface="+mn-lt"/>
                <a:ea typeface="+mn-ea"/>
                <a:cs typeface="+mn-cs"/>
              </a:rPr>
              <a:t>panellist</a:t>
            </a:r>
            <a:r>
              <a:rPr lang="en-US" sz="1200" b="0" i="0" kern="1200" dirty="0">
                <a:solidFill>
                  <a:schemeClr val="tx1"/>
                </a:solidFill>
                <a:effectLst/>
                <a:latin typeface="+mn-lt"/>
                <a:ea typeface="+mn-ea"/>
                <a:cs typeface="+mn-cs"/>
              </a:rPr>
              <a:t> scheduling, Group Company SPOC project/role intake.</a:t>
            </a:r>
          </a:p>
          <a:p>
            <a:pPr fontAlgn="t"/>
            <a:r>
              <a:rPr lang="en-US" sz="1200" b="1" i="0" kern="1200" dirty="0">
                <a:solidFill>
                  <a:schemeClr val="tx1"/>
                </a:solidFill>
                <a:effectLst/>
                <a:latin typeface="+mn-lt"/>
                <a:ea typeface="+mn-ea"/>
                <a:cs typeface="+mn-cs"/>
              </a:rPr>
              <a:t>The right column</a:t>
            </a:r>
            <a:r>
              <a:rPr lang="en-US" sz="1200" b="0" i="0" kern="1200" dirty="0">
                <a:solidFill>
                  <a:schemeClr val="tx1"/>
                </a:solidFill>
                <a:effectLst/>
                <a:latin typeface="+mn-lt"/>
                <a:ea typeface="+mn-ea"/>
                <a:cs typeface="+mn-cs"/>
              </a:rPr>
              <a:t> — the TAS knowledge graph: a living graph of candidate, project, company, stakeholder, and manpower entities. Plus the Rubric AI Worker (the vault). Consent, PII, bias monitoring, audit logs.</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The hard constraint</a:t>
            </a:r>
            <a:r>
              <a:rPr lang="en-US" sz="1200" b="0" i="0" kern="1200" dirty="0">
                <a:solidFill>
                  <a:schemeClr val="tx1"/>
                </a:solidFill>
                <a:effectLst/>
                <a:latin typeface="+mn-lt"/>
                <a:ea typeface="+mn-ea"/>
                <a:cs typeface="+mn-cs"/>
              </a:rPr>
              <a:t> at the bottom, repeated explicitly: the rubric is </a:t>
            </a:r>
            <a:r>
              <a:rPr lang="en-US" sz="1200" b="1" i="0" kern="1200" dirty="0">
                <a:solidFill>
                  <a:schemeClr val="tx1"/>
                </a:solidFill>
                <a:effectLst/>
                <a:latin typeface="+mn-lt"/>
                <a:ea typeface="+mn-ea"/>
                <a:cs typeface="+mn-cs"/>
              </a:rPr>
              <a:t>never</a:t>
            </a:r>
            <a:r>
              <a:rPr lang="en-US" sz="1200" b="0" i="0" kern="1200" dirty="0">
                <a:solidFill>
                  <a:schemeClr val="tx1"/>
                </a:solidFill>
                <a:effectLst/>
                <a:latin typeface="+mn-lt"/>
                <a:ea typeface="+mn-ea"/>
                <a:cs typeface="+mn-cs"/>
              </a:rPr>
              <a:t> interfaced via LLM chat. This came directly from the TAS Lead's </a:t>
            </a:r>
            <a:r>
              <a:rPr lang="en-US" sz="1200" b="0" i="0" kern="1200" dirty="0" err="1">
                <a:solidFill>
                  <a:schemeClr val="tx1"/>
                </a:solidFill>
                <a:effectLst/>
                <a:latin typeface="+mn-lt"/>
                <a:ea typeface="+mn-ea"/>
                <a:cs typeface="+mn-cs"/>
              </a:rPr>
              <a:t>quote:</a:t>
            </a:r>
            <a:r>
              <a:rPr lang="en-US" sz="1200" b="0" i="1" kern="1200" dirty="0" err="1">
                <a:solidFill>
                  <a:schemeClr val="tx1"/>
                </a:solidFill>
                <a:effectLst/>
                <a:latin typeface="+mn-lt"/>
                <a:ea typeface="+mn-ea"/>
                <a:cs typeface="+mn-cs"/>
              </a:rPr>
              <a:t>"I</a:t>
            </a:r>
            <a:r>
              <a:rPr lang="en-US" sz="1200" b="0" i="1" kern="1200" dirty="0">
                <a:solidFill>
                  <a:schemeClr val="tx1"/>
                </a:solidFill>
                <a:effectLst/>
                <a:latin typeface="+mn-lt"/>
                <a:ea typeface="+mn-ea"/>
                <a:cs typeface="+mn-cs"/>
              </a:rPr>
              <a:t> don't know if the LLM can guarantee that the formula is only visible to me… it could lead to very big leak and conflict of interest."</a:t>
            </a:r>
            <a:r>
              <a:rPr lang="en-US" sz="1200" b="0" i="0" kern="1200" dirty="0">
                <a:solidFill>
                  <a:schemeClr val="tx1"/>
                </a:solidFill>
                <a:effectLst/>
                <a:latin typeface="+mn-lt"/>
                <a:ea typeface="+mn-ea"/>
                <a:cs typeface="+mn-cs"/>
              </a:rPr>
              <a:t> We design </a:t>
            </a:r>
            <a:r>
              <a:rPr lang="en-US" sz="1200" b="1" i="0" kern="1200" dirty="0">
                <a:solidFill>
                  <a:schemeClr val="tx1"/>
                </a:solidFill>
                <a:effectLst/>
                <a:latin typeface="+mn-lt"/>
                <a:ea typeface="+mn-ea"/>
                <a:cs typeface="+mn-cs"/>
              </a:rPr>
              <a:t>around</a:t>
            </a:r>
            <a:r>
              <a:rPr lang="en-US" sz="1200" b="0" i="0" kern="1200" dirty="0">
                <a:solidFill>
                  <a:schemeClr val="tx1"/>
                </a:solidFill>
                <a:effectLst/>
                <a:latin typeface="+mn-lt"/>
                <a:ea typeface="+mn-ea"/>
                <a:cs typeface="+mn-cs"/>
              </a:rPr>
              <a:t> this concern, not against it.</a:t>
            </a:r>
          </a:p>
          <a:p>
            <a:pPr fontAlgn="t"/>
            <a:r>
              <a:rPr lang="en-US" sz="1200" b="0" i="0" kern="1200" dirty="0">
                <a:solidFill>
                  <a:schemeClr val="tx1"/>
                </a:solidFill>
                <a:effectLst/>
                <a:latin typeface="+mn-lt"/>
                <a:ea typeface="+mn-ea"/>
                <a:cs typeface="+mn-cs"/>
              </a:rPr>
              <a:t>Bridge: TAS workbenches.</a:t>
            </a:r>
          </a:p>
          <a:p>
            <a:pPr algn="l"/>
            <a:r>
              <a:rPr sz="1100" dirty="0">
                <a:latin typeface="Arial"/>
              </a:rPr>
              <a:t>.</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pPr fontAlgn="t"/>
            <a:r>
              <a:rPr sz="1100" dirty="0">
                <a:latin typeface="Arial"/>
              </a:rPr>
              <a:t>[~90s] </a:t>
            </a:r>
            <a:r>
              <a:rPr lang="en-US" sz="1200" b="0" i="0" kern="1200" dirty="0">
                <a:solidFill>
                  <a:schemeClr val="tx1"/>
                </a:solidFill>
                <a:effectLst/>
                <a:latin typeface="+mn-lt"/>
                <a:ea typeface="+mn-ea"/>
                <a:cs typeface="+mn-cs"/>
              </a:rPr>
              <a:t>Five roles, same "AI drafts, humans decide" pattern as TMTC.</a:t>
            </a:r>
          </a:p>
          <a:p>
            <a:pPr fontAlgn="t"/>
            <a:r>
              <a:rPr lang="en-US" sz="1200" b="1" i="0" kern="1200" dirty="0">
                <a:solidFill>
                  <a:schemeClr val="tx1"/>
                </a:solidFill>
                <a:effectLst/>
                <a:latin typeface="+mn-lt"/>
                <a:ea typeface="+mn-ea"/>
                <a:cs typeface="+mn-cs"/>
              </a:rPr>
              <a:t>Recruiting &amp; Selection Lead</a:t>
            </a:r>
            <a:r>
              <a:rPr lang="en-US" sz="1200" b="0" i="0" kern="1200" dirty="0">
                <a:solidFill>
                  <a:schemeClr val="tx1"/>
                </a:solidFill>
                <a:effectLst/>
                <a:latin typeface="+mn-lt"/>
                <a:ea typeface="+mn-ea"/>
                <a:cs typeface="+mn-cs"/>
              </a:rPr>
              <a:t> becomes a channel orchestrator and judgement custodian. AI handles channel calendar, vendor collation, rubric-blind triage (ranking on observable attributes only), </a:t>
            </a:r>
            <a:r>
              <a:rPr lang="en-US" sz="1200" b="0" i="0" kern="1200" dirty="0" err="1">
                <a:solidFill>
                  <a:schemeClr val="tx1"/>
                </a:solidFill>
                <a:effectLst/>
                <a:latin typeface="+mn-lt"/>
                <a:ea typeface="+mn-ea"/>
                <a:cs typeface="+mn-cs"/>
              </a:rPr>
              <a:t>panellist</a:t>
            </a:r>
            <a:r>
              <a:rPr lang="en-US" sz="1200" b="0" i="0" kern="1200" dirty="0">
                <a:solidFill>
                  <a:schemeClr val="tx1"/>
                </a:solidFill>
                <a:effectLst/>
                <a:latin typeface="+mn-lt"/>
                <a:ea typeface="+mn-ea"/>
                <a:cs typeface="+mn-cs"/>
              </a:rPr>
              <a:t> concierge (the full T-25 to T-0 chain), and TIC video triage (~1,000 videos pre-ranked). The Lead owns the sealed rubric, the screening calls on borderline candidates, the </a:t>
            </a:r>
            <a:r>
              <a:rPr lang="en-US" sz="1200" b="0" i="0" kern="1200" dirty="0" err="1">
                <a:solidFill>
                  <a:schemeClr val="tx1"/>
                </a:solidFill>
                <a:effectLst/>
                <a:latin typeface="+mn-lt"/>
                <a:ea typeface="+mn-ea"/>
                <a:cs typeface="+mn-cs"/>
              </a:rPr>
              <a:t>panellist</a:t>
            </a:r>
            <a:r>
              <a:rPr lang="en-US" sz="1200" b="0" i="0" kern="1200" dirty="0">
                <a:solidFill>
                  <a:schemeClr val="tx1"/>
                </a:solidFill>
                <a:effectLst/>
                <a:latin typeface="+mn-lt"/>
                <a:ea typeface="+mn-ea"/>
                <a:cs typeface="+mn-cs"/>
              </a:rPr>
              <a:t> briefing, and channel quality strategy.</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Year 1–2 Program Lead</a:t>
            </a:r>
            <a:r>
              <a:rPr lang="en-US" sz="1200" b="0" i="0" kern="1200" dirty="0">
                <a:solidFill>
                  <a:schemeClr val="tx1"/>
                </a:solidFill>
                <a:effectLst/>
                <a:latin typeface="+mn-lt"/>
                <a:ea typeface="+mn-ea"/>
                <a:cs typeface="+mn-cs"/>
              </a:rPr>
              <a:t> becomes a stewardship product owner. AI handles stint matching graph (ranked matches with explainable rationale), appraisal orchestrator (Chroma cycle provisioning, ID generation, reminder cadence, ETR risk surfacing), transfer concierge (Y2, 3-application cap tracking), manpower reconciliation, and Tata Sons billing drafts. The Lead owns matching conversations, the appraisal narrative, Y2 exceptions, finance approvals, and alumni relationships.</a:t>
            </a:r>
          </a:p>
          <a:p>
            <a:pPr fontAlgn="t"/>
            <a:endParaRPr lang="en-US" sz="1200" b="1" i="0" kern="1200" dirty="0">
              <a:solidFill>
                <a:schemeClr val="tx1"/>
              </a:solidFill>
              <a:effectLst/>
              <a:latin typeface="+mn-lt"/>
              <a:ea typeface="+mn-ea"/>
              <a:cs typeface="+mn-cs"/>
            </a:endParaRPr>
          </a:p>
          <a:p>
            <a:pPr fontAlgn="t"/>
            <a:r>
              <a:rPr lang="en-US" sz="1200" b="1" i="0" kern="1200" dirty="0" err="1">
                <a:solidFill>
                  <a:schemeClr val="tx1"/>
                </a:solidFill>
                <a:effectLst/>
                <a:latin typeface="+mn-lt"/>
                <a:ea typeface="+mn-ea"/>
                <a:cs typeface="+mn-cs"/>
              </a:rPr>
              <a:t>Panellists</a:t>
            </a:r>
            <a:r>
              <a:rPr lang="en-US" sz="1200" b="0" i="0" kern="1200" dirty="0">
                <a:solidFill>
                  <a:schemeClr val="tx1"/>
                </a:solidFill>
                <a:effectLst/>
                <a:latin typeface="+mn-lt"/>
                <a:ea typeface="+mn-ea"/>
                <a:cs typeface="+mn-cs"/>
              </a:rPr>
              <a:t> get a pre-briefed dossier </a:t>
            </a:r>
            <a:r>
              <a:rPr lang="en-US" sz="1200" b="1" i="0" kern="1200" dirty="0">
                <a:solidFill>
                  <a:schemeClr val="tx1"/>
                </a:solidFill>
                <a:effectLst/>
                <a:latin typeface="+mn-lt"/>
                <a:ea typeface="+mn-ea"/>
                <a:cs typeface="+mn-cs"/>
              </a:rPr>
              <a:t>24–48 hours ahead</a:t>
            </a:r>
            <a:r>
              <a:rPr lang="en-US" sz="1200" b="0" i="0" kern="1200" dirty="0">
                <a:solidFill>
                  <a:schemeClr val="tx1"/>
                </a:solidFill>
                <a:effectLst/>
                <a:latin typeface="+mn-lt"/>
                <a:ea typeface="+mn-ea"/>
                <a:cs typeface="+mn-cs"/>
              </a:rPr>
              <a:t> — not 5 minutes. Calendar logistics handled. Evaluation in </a:t>
            </a:r>
            <a:r>
              <a:rPr lang="en-US" sz="1200" b="0" i="0" kern="1200" dirty="0" err="1">
                <a:solidFill>
                  <a:schemeClr val="tx1"/>
                </a:solidFill>
                <a:effectLst/>
                <a:latin typeface="+mn-lt"/>
                <a:ea typeface="+mn-ea"/>
                <a:cs typeface="+mn-cs"/>
              </a:rPr>
              <a:t>iON</a:t>
            </a:r>
            <a:r>
              <a:rPr lang="en-US" sz="1200" b="0" i="0" kern="1200" dirty="0">
                <a:solidFill>
                  <a:schemeClr val="tx1"/>
                </a:solidFill>
                <a:effectLst/>
                <a:latin typeface="+mn-lt"/>
                <a:ea typeface="+mn-ea"/>
                <a:cs typeface="+mn-cs"/>
              </a:rPr>
              <a:t> with optional reasoning trace. AI never rates the candidate or pre-fills the evaluation.</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Candidates</a:t>
            </a:r>
            <a:r>
              <a:rPr lang="en-US" sz="1200" b="0" i="0" kern="1200" dirty="0">
                <a:solidFill>
                  <a:schemeClr val="tx1"/>
                </a:solidFill>
                <a:effectLst/>
                <a:latin typeface="+mn-lt"/>
                <a:ea typeface="+mn-ea"/>
                <a:cs typeface="+mn-cs"/>
              </a:rPr>
              <a:t> get a concierge across the full lifecycle — channel-specific Q&amp;A, stint match transparency, Y1 PM reminders, Y2 placement support, living profile under consent.</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Group Company HR SPOCs</a:t>
            </a:r>
            <a:r>
              <a:rPr lang="en-US" sz="1200" b="0" i="0" kern="1200" dirty="0">
                <a:solidFill>
                  <a:schemeClr val="tx1"/>
                </a:solidFill>
                <a:effectLst/>
                <a:latin typeface="+mn-lt"/>
                <a:ea typeface="+mn-ea"/>
                <a:cs typeface="+mn-cs"/>
              </a:rPr>
              <a:t> get a portal — AI auto-drafts the quarterly manpower update, SPOC validates, change events pushed proactively. The Excel-by-email cycle becomes a continuous data channel. The data already exists at the group company; it just doesn't flow back today.</a:t>
            </a:r>
          </a:p>
          <a:p>
            <a:pPr fontAlgn="t"/>
            <a:r>
              <a:rPr lang="en-US" sz="1200" b="0" i="0" kern="1200" dirty="0">
                <a:solidFill>
                  <a:schemeClr val="tx1"/>
                </a:solidFill>
                <a:effectLst/>
                <a:latin typeface="+mn-lt"/>
                <a:ea typeface="+mn-ea"/>
                <a:cs typeface="+mn-cs"/>
              </a:rPr>
              <a:t>Bridge: shared spine across TMTC and TAS.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pPr algn="l"/>
            <a:r>
              <a:rPr sz="1100" dirty="0">
                <a:latin typeface="Arial"/>
              </a:rPr>
              <a:t>[~90s</a:t>
            </a:r>
            <a:r>
              <a:rPr lang="en-US" sz="1100" dirty="0">
                <a:latin typeface="Arial"/>
              </a:rPr>
              <a:t>]</a:t>
            </a:r>
            <a:r>
              <a:rPr lang="en-US" sz="1200" b="0" i="0" kern="1200" dirty="0">
                <a:solidFill>
                  <a:schemeClr val="tx1"/>
                </a:solidFill>
                <a:effectLst/>
                <a:latin typeface="+mn-lt"/>
                <a:ea typeface="+mn-ea"/>
                <a:cs typeface="+mn-cs"/>
              </a:rPr>
              <a:t>The third implementation. Beyond operating model designs for TMTC and TAS, we also built a </a:t>
            </a:r>
            <a:r>
              <a:rPr lang="en-US" sz="1200" b="1" i="0" kern="1200" dirty="0">
                <a:solidFill>
                  <a:schemeClr val="tx1"/>
                </a:solidFill>
                <a:effectLst/>
                <a:latin typeface="+mn-lt"/>
                <a:ea typeface="+mn-ea"/>
                <a:cs typeface="+mn-cs"/>
              </a:rPr>
              <a:t>working hiring platform</a:t>
            </a:r>
            <a:r>
              <a:rPr lang="en-US" sz="1200" b="0" i="0" kern="1200" dirty="0">
                <a:solidFill>
                  <a:schemeClr val="tx1"/>
                </a:solidFill>
                <a:effectLst/>
                <a:latin typeface="+mn-lt"/>
                <a:ea typeface="+mn-ea"/>
                <a:cs typeface="+mn-cs"/>
              </a:rPr>
              <a:t> that demonstrates AI-native principles at engineering depth.</a:t>
            </a:r>
          </a:p>
          <a:p>
            <a:pPr fontAlgn="t"/>
            <a:r>
              <a:rPr lang="en-US" sz="1200" b="0" i="0" kern="1200" dirty="0">
                <a:solidFill>
                  <a:schemeClr val="tx1"/>
                </a:solidFill>
                <a:effectLst/>
                <a:latin typeface="+mn-lt"/>
                <a:ea typeface="+mn-ea"/>
                <a:cs typeface="+mn-cs"/>
              </a:rPr>
              <a:t>The headline: the hiring manager spends </a:t>
            </a:r>
            <a:r>
              <a:rPr lang="en-US" sz="1200" b="1" i="0" kern="1200" dirty="0">
                <a:solidFill>
                  <a:schemeClr val="tx1"/>
                </a:solidFill>
                <a:effectLst/>
                <a:latin typeface="+mn-lt"/>
                <a:ea typeface="+mn-ea"/>
                <a:cs typeface="+mn-cs"/>
              </a:rPr>
              <a:t>15 minutes total</a:t>
            </a:r>
            <a:r>
              <a:rPr lang="en-US" sz="1200" b="0" i="0" kern="1200" dirty="0">
                <a:solidFill>
                  <a:schemeClr val="tx1"/>
                </a:solidFill>
                <a:effectLst/>
                <a:latin typeface="+mn-lt"/>
                <a:ea typeface="+mn-ea"/>
                <a:cs typeface="+mn-cs"/>
              </a:rPr>
              <a:t>. The platform does the rest.</a:t>
            </a:r>
          </a:p>
          <a:p>
            <a:pPr fontAlgn="t"/>
            <a:r>
              <a:rPr lang="en-US" sz="1200" b="1" i="0" kern="1200" dirty="0">
                <a:solidFill>
                  <a:schemeClr val="tx1"/>
                </a:solidFill>
                <a:effectLst/>
                <a:latin typeface="+mn-lt"/>
                <a:ea typeface="+mn-ea"/>
                <a:cs typeface="+mn-cs"/>
              </a:rPr>
              <a:t>Three layers, cleanly separated:</a:t>
            </a:r>
            <a:endParaRPr lang="en-US" sz="1200" b="0" i="0" kern="1200" dirty="0">
              <a:solidFill>
                <a:schemeClr val="tx1"/>
              </a:solidFill>
              <a:effectLst/>
              <a:latin typeface="+mn-lt"/>
              <a:ea typeface="+mn-ea"/>
              <a:cs typeface="+mn-cs"/>
            </a:endParaRP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Experience layer</a:t>
            </a:r>
            <a:r>
              <a:rPr lang="en-US" sz="1200" b="0" i="0" kern="1200" dirty="0">
                <a:solidFill>
                  <a:schemeClr val="tx1"/>
                </a:solidFill>
                <a:effectLst/>
                <a:latin typeface="+mn-lt"/>
                <a:ea typeface="+mn-ea"/>
                <a:cs typeface="+mn-cs"/>
              </a:rPr>
              <a:t> — conversation-based, approval cards, aggregated views. The channel is swappable: Teams today, Slack, WhatsApp, or web tomorrow.</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Platform layer</a:t>
            </a:r>
            <a:r>
              <a:rPr lang="en-US" sz="1200" b="0" i="0" kern="1200" dirty="0">
                <a:solidFill>
                  <a:schemeClr val="tx1"/>
                </a:solidFill>
                <a:effectLst/>
                <a:latin typeface="+mn-lt"/>
                <a:ea typeface="+mn-ea"/>
                <a:cs typeface="+mn-cs"/>
              </a:rPr>
              <a:t> — workflow rules, audit trail, identity, confidence gating. This is the durable IP. </a:t>
            </a:r>
            <a:r>
              <a:rPr lang="en-US" sz="1200" b="1" i="0" kern="1200" dirty="0">
                <a:solidFill>
                  <a:schemeClr val="tx1"/>
                </a:solidFill>
                <a:effectLst/>
                <a:latin typeface="+mn-lt"/>
                <a:ea typeface="+mn-ea"/>
                <a:cs typeface="+mn-cs"/>
              </a:rPr>
              <a:t>Nothing is swappable here</a:t>
            </a:r>
            <a:r>
              <a:rPr lang="en-US" sz="1200" b="0" i="0" kern="1200" dirty="0">
                <a:solidFill>
                  <a:schemeClr val="tx1"/>
                </a:solidFill>
                <a:effectLst/>
                <a:latin typeface="+mn-lt"/>
                <a:ea typeface="+mn-ea"/>
                <a:cs typeface="+mn-cs"/>
              </a:rPr>
              <a:t> — this is the compounding asset.</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AI Workers layer</a:t>
            </a:r>
            <a:r>
              <a:rPr lang="en-US" sz="1200" b="0" i="0" kern="1200" dirty="0">
                <a:solidFill>
                  <a:schemeClr val="tx1"/>
                </a:solidFill>
                <a:effectLst/>
                <a:latin typeface="+mn-lt"/>
                <a:ea typeface="+mn-ea"/>
                <a:cs typeface="+mn-cs"/>
              </a:rPr>
              <a:t> — 11 </a:t>
            </a:r>
            <a:r>
              <a:rPr lang="en-US" sz="1200" b="0" i="0" kern="1200" dirty="0" err="1">
                <a:solidFill>
                  <a:schemeClr val="tx1"/>
                </a:solidFill>
                <a:effectLst/>
                <a:latin typeface="+mn-lt"/>
                <a:ea typeface="+mn-ea"/>
                <a:cs typeface="+mn-cs"/>
              </a:rPr>
              <a:t>specialised</a:t>
            </a:r>
            <a:r>
              <a:rPr lang="en-US" sz="1200" b="0" i="0" kern="1200" dirty="0">
                <a:solidFill>
                  <a:schemeClr val="tx1"/>
                </a:solidFill>
                <a:effectLst/>
                <a:latin typeface="+mn-lt"/>
                <a:ea typeface="+mn-ea"/>
                <a:cs typeface="+mn-cs"/>
              </a:rPr>
              <a:t> workers, each doing one thing well. Prompts, schemas, models. The model </a:t>
            </a:r>
            <a:r>
              <a:rPr lang="en-US" sz="1200" b="0" i="1" kern="1200" dirty="0">
                <a:solidFill>
                  <a:schemeClr val="tx1"/>
                </a:solidFill>
                <a:effectLst/>
                <a:latin typeface="+mn-lt"/>
                <a:ea typeface="+mn-ea"/>
                <a:cs typeface="+mn-cs"/>
              </a:rPr>
              <a:t>and</a:t>
            </a:r>
            <a:r>
              <a:rPr lang="en-US" sz="1200" b="0" i="0" kern="1200" dirty="0">
                <a:solidFill>
                  <a:schemeClr val="tx1"/>
                </a:solidFill>
                <a:effectLst/>
                <a:latin typeface="+mn-lt"/>
                <a:ea typeface="+mn-ea"/>
                <a:cs typeface="+mn-cs"/>
              </a:rPr>
              <a:t> the provider are swappable per worker independently. Change GPT-4 to Claude under the JD Writer? One config change, code untouched. Minutes, not weeks.</a:t>
            </a:r>
          </a:p>
          <a:p>
            <a:pPr fontAlgn="t"/>
            <a:r>
              <a:rPr lang="en-US" sz="1200" b="0" i="0" kern="1200" dirty="0">
                <a:solidFill>
                  <a:schemeClr val="tx1"/>
                </a:solidFill>
                <a:effectLst/>
                <a:latin typeface="+mn-lt"/>
                <a:ea typeface="+mn-ea"/>
                <a:cs typeface="+mn-cs"/>
              </a:rPr>
              <a:t>The key architectural insight: the only "thick" boundary is between Platform and AI Workers — one HTTP envelope (POST /</a:t>
            </a:r>
            <a:r>
              <a:rPr lang="en-US" sz="1200" b="0" i="0" kern="1200" dirty="0" err="1">
                <a:solidFill>
                  <a:schemeClr val="tx1"/>
                </a:solidFill>
                <a:effectLst/>
                <a:latin typeface="+mn-lt"/>
                <a:ea typeface="+mn-ea"/>
                <a:cs typeface="+mn-cs"/>
              </a:rPr>
              <a:t>aiworker</a:t>
            </a:r>
            <a:r>
              <a:rPr lang="en-US" sz="1200" b="0" i="0" kern="1200" dirty="0">
                <a:solidFill>
                  <a:schemeClr val="tx1"/>
                </a:solidFill>
                <a:effectLst/>
                <a:latin typeface="+mn-lt"/>
                <a:ea typeface="+mn-ea"/>
                <a:cs typeface="+mn-cs"/>
              </a:rPr>
              <a:t>/run), eleven workers behind it via the </a:t>
            </a:r>
            <a:r>
              <a:rPr lang="en-US" sz="1200" b="1" i="0" kern="1200" dirty="0">
                <a:solidFill>
                  <a:schemeClr val="tx1"/>
                </a:solidFill>
                <a:effectLst/>
                <a:latin typeface="+mn-lt"/>
                <a:ea typeface="+mn-ea"/>
                <a:cs typeface="+mn-cs"/>
              </a:rPr>
              <a:t>Commotion</a:t>
            </a:r>
            <a:r>
              <a:rPr lang="en-US" sz="1200" b="0" i="0" kern="1200" dirty="0">
                <a:solidFill>
                  <a:schemeClr val="tx1"/>
                </a:solidFill>
                <a:effectLst/>
                <a:latin typeface="+mn-lt"/>
                <a:ea typeface="+mn-ea"/>
                <a:cs typeface="+mn-cs"/>
              </a:rPr>
              <a:t> gateway. Add a twelfth worker tomorrow? One config change.</a:t>
            </a:r>
          </a:p>
          <a:p>
            <a:pPr fontAlgn="t"/>
            <a:r>
              <a:rPr lang="en-US" sz="1200" b="1" i="0" kern="1200" dirty="0">
                <a:solidFill>
                  <a:schemeClr val="tx1"/>
                </a:solidFill>
                <a:effectLst/>
                <a:latin typeface="+mn-lt"/>
                <a:ea typeface="+mn-ea"/>
                <a:cs typeface="+mn-cs"/>
              </a:rPr>
              <a:t>275 automated tests</a:t>
            </a:r>
            <a:r>
              <a:rPr lang="en-US" sz="1200" b="0" i="0" kern="1200" dirty="0">
                <a:solidFill>
                  <a:schemeClr val="tx1"/>
                </a:solidFill>
                <a:effectLst/>
                <a:latin typeface="+mn-lt"/>
                <a:ea typeface="+mn-ea"/>
                <a:cs typeface="+mn-cs"/>
              </a:rPr>
              <a:t>, 4 hiring stages, 4 user personas, 1 central platform.</a:t>
            </a:r>
          </a:p>
          <a:p>
            <a:pPr fontAlgn="t"/>
            <a:r>
              <a:rPr lang="en-US" sz="1200" b="0" i="0" kern="1200" dirty="0">
                <a:solidFill>
                  <a:schemeClr val="tx1"/>
                </a:solidFill>
                <a:effectLst/>
                <a:latin typeface="+mn-lt"/>
                <a:ea typeface="+mn-ea"/>
                <a:cs typeface="+mn-cs"/>
              </a:rPr>
              <a:t>Bridge: how those 11 workers map to the four hiring stages.</a:t>
            </a:r>
          </a:p>
          <a:p>
            <a:pPr algn="l"/>
            <a:endParaRPr sz="1100" dirty="0">
              <a:latin typeface="Arial"/>
            </a:endParaRP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pPr fontAlgn="t"/>
            <a:r>
              <a:rPr sz="1100" dirty="0">
                <a:latin typeface="Arial"/>
              </a:rPr>
              <a:t>[~120s] </a:t>
            </a:r>
            <a:r>
              <a:rPr lang="en-US" sz="1100" dirty="0">
                <a:latin typeface="Arial"/>
              </a:rPr>
              <a:t> </a:t>
            </a:r>
            <a:r>
              <a:rPr lang="en-US" sz="1200" b="0" i="0" kern="1200" dirty="0">
                <a:solidFill>
                  <a:schemeClr val="tx1"/>
                </a:solidFill>
                <a:effectLst/>
                <a:latin typeface="+mn-lt"/>
                <a:ea typeface="+mn-ea"/>
                <a:cs typeface="+mn-cs"/>
              </a:rPr>
              <a:t>Walk one hiring cycle end-to-end. Four stages, four personas, 25 interaction moments.</a:t>
            </a:r>
          </a:p>
          <a:p>
            <a:pPr fontAlgn="t"/>
            <a:r>
              <a:rPr lang="en-US" sz="1200" b="1" i="0" kern="1200" dirty="0">
                <a:solidFill>
                  <a:schemeClr val="tx1"/>
                </a:solidFill>
                <a:effectLst/>
                <a:latin typeface="+mn-lt"/>
                <a:ea typeface="+mn-ea"/>
                <a:cs typeface="+mn-cs"/>
              </a:rPr>
              <a:t>Stage 1 — Request Definition</a:t>
            </a:r>
            <a:r>
              <a:rPr lang="en-US" sz="1200" b="0" i="0" kern="1200" dirty="0">
                <a:solidFill>
                  <a:schemeClr val="tx1"/>
                </a:solidFill>
                <a:effectLst/>
                <a:latin typeface="+mn-lt"/>
                <a:ea typeface="+mn-ea"/>
                <a:cs typeface="+mn-cs"/>
              </a:rPr>
              <a:t> (Manager: Anika Rao, 10 steps). Manager types "I need a Senior PM in Mumbai" into the Teams chat. Three AI workers activate: </a:t>
            </a:r>
            <a:r>
              <a:rPr lang="en-US" sz="1200" b="1" i="0" kern="1200" dirty="0">
                <a:solidFill>
                  <a:schemeClr val="tx1"/>
                </a:solidFill>
                <a:effectLst/>
                <a:latin typeface="+mn-lt"/>
                <a:ea typeface="+mn-ea"/>
                <a:cs typeface="+mn-cs"/>
              </a:rPr>
              <a:t>JD Writer</a:t>
            </a:r>
            <a:r>
              <a:rPr lang="en-US" sz="1200" b="0" i="0" kern="1200" dirty="0">
                <a:solidFill>
                  <a:schemeClr val="tx1"/>
                </a:solidFill>
                <a:effectLst/>
                <a:latin typeface="+mn-lt"/>
                <a:ea typeface="+mn-ea"/>
                <a:cs typeface="+mn-cs"/>
              </a:rPr>
              <a:t> infers role intent and drafts the JD + scorecard. </a:t>
            </a:r>
            <a:r>
              <a:rPr lang="en-US" sz="1200" b="1" i="0" kern="1200" dirty="0">
                <a:solidFill>
                  <a:schemeClr val="tx1"/>
                </a:solidFill>
                <a:effectLst/>
                <a:latin typeface="+mn-lt"/>
                <a:ea typeface="+mn-ea"/>
                <a:cs typeface="+mn-cs"/>
              </a:rPr>
              <a:t>Context Extractor</a:t>
            </a:r>
            <a:r>
              <a:rPr lang="en-US" sz="1200" b="0" i="0" kern="1200" dirty="0">
                <a:solidFill>
                  <a:schemeClr val="tx1"/>
                </a:solidFill>
                <a:effectLst/>
                <a:latin typeface="+mn-lt"/>
                <a:ea typeface="+mn-ea"/>
                <a:cs typeface="+mn-cs"/>
              </a:rPr>
              <a:t> pulls signals from uploaded files — old JDs, org charts, leadership notes. </a:t>
            </a:r>
            <a:r>
              <a:rPr lang="en-US" sz="1200" b="1" i="0" kern="1200" dirty="0">
                <a:solidFill>
                  <a:schemeClr val="tx1"/>
                </a:solidFill>
                <a:effectLst/>
                <a:latin typeface="+mn-lt"/>
                <a:ea typeface="+mn-ea"/>
                <a:cs typeface="+mn-cs"/>
              </a:rPr>
              <a:t>Screening Rules</a:t>
            </a:r>
            <a:r>
              <a:rPr lang="en-US" sz="1200" b="0" i="0" kern="1200" dirty="0">
                <a:solidFill>
                  <a:schemeClr val="tx1"/>
                </a:solidFill>
                <a:effectLst/>
                <a:latin typeface="+mn-lt"/>
                <a:ea typeface="+mn-ea"/>
                <a:cs typeface="+mn-cs"/>
              </a:rPr>
              <a:t> generates must-haves, good-to-haves, auto-reject criteria, and alert trends.</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Stage 2 — HRBP &amp; Agency</a:t>
            </a:r>
            <a:r>
              <a:rPr lang="en-US" sz="1200" b="0" i="0" kern="1200" dirty="0">
                <a:solidFill>
                  <a:schemeClr val="tx1"/>
                </a:solidFill>
                <a:effectLst/>
                <a:latin typeface="+mn-lt"/>
                <a:ea typeface="+mn-ea"/>
                <a:cs typeface="+mn-cs"/>
              </a:rPr>
              <a:t> (HRBP: Maya Chen, 8 steps). HRBP gets a review card in Teams. </a:t>
            </a:r>
            <a:r>
              <a:rPr lang="en-US" sz="1200" b="1" i="0" kern="1200" dirty="0">
                <a:solidFill>
                  <a:schemeClr val="tx1"/>
                </a:solidFill>
                <a:effectLst/>
                <a:latin typeface="+mn-lt"/>
                <a:ea typeface="+mn-ea"/>
                <a:cs typeface="+mn-cs"/>
              </a:rPr>
              <a:t>JD Change Assessor</a:t>
            </a:r>
            <a:r>
              <a:rPr lang="en-US" sz="1200" b="0" i="0" kern="1200" dirty="0">
                <a:solidFill>
                  <a:schemeClr val="tx1"/>
                </a:solidFill>
                <a:effectLst/>
                <a:latin typeface="+mn-lt"/>
                <a:ea typeface="+mn-ea"/>
                <a:cs typeface="+mn-cs"/>
              </a:rPr>
              <a:t> separates grammar fixes from material intent changes — grammar doesn't need re-approval. </a:t>
            </a:r>
            <a:r>
              <a:rPr lang="en-US" sz="1200" b="1" i="0" kern="1200" dirty="0">
                <a:solidFill>
                  <a:schemeClr val="tx1"/>
                </a:solidFill>
                <a:effectLst/>
                <a:latin typeface="+mn-lt"/>
                <a:ea typeface="+mn-ea"/>
                <a:cs typeface="+mn-cs"/>
              </a:rPr>
              <a:t>Agency Recommender</a:t>
            </a:r>
            <a:r>
              <a:rPr lang="en-US" sz="1200" b="0" i="0" kern="1200" dirty="0">
                <a:solidFill>
                  <a:schemeClr val="tx1"/>
                </a:solidFill>
                <a:effectLst/>
                <a:latin typeface="+mn-lt"/>
                <a:ea typeface="+mn-ea"/>
                <a:cs typeface="+mn-cs"/>
              </a:rPr>
              <a:t> ranks agencies by </a:t>
            </a:r>
            <a:r>
              <a:rPr lang="en-US" sz="1200" b="0" i="0" kern="1200" dirty="0" err="1">
                <a:solidFill>
                  <a:schemeClr val="tx1"/>
                </a:solidFill>
                <a:effectLst/>
                <a:latin typeface="+mn-lt"/>
                <a:ea typeface="+mn-ea"/>
                <a:cs typeface="+mn-cs"/>
              </a:rPr>
              <a:t>specialisation</a:t>
            </a:r>
            <a:r>
              <a:rPr lang="en-US" sz="1200" b="0" i="0" kern="1200" dirty="0">
                <a:solidFill>
                  <a:schemeClr val="tx1"/>
                </a:solidFill>
                <a:effectLst/>
                <a:latin typeface="+mn-lt"/>
                <a:ea typeface="+mn-ea"/>
                <a:cs typeface="+mn-cs"/>
              </a:rPr>
              <a:t>, contract status, past fill rate. One click creates </a:t>
            </a:r>
            <a:r>
              <a:rPr lang="en-US" sz="1200" b="0" i="0" kern="1200" dirty="0" err="1">
                <a:solidFill>
                  <a:schemeClr val="tx1"/>
                </a:solidFill>
                <a:effectLst/>
                <a:latin typeface="+mn-lt"/>
                <a:ea typeface="+mn-ea"/>
                <a:cs typeface="+mn-cs"/>
              </a:rPr>
              <a:t>personalised</a:t>
            </a:r>
            <a:r>
              <a:rPr lang="en-US" sz="1200" b="0" i="0" kern="1200" dirty="0">
                <a:solidFill>
                  <a:schemeClr val="tx1"/>
                </a:solidFill>
                <a:effectLst/>
                <a:latin typeface="+mn-lt"/>
                <a:ea typeface="+mn-ea"/>
                <a:cs typeface="+mn-cs"/>
              </a:rPr>
              <a:t> Outlook drafts.</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Stage 3 — Scoring</a:t>
            </a:r>
            <a:r>
              <a:rPr lang="en-US" sz="1200" b="0" i="0" kern="1200" dirty="0">
                <a:solidFill>
                  <a:schemeClr val="tx1"/>
                </a:solidFill>
                <a:effectLst/>
                <a:latin typeface="+mn-lt"/>
                <a:ea typeface="+mn-ea"/>
                <a:cs typeface="+mn-cs"/>
              </a:rPr>
              <a:t> (Collaborator: Rohan Iyer, 3 steps). Agency submits a CV by email. </a:t>
            </a:r>
            <a:r>
              <a:rPr lang="en-US" sz="1200" b="1" i="0" kern="1200" dirty="0">
                <a:solidFill>
                  <a:schemeClr val="tx1"/>
                </a:solidFill>
                <a:effectLst/>
                <a:latin typeface="+mn-lt"/>
                <a:ea typeface="+mn-ea"/>
                <a:cs typeface="+mn-cs"/>
              </a:rPr>
              <a:t>Resume Parser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normalises</a:t>
            </a:r>
            <a:r>
              <a:rPr lang="en-US" sz="1200" b="0" i="0" kern="1200" dirty="0">
                <a:solidFill>
                  <a:schemeClr val="tx1"/>
                </a:solidFill>
                <a:effectLst/>
                <a:latin typeface="+mn-lt"/>
                <a:ea typeface="+mn-ea"/>
                <a:cs typeface="+mn-cs"/>
              </a:rPr>
              <a:t> the profile at 84% confidence. </a:t>
            </a:r>
            <a:r>
              <a:rPr lang="en-US" sz="1200" b="1" i="0" kern="1200" dirty="0">
                <a:solidFill>
                  <a:schemeClr val="tx1"/>
                </a:solidFill>
                <a:effectLst/>
                <a:latin typeface="+mn-lt"/>
                <a:ea typeface="+mn-ea"/>
                <a:cs typeface="+mn-cs"/>
              </a:rPr>
              <a:t>Application Scorer</a:t>
            </a:r>
            <a:r>
              <a:rPr lang="en-US" sz="1200" b="0" i="0" kern="1200" dirty="0">
                <a:solidFill>
                  <a:schemeClr val="tx1"/>
                </a:solidFill>
                <a:effectLst/>
                <a:latin typeface="+mn-lt"/>
                <a:ea typeface="+mn-ea"/>
                <a:cs typeface="+mn-cs"/>
              </a:rPr>
              <a:t> scores against the HRBP-approved rubric. </a:t>
            </a:r>
            <a:r>
              <a:rPr lang="en-US" sz="1200" b="1" i="0" kern="1200" dirty="0">
                <a:solidFill>
                  <a:schemeClr val="tx1"/>
                </a:solidFill>
                <a:effectLst/>
                <a:latin typeface="+mn-lt"/>
                <a:ea typeface="+mn-ea"/>
                <a:cs typeface="+mn-cs"/>
              </a:rPr>
              <a:t>Red Flag Detector</a:t>
            </a:r>
            <a:r>
              <a:rPr lang="en-US" sz="1200" b="0" i="0" kern="1200" dirty="0">
                <a:solidFill>
                  <a:schemeClr val="tx1"/>
                </a:solidFill>
                <a:effectLst/>
                <a:latin typeface="+mn-lt"/>
                <a:ea typeface="+mn-ea"/>
                <a:cs typeface="+mn-cs"/>
              </a:rPr>
              <a:t> catches short stints and unexplained gaps. </a:t>
            </a:r>
            <a:r>
              <a:rPr lang="en-US" sz="1200" b="1" i="0" kern="1200" dirty="0">
                <a:solidFill>
                  <a:schemeClr val="tx1"/>
                </a:solidFill>
                <a:effectLst/>
                <a:latin typeface="+mn-lt"/>
                <a:ea typeface="+mn-ea"/>
                <a:cs typeface="+mn-cs"/>
              </a:rPr>
              <a:t>Cross-Match</a:t>
            </a:r>
            <a:r>
              <a:rPr lang="en-US" sz="1200" b="0" i="0" kern="1200" dirty="0">
                <a:solidFill>
                  <a:schemeClr val="tx1"/>
                </a:solidFill>
                <a:effectLst/>
                <a:latin typeface="+mn-lt"/>
                <a:ea typeface="+mn-ea"/>
                <a:cs typeface="+mn-cs"/>
              </a:rPr>
              <a:t> spots alternate role fits — routed to HRBP, not auto-swapped.</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Stage 4 — Interview</a:t>
            </a:r>
            <a:r>
              <a:rPr lang="en-US" sz="1200" b="0" i="0" kern="1200" dirty="0">
                <a:solidFill>
                  <a:schemeClr val="tx1"/>
                </a:solidFill>
                <a:effectLst/>
                <a:latin typeface="+mn-lt"/>
                <a:ea typeface="+mn-ea"/>
                <a:cs typeface="+mn-cs"/>
              </a:rPr>
              <a:t> (Agency: NorthStar, 4 steps). </a:t>
            </a:r>
            <a:r>
              <a:rPr lang="en-US" sz="1200" b="1" i="0" kern="1200" dirty="0">
                <a:solidFill>
                  <a:schemeClr val="tx1"/>
                </a:solidFill>
                <a:effectLst/>
                <a:latin typeface="+mn-lt"/>
                <a:ea typeface="+mn-ea"/>
                <a:cs typeface="+mn-cs"/>
              </a:rPr>
              <a:t>Interview Planner</a:t>
            </a:r>
            <a:r>
              <a:rPr lang="en-US" sz="1200" b="0" i="0" kern="1200" dirty="0">
                <a:solidFill>
                  <a:schemeClr val="tx1"/>
                </a:solidFill>
                <a:effectLst/>
                <a:latin typeface="+mn-lt"/>
                <a:ea typeface="+mn-ea"/>
                <a:cs typeface="+mn-cs"/>
              </a:rPr>
              <a:t> generates a 4-round plan with competency mapping. </a:t>
            </a:r>
            <a:r>
              <a:rPr lang="en-US" sz="1200" b="1" i="0" kern="1200" dirty="0">
                <a:solidFill>
                  <a:schemeClr val="tx1"/>
                </a:solidFill>
                <a:effectLst/>
                <a:latin typeface="+mn-lt"/>
                <a:ea typeface="+mn-ea"/>
                <a:cs typeface="+mn-cs"/>
              </a:rPr>
              <a:t>Slot Ranker</a:t>
            </a:r>
            <a:r>
              <a:rPr lang="en-US" sz="1200" b="0" i="0" kern="1200" dirty="0">
                <a:solidFill>
                  <a:schemeClr val="tx1"/>
                </a:solidFill>
                <a:effectLst/>
                <a:latin typeface="+mn-lt"/>
                <a:ea typeface="+mn-ea"/>
                <a:cs typeface="+mn-cs"/>
              </a:rPr>
              <a:t> proposes three scheduling bundles: fastest to start, most balanced, most candidate-friendly.</a:t>
            </a:r>
          </a:p>
          <a:p>
            <a:pPr fontAlgn="t"/>
            <a:r>
              <a:rPr lang="en-US" sz="1200" b="0" i="0" kern="1200" dirty="0">
                <a:solidFill>
                  <a:schemeClr val="tx1"/>
                </a:solidFill>
                <a:effectLst/>
                <a:latin typeface="+mn-lt"/>
                <a:ea typeface="+mn-ea"/>
                <a:cs typeface="+mn-cs"/>
              </a:rPr>
              <a:t>Four personas, 25 moments, one principle: AI does the grunt work, humans own every judgment call. The manager never left Teams. The HRBP never opened a portal. Chat IS the product.</a:t>
            </a:r>
          </a:p>
          <a:p>
            <a:pPr fontAlgn="t"/>
            <a:r>
              <a:rPr lang="en-US" sz="1200" b="0" i="0" kern="1200" dirty="0">
                <a:solidFill>
                  <a:schemeClr val="tx1"/>
                </a:solidFill>
                <a:effectLst/>
                <a:latin typeface="+mn-lt"/>
                <a:ea typeface="+mn-ea"/>
                <a:cs typeface="+mn-cs"/>
              </a:rPr>
              <a:t>Bridge: the governance mechanism that makes this safe.</a:t>
            </a:r>
          </a:p>
          <a:p>
            <a:pPr algn="l"/>
            <a:r>
              <a:rPr sz="1100" dirty="0" err="1">
                <a:latin typeface="Arial"/>
              </a:rPr>
              <a:t>afe</a:t>
            </a:r>
            <a:r>
              <a:rPr sz="1100" dirty="0">
                <a:latin typeface="Arial"/>
              </a:rPr>
              <a:t>.</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pPr fontAlgn="t"/>
            <a:r>
              <a:rPr sz="1100" dirty="0">
                <a:latin typeface="Arial"/>
              </a:rPr>
              <a:t>[~90s] </a:t>
            </a:r>
            <a:r>
              <a:rPr lang="en-US" sz="1200" b="0" i="0" kern="1200" dirty="0">
                <a:solidFill>
                  <a:schemeClr val="tx1"/>
                </a:solidFill>
                <a:effectLst/>
                <a:latin typeface="+mn-lt"/>
                <a:ea typeface="+mn-ea"/>
                <a:cs typeface="+mn-cs"/>
              </a:rPr>
              <a:t>The governance mechanism. Every score, every flag, every recommendation the platform produces carries two things: a </a:t>
            </a:r>
            <a:r>
              <a:rPr lang="en-US" sz="1200" b="1" i="0" kern="1200" dirty="0">
                <a:solidFill>
                  <a:schemeClr val="tx1"/>
                </a:solidFill>
                <a:effectLst/>
                <a:latin typeface="+mn-lt"/>
                <a:ea typeface="+mn-ea"/>
                <a:cs typeface="+mn-cs"/>
              </a:rPr>
              <a:t>confidence number</a:t>
            </a:r>
            <a:r>
              <a:rPr lang="en-US" sz="1200" b="0" i="0" kern="1200" dirty="0">
                <a:solidFill>
                  <a:schemeClr val="tx1"/>
                </a:solidFill>
                <a:effectLst/>
                <a:latin typeface="+mn-lt"/>
                <a:ea typeface="+mn-ea"/>
                <a:cs typeface="+mn-cs"/>
              </a:rPr>
              <a:t> (0–100%) and a </a:t>
            </a:r>
            <a:r>
              <a:rPr lang="en-US" sz="1200" b="1" i="0" kern="1200" dirty="0">
                <a:solidFill>
                  <a:schemeClr val="tx1"/>
                </a:solidFill>
                <a:effectLst/>
                <a:latin typeface="+mn-lt"/>
                <a:ea typeface="+mn-ea"/>
                <a:cs typeface="+mn-cs"/>
              </a:rPr>
              <a:t>written reason</a:t>
            </a:r>
            <a:r>
              <a:rPr lang="en-US" sz="1200" b="0"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The flow: AI worker produces output → confidence score assigned → is it above threshold? </a:t>
            </a:r>
            <a:r>
              <a:rPr lang="en-US" sz="1200" b="1" i="0" kern="1200" dirty="0">
                <a:solidFill>
                  <a:schemeClr val="tx1"/>
                </a:solidFill>
                <a:effectLst/>
                <a:latin typeface="+mn-lt"/>
                <a:ea typeface="+mn-ea"/>
                <a:cs typeface="+mn-cs"/>
              </a:rPr>
              <a:t>Yes</a:t>
            </a:r>
            <a:r>
              <a:rPr lang="en-US" sz="1200" b="0" i="0" kern="1200" dirty="0">
                <a:solidFill>
                  <a:schemeClr val="tx1"/>
                </a:solidFill>
                <a:effectLst/>
                <a:latin typeface="+mn-lt"/>
                <a:ea typeface="+mn-ea"/>
                <a:cs typeface="+mn-cs"/>
              </a:rPr>
              <a:t> → proceed automatically. </a:t>
            </a:r>
            <a:r>
              <a:rPr lang="en-US" sz="1200" b="1" i="0" kern="1200" dirty="0">
                <a:solidFill>
                  <a:schemeClr val="tx1"/>
                </a:solidFill>
                <a:effectLst/>
                <a:latin typeface="+mn-lt"/>
                <a:ea typeface="+mn-ea"/>
                <a:cs typeface="+mn-cs"/>
              </a:rPr>
              <a:t>No</a:t>
            </a:r>
            <a:r>
              <a:rPr lang="en-US" sz="1200" b="0" i="0" kern="1200" dirty="0">
                <a:solidFill>
                  <a:schemeClr val="tx1"/>
                </a:solidFill>
                <a:effectLst/>
                <a:latin typeface="+mn-lt"/>
                <a:ea typeface="+mn-ea"/>
                <a:cs typeface="+mn-cs"/>
              </a:rPr>
              <a:t> → review card sent to the human's Teams chat.</a:t>
            </a:r>
          </a:p>
          <a:p>
            <a:pPr fontAlgn="t"/>
            <a:r>
              <a:rPr lang="en-US" sz="1200" b="0" i="0" kern="1200" dirty="0">
                <a:solidFill>
                  <a:schemeClr val="tx1"/>
                </a:solidFill>
                <a:effectLst/>
                <a:latin typeface="+mn-lt"/>
                <a:ea typeface="+mn-ea"/>
                <a:cs typeface="+mn-cs"/>
              </a:rPr>
              <a:t>Example: Red Flag Detector finds "3 stints under 1.5 years in last 4 years" — confidence 62%. Below threshold. A review card lands with the AI's reasoning and two buttons: </a:t>
            </a:r>
            <a:r>
              <a:rPr lang="en-US" sz="1200" b="1" i="0" kern="1200" dirty="0">
                <a:solidFill>
                  <a:schemeClr val="tx1"/>
                </a:solidFill>
                <a:effectLst/>
                <a:latin typeface="+mn-lt"/>
                <a:ea typeface="+mn-ea"/>
                <a:cs typeface="+mn-cs"/>
              </a:rPr>
              <a:t>Approve</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Override (with reason)</a:t>
            </a:r>
            <a:r>
              <a:rPr lang="en-US" sz="1200" b="0" i="0" kern="1200" dirty="0">
                <a:solidFill>
                  <a:schemeClr val="tx1"/>
                </a:solidFill>
                <a:effectLst/>
                <a:latin typeface="+mn-lt"/>
                <a:ea typeface="+mn-ea"/>
                <a:cs typeface="+mn-cs"/>
              </a:rPr>
              <a:t>. One click — human in the loop, decision logged, audit-ready.</a:t>
            </a:r>
          </a:p>
          <a:p>
            <a:pPr fontAlgn="t"/>
            <a:r>
              <a:rPr lang="en-US" sz="1200" b="1" i="0" kern="1200" dirty="0">
                <a:solidFill>
                  <a:schemeClr val="tx1"/>
                </a:solidFill>
                <a:effectLst/>
                <a:latin typeface="+mn-lt"/>
                <a:ea typeface="+mn-ea"/>
                <a:cs typeface="+mn-cs"/>
              </a:rPr>
              <a:t>Thresholds are configurable per deployment</a:t>
            </a:r>
            <a:r>
              <a:rPr lang="en-US" sz="1200" b="0" i="0" kern="1200" dirty="0">
                <a:solidFill>
                  <a:schemeClr val="tx1"/>
                </a:solidFill>
                <a:effectLst/>
                <a:latin typeface="+mn-lt"/>
                <a:ea typeface="+mn-ea"/>
                <a:cs typeface="+mn-cs"/>
              </a:rPr>
              <a:t>, set by HR leadership, not engineers. Want red flags to go to humans more often? Move the threshold from 80% to 90%. Done in seconds, no deploy.</a:t>
            </a:r>
          </a:p>
          <a:p>
            <a:pPr fontAlgn="t"/>
            <a:r>
              <a:rPr lang="en-US" sz="1200" b="1" i="0" kern="1200" dirty="0">
                <a:solidFill>
                  <a:schemeClr val="tx1"/>
                </a:solidFill>
                <a:effectLst/>
                <a:latin typeface="+mn-lt"/>
                <a:ea typeface="+mn-ea"/>
                <a:cs typeface="+mn-cs"/>
              </a:rPr>
              <a:t>Two separate quality nets</a:t>
            </a:r>
            <a:r>
              <a:rPr lang="en-US" sz="1200" b="0" i="0" kern="1200" dirty="0">
                <a:solidFill>
                  <a:schemeClr val="tx1"/>
                </a:solidFill>
                <a:effectLst/>
                <a:latin typeface="+mn-lt"/>
                <a:ea typeface="+mn-ea"/>
                <a:cs typeface="+mn-cs"/>
              </a:rPr>
              <a:t> — even if a model hallucinates or a worker drifts, malformed output never touches the database. Validation happens at the worker output level </a:t>
            </a:r>
            <a:r>
              <a:rPr lang="en-US" sz="1200" b="0" i="1" kern="1200" dirty="0">
                <a:solidFill>
                  <a:schemeClr val="tx1"/>
                </a:solidFill>
                <a:effectLst/>
                <a:latin typeface="+mn-lt"/>
                <a:ea typeface="+mn-ea"/>
                <a:cs typeface="+mn-cs"/>
              </a:rPr>
              <a:t>and again</a:t>
            </a:r>
            <a:r>
              <a:rPr lang="en-US" sz="1200" b="0" i="0" kern="1200" dirty="0">
                <a:solidFill>
                  <a:schemeClr val="tx1"/>
                </a:solidFill>
                <a:effectLst/>
                <a:latin typeface="+mn-lt"/>
                <a:ea typeface="+mn-ea"/>
                <a:cs typeface="+mn-cs"/>
              </a:rPr>
              <a:t> at the platform database write level.</a:t>
            </a:r>
          </a:p>
          <a:p>
            <a:pPr fontAlgn="t"/>
            <a:r>
              <a:rPr lang="en-US" sz="1200" b="0" i="0" kern="1200" dirty="0">
                <a:solidFill>
                  <a:schemeClr val="tx1"/>
                </a:solidFill>
                <a:effectLst/>
                <a:latin typeface="+mn-lt"/>
                <a:ea typeface="+mn-ea"/>
                <a:cs typeface="+mn-cs"/>
              </a:rPr>
              <a:t>This is the pattern that makes the whole system safe: explainable, overridable, auditable, and configurable without engineering.</a:t>
            </a:r>
          </a:p>
          <a:p>
            <a:pPr fontAlgn="t"/>
            <a:r>
              <a:rPr lang="en-US" sz="1200" b="0" i="0" kern="1200" dirty="0">
                <a:solidFill>
                  <a:schemeClr val="tx1"/>
                </a:solidFill>
                <a:effectLst/>
                <a:latin typeface="+mn-lt"/>
                <a:ea typeface="+mn-ea"/>
                <a:cs typeface="+mn-cs"/>
              </a:rPr>
              <a:t>Bridge: let me show you what this looks like in the prototype.</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pPr algn="l"/>
            <a:r>
              <a:rPr sz="1100">
                <a:latin typeface="Arial"/>
              </a:rPr>
              <a:t>[~90s] Four screenshots from the working prototype.</a:t>
            </a:r>
          </a:p>
          <a:p>
            <a:pPr algn="l"/>
            <a:r>
              <a:rPr sz="1100">
                <a:latin typeface="Arial"/>
              </a:rPr>
              <a:t>Top-left — the manager opens Teams and sees the AI Hiring Agent. No portal, no login. Just a chat. Sample prompts help first-time users: "Hire a Senior VP for Sales in Mumbai", "Create a JD from this old role description."</a:t>
            </a:r>
          </a:p>
          <a:p>
            <a:pPr algn="l"/>
            <a:r>
              <a:rPr sz="1100">
                <a:latin typeface="Arial"/>
              </a:rPr>
              <a:t>Top-right — the Hiring Pack. AI has generated a full JD, a scorecard, screening criteria, alert trends, and compliance notes. The manager reviews, edits if needed, and approves. One card, one click.</a:t>
            </a:r>
          </a:p>
          <a:p>
            <a:pPr algn="l"/>
            <a:r>
              <a:rPr sz="1100">
                <a:latin typeface="Arial"/>
              </a:rPr>
              <a:t>Bottom-left — the Candidate Card. Priya Shah, 84% fit score. Evidence linked. Alerts bucketed into three tiers: blocking issue, review alert, info signal. The manager never reads a raw resume — they read the evidence.</a:t>
            </a:r>
          </a:p>
          <a:p>
            <a:pPr algn="l"/>
            <a:r>
              <a:rPr sz="1100">
                <a:latin typeface="Arial"/>
              </a:rPr>
              <a:t>Bottom-right — the HRBP view. Agency Recommendation with rationale: specialisation match, contract status, past fill rate. HRBP selects, and the platform creates one Outlook draft per agency with the JD attached.</a:t>
            </a:r>
          </a:p>
          <a:p>
            <a:pPr algn="l"/>
            <a:r>
              <a:rPr sz="1100">
                <a:latin typeface="Arial"/>
              </a:rPr>
              <a:t>The manager never left Teams. The HRBP never opened a portal. Chat IS the product.</a:t>
            </a:r>
          </a:p>
          <a:p>
            <a:pPr algn="l"/>
            <a:r>
              <a:rPr sz="1100">
                <a:latin typeface="Arial"/>
              </a:rPr>
              <a:t>Bridge: the synthesis — three implementations, one principle.</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pPr fontAlgn="t"/>
            <a:r>
              <a:rPr sz="1100" dirty="0">
                <a:latin typeface="Arial"/>
              </a:rPr>
              <a:t>[~75s</a:t>
            </a:r>
            <a:r>
              <a:rPr lang="en-US" sz="1100" dirty="0">
                <a:latin typeface="Arial"/>
              </a:rPr>
              <a:t>] </a:t>
            </a:r>
            <a:r>
              <a:rPr lang="en-US" sz="1200" b="0" i="0" kern="1200" dirty="0">
                <a:solidFill>
                  <a:schemeClr val="tx1"/>
                </a:solidFill>
                <a:effectLst/>
                <a:latin typeface="+mn-lt"/>
                <a:ea typeface="+mn-ea"/>
                <a:cs typeface="+mn-cs"/>
              </a:rPr>
              <a:t>The synthesis slide. Three very different HR domains — and they all arrived at the same architecture.</a:t>
            </a:r>
          </a:p>
          <a:p>
            <a:pPr fontAlgn="t"/>
            <a:r>
              <a:rPr lang="en-US" sz="1200" b="1" i="0" kern="1200" dirty="0">
                <a:solidFill>
                  <a:schemeClr val="tx1"/>
                </a:solidFill>
                <a:effectLst/>
                <a:latin typeface="+mn-lt"/>
                <a:ea typeface="+mn-ea"/>
                <a:cs typeface="+mn-cs"/>
              </a:rPr>
              <a:t>TMTC</a:t>
            </a:r>
            <a:r>
              <a:rPr lang="en-US" sz="1200" b="0" i="0" kern="1200" dirty="0">
                <a:solidFill>
                  <a:schemeClr val="tx1"/>
                </a:solidFill>
                <a:effectLst/>
                <a:latin typeface="+mn-lt"/>
                <a:ea typeface="+mn-ea"/>
                <a:cs typeface="+mn-cs"/>
              </a:rPr>
              <a:t> (Learning programs): 19 agents, 5 role workbenches, a six-layer operating model, human decision gates at every approval, program memory as the data fabric.</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TAS</a:t>
            </a:r>
            <a:r>
              <a:rPr lang="en-US" sz="1200" b="0" i="0" kern="1200" dirty="0">
                <a:solidFill>
                  <a:schemeClr val="tx1"/>
                </a:solidFill>
                <a:effectLst/>
                <a:latin typeface="+mn-lt"/>
                <a:ea typeface="+mn-ea"/>
                <a:cs typeface="+mn-cs"/>
              </a:rPr>
              <a:t> (Talent acquisition): 17 agents, 6 role workbenches, the same six-layer model, the Sealed Rubric Vault ensuring the most sensitive scoring rule never touches an LLM, the Living TAS Graph as source of truth.</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Hiring Platform</a:t>
            </a:r>
            <a:r>
              <a:rPr lang="en-US" sz="1200" b="0" i="0" kern="1200" dirty="0">
                <a:solidFill>
                  <a:schemeClr val="tx1"/>
                </a:solidFill>
                <a:effectLst/>
                <a:latin typeface="+mn-lt"/>
                <a:ea typeface="+mn-ea"/>
                <a:cs typeface="+mn-cs"/>
              </a:rPr>
              <a:t> (Lateral hiring): 11 workers, 4 personas, a three-layer platform (Experience, Platform, AI Workers), confidence-gated handoffs, 275 automated tests.</a:t>
            </a:r>
          </a:p>
          <a:p>
            <a:pPr fontAlgn="t"/>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That's </a:t>
            </a:r>
            <a:r>
              <a:rPr lang="en-US" sz="1200" b="1" i="0" kern="1200" dirty="0">
                <a:solidFill>
                  <a:schemeClr val="tx1"/>
                </a:solidFill>
                <a:effectLst/>
                <a:latin typeface="+mn-lt"/>
                <a:ea typeface="+mn-ea"/>
                <a:cs typeface="+mn-cs"/>
              </a:rPr>
              <a:t>47 agents and workers</a:t>
            </a:r>
            <a:r>
              <a:rPr lang="en-US" sz="1200" b="0" i="0" kern="1200" dirty="0">
                <a:solidFill>
                  <a:schemeClr val="tx1"/>
                </a:solidFill>
                <a:effectLst/>
                <a:latin typeface="+mn-lt"/>
                <a:ea typeface="+mn-ea"/>
                <a:cs typeface="+mn-cs"/>
              </a:rPr>
              <a:t> across all three. </a:t>
            </a:r>
            <a:r>
              <a:rPr lang="en-US" sz="1200" b="1" i="0" kern="1200" dirty="0">
                <a:solidFill>
                  <a:schemeClr val="tx1"/>
                </a:solidFill>
                <a:effectLst/>
                <a:latin typeface="+mn-lt"/>
                <a:ea typeface="+mn-ea"/>
                <a:cs typeface="+mn-cs"/>
              </a:rPr>
              <a:t>15 role workbenches</a:t>
            </a:r>
            <a:r>
              <a:rPr lang="en-US" sz="1200" b="0" i="0" kern="1200" dirty="0">
                <a:solidFill>
                  <a:schemeClr val="tx1"/>
                </a:solidFill>
                <a:effectLst/>
                <a:latin typeface="+mn-lt"/>
                <a:ea typeface="+mn-ea"/>
                <a:cs typeface="+mn-cs"/>
              </a:rPr>
              <a:t>. Three domains. </a:t>
            </a:r>
            <a:r>
              <a:rPr lang="en-US" sz="1200" b="1" i="0" kern="1200" dirty="0">
                <a:solidFill>
                  <a:schemeClr val="tx1"/>
                </a:solidFill>
                <a:effectLst/>
                <a:latin typeface="+mn-lt"/>
                <a:ea typeface="+mn-ea"/>
                <a:cs typeface="+mn-cs"/>
              </a:rPr>
              <a:t>One principle: AI drafts, humans decide.</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The common principle: AI handles first-draft work. Humans own every decision gate. The pattern </a:t>
            </a:r>
            <a:r>
              <a:rPr lang="en-US" sz="1200" b="0" i="0" kern="1200" dirty="0" err="1">
                <a:solidFill>
                  <a:schemeClr val="tx1"/>
                </a:solidFill>
                <a:effectLst/>
                <a:latin typeface="+mn-lt"/>
                <a:ea typeface="+mn-ea"/>
                <a:cs typeface="+mn-cs"/>
              </a:rPr>
              <a:t>generalises</a:t>
            </a:r>
            <a:r>
              <a:rPr lang="en-US" sz="1200" b="0" i="0" kern="1200" dirty="0">
                <a:solidFill>
                  <a:schemeClr val="tx1"/>
                </a:solidFill>
                <a:effectLst/>
                <a:latin typeface="+mn-lt"/>
                <a:ea typeface="+mn-ea"/>
                <a:cs typeface="+mn-cs"/>
              </a:rPr>
              <a:t> to any Group HR vertical — whether it manages learning journeys, selects leadership talent, or fills open roles. Define the AI workers, define the human gates, define the governance rules, and let the architecture handle the orchestration. Only the domain knowledge changes.</a:t>
            </a:r>
          </a:p>
          <a:p>
            <a:pPr fontAlgn="t"/>
            <a:r>
              <a:rPr lang="en-US" sz="1200" b="0" i="0" kern="1200" dirty="0">
                <a:solidFill>
                  <a:schemeClr val="tx1"/>
                </a:solidFill>
                <a:effectLst/>
                <a:latin typeface="+mn-lt"/>
                <a:ea typeface="+mn-ea"/>
                <a:cs typeface="+mn-cs"/>
              </a:rPr>
              <a:t>Bridge: shared spine — decision rights</a:t>
            </a:r>
          </a:p>
          <a:p>
            <a:pPr algn="l"/>
            <a:endParaRPr sz="1100" dirty="0">
              <a:latin typeface="Arial"/>
            </a:endParaRP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pPr fontAlgn="t"/>
            <a:r>
              <a:rPr sz="1100" dirty="0">
                <a:latin typeface="Arial"/>
              </a:rPr>
              <a:t>[~90s</a:t>
            </a:r>
            <a:r>
              <a:rPr lang="en-US" sz="1100" dirty="0">
                <a:latin typeface="Arial"/>
              </a:rPr>
              <a:t>] </a:t>
            </a:r>
            <a:r>
              <a:rPr lang="en-US" sz="1200" b="0" i="0" kern="1200" dirty="0">
                <a:solidFill>
                  <a:schemeClr val="tx1"/>
                </a:solidFill>
                <a:effectLst/>
                <a:latin typeface="+mn-lt"/>
                <a:ea typeface="+mn-ea"/>
                <a:cs typeface="+mn-cs"/>
              </a:rPr>
              <a:t>Decision rights at a glance. The full matrix is in the report; this is the front nine. Every row follows the same pattern: AI's role → human owner → why this stays human.</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Pursue custom program / route choice</a:t>
            </a:r>
            <a:r>
              <a:rPr lang="en-US" sz="1200" b="0" i="0" kern="1200" dirty="0">
                <a:solidFill>
                  <a:schemeClr val="tx1"/>
                </a:solidFill>
                <a:effectLst/>
                <a:latin typeface="+mn-lt"/>
                <a:ea typeface="+mn-ea"/>
                <a:cs typeface="+mn-cs"/>
              </a:rPr>
              <a:t> — AI analyses and recommends; PD and leadership decide. Because sponsor trust and strategic priority matter more than data.</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Business problem diagnosis</a:t>
            </a:r>
            <a:r>
              <a:rPr lang="en-US" sz="1200" b="0" i="0" kern="1200" dirty="0">
                <a:solidFill>
                  <a:schemeClr val="tx1"/>
                </a:solidFill>
                <a:effectLst/>
                <a:latin typeface="+mn-lt"/>
                <a:ea typeface="+mn-ea"/>
                <a:cs typeface="+mn-cs"/>
              </a:rPr>
              <a:t> — AI </a:t>
            </a:r>
            <a:r>
              <a:rPr lang="en-US" sz="1200" b="0" i="0" kern="1200" dirty="0" err="1">
                <a:solidFill>
                  <a:schemeClr val="tx1"/>
                </a:solidFill>
                <a:effectLst/>
                <a:latin typeface="+mn-lt"/>
                <a:ea typeface="+mn-ea"/>
                <a:cs typeface="+mn-cs"/>
              </a:rPr>
              <a:t>hypothesises</a:t>
            </a:r>
            <a:r>
              <a:rPr lang="en-US" sz="1200" b="0" i="0" kern="1200" dirty="0">
                <a:solidFill>
                  <a:schemeClr val="tx1"/>
                </a:solidFill>
                <a:effectLst/>
                <a:latin typeface="+mn-lt"/>
                <a:ea typeface="+mn-ea"/>
                <a:cs typeface="+mn-cs"/>
              </a:rPr>
              <a:t> and asks; PD decides. Because framing the problem matters more than answering it.</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Faculty / vendor selection</a:t>
            </a:r>
            <a:r>
              <a:rPr lang="en-US" sz="1200" b="0" i="0" kern="1200" dirty="0">
                <a:solidFill>
                  <a:schemeClr val="tx1"/>
                </a:solidFill>
                <a:effectLst/>
                <a:latin typeface="+mn-lt"/>
                <a:ea typeface="+mn-ea"/>
                <a:cs typeface="+mn-cs"/>
              </a:rPr>
              <a:t> — AI ranks with evidence; PD/PM decide. Because cohort fit and faculty relationship are not </a:t>
            </a:r>
            <a:r>
              <a:rPr lang="en-US" sz="1200" b="0" i="0" kern="1200" dirty="0" err="1">
                <a:solidFill>
                  <a:schemeClr val="tx1"/>
                </a:solidFill>
                <a:effectLst/>
                <a:latin typeface="+mn-lt"/>
                <a:ea typeface="+mn-ea"/>
                <a:cs typeface="+mn-cs"/>
              </a:rPr>
              <a:t>optimisable</a:t>
            </a:r>
            <a:r>
              <a:rPr lang="en-US" sz="1200" b="0" i="0" kern="1200" dirty="0">
                <a:solidFill>
                  <a:schemeClr val="tx1"/>
                </a:solidFill>
                <a:effectLst/>
                <a:latin typeface="+mn-lt"/>
                <a:ea typeface="+mn-ea"/>
                <a:cs typeface="+mn-cs"/>
              </a:rPr>
              <a:t> from data alone.</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Budget approval</a:t>
            </a:r>
            <a:r>
              <a:rPr lang="en-US" sz="1200" b="0" i="0" kern="1200" dirty="0">
                <a:solidFill>
                  <a:schemeClr val="tx1"/>
                </a:solidFill>
                <a:effectLst/>
                <a:latin typeface="+mn-lt"/>
                <a:ea typeface="+mn-ea"/>
                <a:cs typeface="+mn-cs"/>
              </a:rPr>
              <a:t> — AI drafts the estimate; finance and leadership approve. Financial accountability is non-negotiable.</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Sponsor reporting and impact claims</a:t>
            </a:r>
            <a:r>
              <a:rPr lang="en-US" sz="1200" b="0" i="0" kern="1200" dirty="0">
                <a:solidFill>
                  <a:schemeClr val="tx1"/>
                </a:solidFill>
                <a:effectLst/>
                <a:latin typeface="+mn-lt"/>
                <a:ea typeface="+mn-ea"/>
                <a:cs typeface="+mn-cs"/>
              </a:rPr>
              <a:t> — AI </a:t>
            </a:r>
            <a:r>
              <a:rPr lang="en-US" sz="1200" b="0" i="0" kern="1200" dirty="0" err="1">
                <a:solidFill>
                  <a:schemeClr val="tx1"/>
                </a:solidFill>
                <a:effectLst/>
                <a:latin typeface="+mn-lt"/>
                <a:ea typeface="+mn-ea"/>
                <a:cs typeface="+mn-cs"/>
              </a:rPr>
              <a:t>synthesises</a:t>
            </a:r>
            <a:r>
              <a:rPr lang="en-US" sz="1200" b="0" i="0" kern="1200" dirty="0">
                <a:solidFill>
                  <a:schemeClr val="tx1"/>
                </a:solidFill>
                <a:effectLst/>
                <a:latin typeface="+mn-lt"/>
                <a:ea typeface="+mn-ea"/>
                <a:cs typeface="+mn-cs"/>
              </a:rPr>
              <a:t> evidence; PD and leadership sign off. Reputation and credibility.</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The TAS rubric</a:t>
            </a:r>
            <a:r>
              <a:rPr lang="en-US" sz="1200" b="0" i="0" kern="1200" dirty="0">
                <a:solidFill>
                  <a:schemeClr val="tx1"/>
                </a:solidFill>
                <a:effectLst/>
                <a:latin typeface="+mn-lt"/>
                <a:ea typeface="+mn-ea"/>
                <a:cs typeface="+mn-cs"/>
              </a:rPr>
              <a:t> — this is the unique row, highlighted. AI's role is </a:t>
            </a:r>
            <a:r>
              <a:rPr lang="en-US" sz="1200" b="1" i="0" kern="1200" dirty="0">
                <a:solidFill>
                  <a:schemeClr val="tx1"/>
                </a:solidFill>
                <a:effectLst/>
                <a:latin typeface="+mn-lt"/>
                <a:ea typeface="+mn-ea"/>
                <a:cs typeface="+mn-cs"/>
              </a:rPr>
              <a:t>none</a:t>
            </a:r>
            <a:r>
              <a:rPr lang="en-US" sz="1200" b="0" i="0" kern="1200" dirty="0">
                <a:solidFill>
                  <a:schemeClr val="tx1"/>
                </a:solidFill>
                <a:effectLst/>
                <a:latin typeface="+mn-lt"/>
                <a:ea typeface="+mn-ea"/>
                <a:cs typeface="+mn-cs"/>
              </a:rPr>
              <a:t>. It's sealed. TAS Lead alone. The reason is the LLM cross-prompt leak risk articulated by </a:t>
            </a:r>
          </a:p>
          <a:p>
            <a:pPr fontAlgn="t"/>
            <a:r>
              <a:rPr lang="en-US" sz="1200" b="0" i="0" kern="1200" dirty="0">
                <a:solidFill>
                  <a:schemeClr val="tx1"/>
                </a:solidFill>
                <a:effectLst/>
                <a:latin typeface="+mn-lt"/>
                <a:ea typeface="+mn-ea"/>
                <a:cs typeface="+mn-cs"/>
              </a:rPr>
              <a:t>the Lead in Meeting 6. We respect it completely.</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TAS screening</a:t>
            </a:r>
            <a:r>
              <a:rPr lang="en-US" sz="1200" b="0" i="0" kern="1200" dirty="0">
                <a:solidFill>
                  <a:schemeClr val="tx1"/>
                </a:solidFill>
                <a:effectLst/>
                <a:latin typeface="+mn-lt"/>
                <a:ea typeface="+mn-ea"/>
                <a:cs typeface="+mn-cs"/>
              </a:rPr>
              <a:t> — AI ranks with reasoning trace; Lead makes the call on borderlines. Fairness on edge cases requires human judgement.</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Stint match + Y2 placement</a:t>
            </a:r>
            <a:r>
              <a:rPr lang="en-US" sz="1200" b="0" i="0" kern="1200" dirty="0">
                <a:solidFill>
                  <a:schemeClr val="tx1"/>
                </a:solidFill>
                <a:effectLst/>
                <a:latin typeface="+mn-lt"/>
                <a:ea typeface="+mn-ea"/>
                <a:cs typeface="+mn-cs"/>
              </a:rPr>
              <a:t> — AI ranks with rationale; Lead + candidate + company decide together. Career trajectory is not an </a:t>
            </a:r>
            <a:r>
              <a:rPr lang="en-US" sz="1200" b="0" i="0" kern="1200" dirty="0" err="1">
                <a:solidFill>
                  <a:schemeClr val="tx1"/>
                </a:solidFill>
                <a:effectLst/>
                <a:latin typeface="+mn-lt"/>
                <a:ea typeface="+mn-ea"/>
                <a:cs typeface="+mn-cs"/>
              </a:rPr>
              <a:t>optimisation</a:t>
            </a:r>
            <a:r>
              <a:rPr lang="en-US" sz="1200" b="0" i="0" kern="1200" dirty="0">
                <a:solidFill>
                  <a:schemeClr val="tx1"/>
                </a:solidFill>
                <a:effectLst/>
                <a:latin typeface="+mn-lt"/>
                <a:ea typeface="+mn-ea"/>
                <a:cs typeface="+mn-cs"/>
              </a:rPr>
              <a:t> problem.</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Manpower reconciliation + share-of-expenses</a:t>
            </a:r>
            <a:r>
              <a:rPr lang="en-US" sz="1200" b="0" i="0" kern="1200" dirty="0">
                <a:solidFill>
                  <a:schemeClr val="tx1"/>
                </a:solidFill>
                <a:effectLst/>
                <a:latin typeface="+mn-lt"/>
                <a:ea typeface="+mn-ea"/>
                <a:cs typeface="+mn-cs"/>
              </a:rPr>
              <a:t> — AI drafts and flags; finance approves. Audit and cost-recovery accuracy are non-negotiable.</a:t>
            </a:r>
          </a:p>
          <a:p>
            <a:pPr fontAlgn="t"/>
            <a:r>
              <a:rPr lang="en-US" sz="1200" b="0" i="0" kern="1200" dirty="0">
                <a:solidFill>
                  <a:schemeClr val="tx1"/>
                </a:solidFill>
                <a:effectLst/>
                <a:latin typeface="+mn-lt"/>
                <a:ea typeface="+mn-ea"/>
                <a:cs typeface="+mn-cs"/>
              </a:rPr>
              <a:t>Bridge: metrics.</a:t>
            </a:r>
          </a:p>
          <a:p>
            <a:pPr algn="l"/>
            <a:endParaRPr sz="1100" dirty="0">
              <a:latin typeface="Arial"/>
            </a:endParaRP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pPr fontAlgn="t"/>
            <a:r>
              <a:rPr sz="1100" dirty="0">
                <a:latin typeface="Arial"/>
              </a:rPr>
              <a:t>[~60s] </a:t>
            </a:r>
            <a:r>
              <a:rPr lang="en-US" sz="1200" b="0" i="0" kern="1200" dirty="0">
                <a:solidFill>
                  <a:schemeClr val="tx1"/>
                </a:solidFill>
                <a:effectLst/>
                <a:latin typeface="+mn-lt"/>
                <a:ea typeface="+mn-ea"/>
                <a:cs typeface="+mn-cs"/>
              </a:rPr>
              <a:t>Metrics framework. Five families, applicable to both TMTC and TAS with vertical-specific variants.</a:t>
            </a:r>
          </a:p>
          <a:p>
            <a:pPr fontAlgn="t"/>
            <a:r>
              <a:rPr lang="en-US" sz="1200" b="1" i="0" kern="1200" dirty="0">
                <a:solidFill>
                  <a:schemeClr val="tx1"/>
                </a:solidFill>
                <a:effectLst/>
                <a:latin typeface="+mn-lt"/>
                <a:ea typeface="+mn-ea"/>
                <a:cs typeface="+mn-cs"/>
              </a:rPr>
              <a:t>Efficiency — how much time we recover.</a:t>
            </a:r>
            <a:r>
              <a:rPr lang="en-US" sz="1200" b="0" i="0" kern="1200" dirty="0">
                <a:solidFill>
                  <a:schemeClr val="tx1"/>
                </a:solidFill>
                <a:effectLst/>
                <a:latin typeface="+mn-lt"/>
                <a:ea typeface="+mn-ea"/>
                <a:cs typeface="+mn-cs"/>
              </a:rPr>
              <a:t> Proposal drafting time, dossier generation time, screening cycle time per 300 CVs, </a:t>
            </a:r>
            <a:r>
              <a:rPr lang="en-US" sz="1200" b="0" i="0" kern="1200" dirty="0" err="1">
                <a:solidFill>
                  <a:schemeClr val="tx1"/>
                </a:solidFill>
                <a:effectLst/>
                <a:latin typeface="+mn-lt"/>
                <a:ea typeface="+mn-ea"/>
                <a:cs typeface="+mn-cs"/>
              </a:rPr>
              <a:t>panellist</a:t>
            </a:r>
            <a:r>
              <a:rPr lang="en-US" sz="1200" b="0" i="0" kern="1200" dirty="0">
                <a:solidFill>
                  <a:schemeClr val="tx1"/>
                </a:solidFill>
                <a:effectLst/>
                <a:latin typeface="+mn-lt"/>
                <a:ea typeface="+mn-ea"/>
                <a:cs typeface="+mn-cs"/>
              </a:rPr>
              <a:t> logistics days per campus, stint matching cycle time, Chroma provisioning time per candidate × stint.</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Quality — whether the work is better.</a:t>
            </a:r>
            <a:r>
              <a:rPr lang="en-US" sz="1200" b="0" i="0" kern="1200" dirty="0">
                <a:solidFill>
                  <a:schemeClr val="tx1"/>
                </a:solidFill>
                <a:effectLst/>
                <a:latin typeface="+mn-lt"/>
                <a:ea typeface="+mn-ea"/>
                <a:cs typeface="+mn-cs"/>
              </a:rPr>
              <a:t> Participant satisfaction, faculty rating, cohort fit, content relevance (TMTC). Borderline-flag accuracy, override rate per channel, </a:t>
            </a:r>
            <a:r>
              <a:rPr lang="en-US" sz="1200" b="0" i="0" kern="1200" dirty="0" err="1">
                <a:solidFill>
                  <a:schemeClr val="tx1"/>
                </a:solidFill>
                <a:effectLst/>
                <a:latin typeface="+mn-lt"/>
                <a:ea typeface="+mn-ea"/>
                <a:cs typeface="+mn-cs"/>
              </a:rPr>
              <a:t>panellist</a:t>
            </a:r>
            <a:r>
              <a:rPr lang="en-US" sz="1200" b="0" i="0" kern="1200" dirty="0">
                <a:solidFill>
                  <a:schemeClr val="tx1"/>
                </a:solidFill>
                <a:effectLst/>
                <a:latin typeface="+mn-lt"/>
                <a:ea typeface="+mn-ea"/>
                <a:cs typeface="+mn-cs"/>
              </a:rPr>
              <a:t> no-show rate, ETR miss rate (TAS).</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Business impact — whether sponsors and companies see value.</a:t>
            </a:r>
            <a:r>
              <a:rPr lang="en-US" sz="1200" b="0" i="0" kern="1200" dirty="0">
                <a:solidFill>
                  <a:schemeClr val="tx1"/>
                </a:solidFill>
                <a:effectLst/>
                <a:latin typeface="+mn-lt"/>
                <a:ea typeface="+mn-ea"/>
                <a:cs typeface="+mn-cs"/>
              </a:rPr>
              <a:t> Sponsor satisfaction, renewal rate, custom program conversion, open program seat fill rate (TMTC). Channel conversion rate, cost-recovery accuracy, group company satisfaction with stint outcomes (TAS).</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Learner / alumni / candidate — whether the experience compounds.</a:t>
            </a:r>
            <a:r>
              <a:rPr lang="en-US" sz="1200" b="0" i="0" kern="1200" dirty="0">
                <a:solidFill>
                  <a:schemeClr val="tx1"/>
                </a:solidFill>
                <a:effectLst/>
                <a:latin typeface="+mn-lt"/>
                <a:ea typeface="+mn-ea"/>
                <a:cs typeface="+mn-cs"/>
              </a:rPr>
              <a:t> Post-program engagement, alumni profile freshness, next-level program progression (TMTC). TAS retention through Year 2, alumni 5-year career progression (TAS).</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AI adoption, trust, safety — whether the operating model is safe and being used.</a:t>
            </a:r>
            <a:r>
              <a:rPr lang="en-US" sz="1200" b="0" i="0" kern="1200" dirty="0">
                <a:solidFill>
                  <a:schemeClr val="tx1"/>
                </a:solidFill>
                <a:effectLst/>
                <a:latin typeface="+mn-lt"/>
                <a:ea typeface="+mn-ea"/>
                <a:cs typeface="+mn-cs"/>
              </a:rPr>
              <a:t> Acceptance rate, override rate, source citation coverage, hallucination incidents. And one hard target: </a:t>
            </a:r>
            <a:r>
              <a:rPr lang="en-US" sz="1200" b="1" i="0" kern="1200" dirty="0">
                <a:solidFill>
                  <a:schemeClr val="tx1"/>
                </a:solidFill>
                <a:effectLst/>
                <a:latin typeface="+mn-lt"/>
                <a:ea typeface="+mn-ea"/>
                <a:cs typeface="+mn-cs"/>
              </a:rPr>
              <a:t>rubric leak attempts — zero.</a:t>
            </a:r>
            <a:r>
              <a:rPr lang="en-US" sz="1200" b="0" i="0" kern="1200" dirty="0">
                <a:solidFill>
                  <a:schemeClr val="tx1"/>
                </a:solidFill>
                <a:effectLst/>
                <a:latin typeface="+mn-lt"/>
                <a:ea typeface="+mn-ea"/>
                <a:cs typeface="+mn-cs"/>
              </a:rPr>
              <a:t> That's how we measure we're keeping the promise from the previous slides.</a:t>
            </a:r>
          </a:p>
          <a:p>
            <a:pPr fontAlgn="t"/>
            <a:r>
              <a:rPr lang="en-US" sz="1200" b="0" i="0" kern="1200" dirty="0">
                <a:solidFill>
                  <a:schemeClr val="tx1"/>
                </a:solidFill>
                <a:effectLst/>
                <a:latin typeface="+mn-lt"/>
                <a:ea typeface="+mn-ea"/>
                <a:cs typeface="+mn-cs"/>
              </a:rPr>
              <a:t>Bridge: roadmap.</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pPr fontAlgn="t"/>
            <a:r>
              <a:rPr sz="1100" dirty="0">
                <a:latin typeface="Arial"/>
              </a:rPr>
              <a:t>[~90s] </a:t>
            </a:r>
            <a:r>
              <a:rPr lang="en-IN" sz="1200" b="0" i="0" kern="1200" dirty="0">
                <a:solidFill>
                  <a:schemeClr val="tx1"/>
                </a:solidFill>
                <a:effectLst/>
                <a:latin typeface="+mn-lt"/>
                <a:ea typeface="+mn-ea"/>
                <a:cs typeface="+mn-cs"/>
              </a:rPr>
              <a:t>Roadmap. Three phases. Both verticals run in parallel.</a:t>
            </a:r>
          </a:p>
          <a:p>
            <a:pPr fontAlgn="t"/>
            <a:endParaRPr lang="en-IN" sz="1200" b="1" i="0" kern="1200" dirty="0">
              <a:solidFill>
                <a:schemeClr val="tx1"/>
              </a:solidFill>
              <a:effectLst/>
              <a:latin typeface="+mn-lt"/>
              <a:ea typeface="+mn-ea"/>
              <a:cs typeface="+mn-cs"/>
            </a:endParaRPr>
          </a:p>
          <a:p>
            <a:pPr fontAlgn="t"/>
            <a:r>
              <a:rPr lang="en-IN" sz="1200" b="1" i="0" kern="1200" dirty="0">
                <a:solidFill>
                  <a:schemeClr val="tx1"/>
                </a:solidFill>
                <a:effectLst/>
                <a:latin typeface="+mn-lt"/>
                <a:ea typeface="+mn-ea"/>
                <a:cs typeface="+mn-cs"/>
              </a:rPr>
              <a:t>Phase 1 — 0 to 90 days — Clean the memory.</a:t>
            </a:r>
            <a:r>
              <a:rPr lang="en-IN" sz="1200" b="0" i="0" kern="1200" dirty="0">
                <a:solidFill>
                  <a:schemeClr val="tx1"/>
                </a:solidFill>
                <a:effectLst/>
                <a:latin typeface="+mn-lt"/>
                <a:ea typeface="+mn-ea"/>
                <a:cs typeface="+mn-cs"/>
              </a:rPr>
              <a:t> For TMTC: SharePoint cleanup + taxonomy, standard program memory template, faculty database MVP, dossier generation template, feedback report automation MVP, prompt packs and AI safety workshop. For TAS: vendor collation MVP (Prospect.ai + </a:t>
            </a:r>
            <a:r>
              <a:rPr lang="en-IN" sz="1200" b="0" i="0" kern="1200" dirty="0" err="1">
                <a:solidFill>
                  <a:schemeClr val="tx1"/>
                </a:solidFill>
                <a:effectLst/>
                <a:latin typeface="+mn-lt"/>
                <a:ea typeface="+mn-ea"/>
                <a:cs typeface="+mn-cs"/>
              </a:rPr>
              <a:t>iON</a:t>
            </a:r>
            <a:r>
              <a:rPr lang="en-IN" sz="1200" b="0" i="0" kern="1200" dirty="0">
                <a:solidFill>
                  <a:schemeClr val="tx1"/>
                </a:solidFill>
                <a:effectLst/>
                <a:latin typeface="+mn-lt"/>
                <a:ea typeface="+mn-ea"/>
                <a:cs typeface="+mn-cs"/>
              </a:rPr>
              <a:t>), the </a:t>
            </a:r>
            <a:r>
              <a:rPr lang="en-IN" sz="1200" b="1" i="0" kern="1200" dirty="0">
                <a:solidFill>
                  <a:schemeClr val="tx1"/>
                </a:solidFill>
                <a:effectLst/>
                <a:latin typeface="+mn-lt"/>
                <a:ea typeface="+mn-ea"/>
                <a:cs typeface="+mn-cs"/>
              </a:rPr>
              <a:t>Rubric AI Worker</a:t>
            </a:r>
            <a:r>
              <a:rPr lang="en-IN" sz="1200" b="0" i="0" kern="1200" dirty="0">
                <a:solidFill>
                  <a:schemeClr val="tx1"/>
                </a:solidFill>
                <a:effectLst/>
                <a:latin typeface="+mn-lt"/>
                <a:ea typeface="+mn-ea"/>
                <a:cs typeface="+mn-cs"/>
              </a:rPr>
              <a:t> (this is the most critical first build — without it, rubric-blind triage can't begin safely), panellist coordination tracker, manpower SPOC tracker, stint matching tracker, prompt packs and AI safety workshop.</a:t>
            </a:r>
          </a:p>
          <a:p>
            <a:pPr fontAlgn="t"/>
            <a:endParaRPr lang="en-IN" sz="1200" b="1" i="0" kern="1200" dirty="0">
              <a:solidFill>
                <a:schemeClr val="tx1"/>
              </a:solidFill>
              <a:effectLst/>
              <a:latin typeface="+mn-lt"/>
              <a:ea typeface="+mn-ea"/>
              <a:cs typeface="+mn-cs"/>
            </a:endParaRPr>
          </a:p>
          <a:p>
            <a:pPr fontAlgn="t"/>
            <a:r>
              <a:rPr lang="en-IN" sz="1200" b="1" i="0" kern="1200" dirty="0">
                <a:solidFill>
                  <a:schemeClr val="tx1"/>
                </a:solidFill>
                <a:effectLst/>
                <a:latin typeface="+mn-lt"/>
                <a:ea typeface="+mn-ea"/>
                <a:cs typeface="+mn-cs"/>
              </a:rPr>
              <a:t>Phase 2 — 3 to 6 months — Automate the coordination.</a:t>
            </a:r>
            <a:r>
              <a:rPr lang="en-IN" sz="1200" b="0" i="0" kern="1200" dirty="0">
                <a:solidFill>
                  <a:schemeClr val="tx1"/>
                </a:solidFill>
                <a:effectLst/>
                <a:latin typeface="+mn-lt"/>
                <a:ea typeface="+mn-ea"/>
                <a:cs typeface="+mn-cs"/>
              </a:rPr>
              <a:t> For TMTC: custom proposal assistant pilot, feedback synthesis dashboard, faculty matching MVP, content reuse MVP, learner profile pilot, alumni update pilot. For TAS: rubric-blind triage MVP on campus channels, TIC video triage MVP, Panellist Concierge pilot, Stint Matching Agent pilot, Chroma provisioning automation, SPOC portal MVP, personal file digitisation pilot.</a:t>
            </a:r>
          </a:p>
          <a:p>
            <a:pPr fontAlgn="t"/>
            <a:endParaRPr lang="en-IN" sz="1200" b="1" i="0" kern="1200" dirty="0">
              <a:solidFill>
                <a:schemeClr val="tx1"/>
              </a:solidFill>
              <a:effectLst/>
              <a:latin typeface="+mn-lt"/>
              <a:ea typeface="+mn-ea"/>
              <a:cs typeface="+mn-cs"/>
            </a:endParaRPr>
          </a:p>
          <a:p>
            <a:pPr fontAlgn="t"/>
            <a:r>
              <a:rPr lang="en-IN" sz="1200" b="1" i="0" kern="1200" dirty="0">
                <a:solidFill>
                  <a:schemeClr val="tx1"/>
                </a:solidFill>
                <a:effectLst/>
                <a:latin typeface="+mn-lt"/>
                <a:ea typeface="+mn-ea"/>
                <a:cs typeface="+mn-cs"/>
              </a:rPr>
              <a:t>Phase 3 — 6 to 18 months — </a:t>
            </a:r>
            <a:r>
              <a:rPr lang="en-IN" sz="1200" b="1" i="0" kern="1200" dirty="0" err="1">
                <a:solidFill>
                  <a:schemeClr val="tx1"/>
                </a:solidFill>
                <a:effectLst/>
                <a:latin typeface="+mn-lt"/>
                <a:ea typeface="+mn-ea"/>
                <a:cs typeface="+mn-cs"/>
              </a:rPr>
              <a:t>Platformise</a:t>
            </a:r>
            <a:r>
              <a:rPr lang="en-IN" sz="1200" b="1" i="0" kern="1200" dirty="0">
                <a:solidFill>
                  <a:schemeClr val="tx1"/>
                </a:solidFill>
                <a:effectLst/>
                <a:latin typeface="+mn-lt"/>
                <a:ea typeface="+mn-ea"/>
                <a:cs typeface="+mn-cs"/>
              </a:rPr>
              <a:t>.</a:t>
            </a:r>
            <a:r>
              <a:rPr lang="en-IN" sz="1200" b="0" i="0" kern="1200" dirty="0">
                <a:solidFill>
                  <a:schemeClr val="tx1"/>
                </a:solidFill>
                <a:effectLst/>
                <a:latin typeface="+mn-lt"/>
                <a:ea typeface="+mn-ea"/>
                <a:cs typeface="+mn-cs"/>
              </a:rPr>
              <a:t> For TMTC: LMS integration, program asset graph, role-based workbenches, cohort intelligence, sponsor/alumni graph, audit + bias dashboard. For TAS: vendor adapter layer, Living TAS Graph, role-based workbenches, Chroma + COP integration, audit + bias dashboard.</a:t>
            </a:r>
          </a:p>
          <a:p>
            <a:pPr fontAlgn="t"/>
            <a:r>
              <a:rPr lang="en-IN" sz="1200" b="0" i="0" kern="1200" dirty="0">
                <a:solidFill>
                  <a:schemeClr val="tx1"/>
                </a:solidFill>
                <a:effectLst/>
                <a:latin typeface="+mn-lt"/>
                <a:ea typeface="+mn-ea"/>
                <a:cs typeface="+mn-cs"/>
              </a:rPr>
              <a:t>The sequence is deliberate. We don't start by building a platform. We start by making the data and the rubric AI-ready. Then we automate the highest-friction coordination. Then we </a:t>
            </a:r>
            <a:r>
              <a:rPr lang="en-IN" sz="1200" b="0" i="0" kern="1200" dirty="0" err="1">
                <a:solidFill>
                  <a:schemeClr val="tx1"/>
                </a:solidFill>
                <a:effectLst/>
                <a:latin typeface="+mn-lt"/>
                <a:ea typeface="+mn-ea"/>
                <a:cs typeface="+mn-cs"/>
              </a:rPr>
              <a:t>platformise</a:t>
            </a:r>
            <a:r>
              <a:rPr lang="en-IN" sz="1200" b="0" i="0" kern="1200" dirty="0">
                <a:solidFill>
                  <a:schemeClr val="tx1"/>
                </a:solidFill>
                <a:effectLst/>
                <a:latin typeface="+mn-lt"/>
                <a:ea typeface="+mn-ea"/>
                <a:cs typeface="+mn-cs"/>
              </a:rPr>
              <a:t> once trust and governance are proven.</a:t>
            </a:r>
          </a:p>
          <a:p>
            <a:pPr fontAlgn="t"/>
            <a:r>
              <a:rPr lang="en-IN" sz="1200" b="0" i="0" kern="1200" dirty="0">
                <a:solidFill>
                  <a:schemeClr val="tx1"/>
                </a:solidFill>
                <a:effectLst/>
                <a:latin typeface="+mn-lt"/>
                <a:ea typeface="+mn-ea"/>
                <a:cs typeface="+mn-cs"/>
              </a:rPr>
              <a:t>Bridge: risks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pPr fontAlgn="t"/>
            <a:r>
              <a:rPr sz="1100" dirty="0">
                <a:latin typeface="Arial"/>
              </a:rPr>
              <a:t>[~75s</a:t>
            </a:r>
            <a:r>
              <a:rPr lang="en-US" sz="1100" dirty="0">
                <a:latin typeface="Arial"/>
              </a:rPr>
              <a:t>] </a:t>
            </a:r>
            <a:r>
              <a:rPr lang="en-US" sz="1200" b="0" i="0" kern="1200" dirty="0">
                <a:solidFill>
                  <a:schemeClr val="tx1"/>
                </a:solidFill>
                <a:effectLst/>
                <a:latin typeface="+mn-lt"/>
                <a:ea typeface="+mn-ea"/>
                <a:cs typeface="+mn-cs"/>
              </a:rPr>
              <a:t>Eight risks we're actively managing. Each with a specific mitigation.</a:t>
            </a:r>
          </a:p>
          <a:p>
            <a:pPr fontAlgn="t"/>
            <a:r>
              <a:rPr lang="en-US" sz="1200" b="1" i="0" kern="1200" dirty="0">
                <a:solidFill>
                  <a:schemeClr val="tx1"/>
                </a:solidFill>
                <a:effectLst/>
                <a:latin typeface="+mn-lt"/>
                <a:ea typeface="+mn-ea"/>
                <a:cs typeface="+mn-cs"/>
              </a:rPr>
              <a:t>1. Rubric leak via LLM cross-prompt access</a:t>
            </a:r>
            <a:r>
              <a:rPr lang="en-US" sz="1200" b="0" i="0" kern="1200" dirty="0">
                <a:solidFill>
                  <a:schemeClr val="tx1"/>
                </a:solidFill>
                <a:effectLst/>
                <a:latin typeface="+mn-lt"/>
                <a:ea typeface="+mn-ea"/>
                <a:cs typeface="+mn-cs"/>
              </a:rPr>
              <a:t> — the Sealed Rubric AI Worker is the answer. Deterministic scoring, never in any LLM, no outside access.</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2. Adoption fatigue — too many agents, too fast</a:t>
            </a:r>
            <a:r>
              <a:rPr lang="en-US" sz="1200" b="0" i="0" kern="1200" dirty="0">
                <a:solidFill>
                  <a:schemeClr val="tx1"/>
                </a:solidFill>
                <a:effectLst/>
                <a:latin typeface="+mn-lt"/>
                <a:ea typeface="+mn-ea"/>
                <a:cs typeface="+mn-cs"/>
              </a:rPr>
              <a:t> — phased pilots, role-specific prompt packs, AI safety workshops. Start with high-value, role-specific wins.</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3. Data quality risk — SharePoint incomplete, content untagged</a:t>
            </a:r>
            <a:r>
              <a:rPr lang="en-US" sz="1200" b="0" i="0" kern="1200" dirty="0">
                <a:solidFill>
                  <a:schemeClr val="tx1"/>
                </a:solidFill>
                <a:effectLst/>
                <a:latin typeface="+mn-lt"/>
                <a:ea typeface="+mn-ea"/>
                <a:cs typeface="+mn-cs"/>
              </a:rPr>
              <a:t> — Phase 1 cleanup is the </a:t>
            </a:r>
            <a:r>
              <a:rPr lang="en-US" sz="1200" b="0" i="0" kern="1200" dirty="0" err="1">
                <a:solidFill>
                  <a:schemeClr val="tx1"/>
                </a:solidFill>
                <a:effectLst/>
                <a:latin typeface="+mn-lt"/>
                <a:ea typeface="+mn-ea"/>
                <a:cs typeface="+mn-cs"/>
              </a:rPr>
              <a:t>unblocker</a:t>
            </a:r>
            <a:r>
              <a:rPr lang="en-US" sz="1200" b="0" i="0" kern="1200" dirty="0">
                <a:solidFill>
                  <a:schemeClr val="tx1"/>
                </a:solidFill>
                <a:effectLst/>
                <a:latin typeface="+mn-lt"/>
                <a:ea typeface="+mn-ea"/>
                <a:cs typeface="+mn-cs"/>
              </a:rPr>
              <a:t>. Mandatory metadata and a program memory pack per program prevents regression.</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4. Vendor lock-in / shutdown (Prospect.ai, Unstop, </a:t>
            </a:r>
            <a:r>
              <a:rPr lang="en-US" sz="1200" b="1" i="0" kern="1200" dirty="0" err="1">
                <a:solidFill>
                  <a:schemeClr val="tx1"/>
                </a:solidFill>
                <a:effectLst/>
                <a:latin typeface="+mn-lt"/>
                <a:ea typeface="+mn-ea"/>
                <a:cs typeface="+mn-cs"/>
              </a:rPr>
              <a:t>InsideIIM</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 vendor adapter pattern means a vendor swap is a contained operation, not a full retooling. We should also contract data portability.</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5. Bias risk in screening + matching</a:t>
            </a:r>
            <a:r>
              <a:rPr lang="en-US" sz="1200" b="0" i="0" kern="1200" dirty="0">
                <a:solidFill>
                  <a:schemeClr val="tx1"/>
                </a:solidFill>
                <a:effectLst/>
                <a:latin typeface="+mn-lt"/>
                <a:ea typeface="+mn-ea"/>
                <a:cs typeface="+mn-cs"/>
              </a:rPr>
              <a:t> — continuous override review, audit logs, bias-flag rate as a first-class metric. Historical familiarity with certain faculty, companies, or candidates can bias recommendations — diversity checks and override review catch this.</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6. Over-automation damaging relationship-led work</a:t>
            </a:r>
            <a:r>
              <a:rPr lang="en-US" sz="1200" b="0" i="0" kern="1200" dirty="0">
                <a:solidFill>
                  <a:schemeClr val="tx1"/>
                </a:solidFill>
                <a:effectLst/>
                <a:latin typeface="+mn-lt"/>
                <a:ea typeface="+mn-ea"/>
                <a:cs typeface="+mn-cs"/>
              </a:rPr>
              <a:t> — the decision-rights framework is enforced. The asymmetric cost is real: a wrong stint match takes a quarter to surface; a wrong faculty pick can damage a sponsor relationship for years. Human touchpoints at every gate.</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7. PII / consent failure (LinkedIn, alumni data)</a:t>
            </a:r>
            <a:r>
              <a:rPr lang="en-US" sz="1200" b="0" i="0" kern="1200" dirty="0">
                <a:solidFill>
                  <a:schemeClr val="tx1"/>
                </a:solidFill>
                <a:effectLst/>
                <a:latin typeface="+mn-lt"/>
                <a:ea typeface="+mn-ea"/>
                <a:cs typeface="+mn-cs"/>
              </a:rPr>
              <a:t> — consent model up-front, role-based access, retention rules. We never used public LinkedIn in this work; references to enrichment are framed as future capability under consent.</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8. Hallucination + source-grounding failures</a:t>
            </a:r>
            <a:r>
              <a:rPr lang="en-US" sz="1200" b="0" i="0" kern="1200" dirty="0">
                <a:solidFill>
                  <a:schemeClr val="tx1"/>
                </a:solidFill>
                <a:effectLst/>
                <a:latin typeface="+mn-lt"/>
                <a:ea typeface="+mn-ea"/>
                <a:cs typeface="+mn-cs"/>
              </a:rPr>
              <a:t> — source traceability on every AI output. Human approval on every sponsor-facing artefact.</a:t>
            </a:r>
          </a:p>
          <a:p>
            <a:pPr fontAlgn="t"/>
            <a:r>
              <a:rPr lang="en-US" sz="1200" b="0" i="0" kern="1200" dirty="0">
                <a:solidFill>
                  <a:schemeClr val="tx1"/>
                </a:solidFill>
                <a:effectLst/>
                <a:latin typeface="+mn-lt"/>
                <a:ea typeface="+mn-ea"/>
                <a:cs typeface="+mn-cs"/>
              </a:rPr>
              <a:t>Bridge: the three decisions.</a:t>
            </a:r>
          </a:p>
          <a:p>
            <a:pPr algn="l"/>
            <a:endParaRPr sz="1100" dirty="0">
              <a:latin typeface="Arial"/>
            </a:endParaRP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pPr algn="l"/>
            <a:r>
              <a:rPr sz="1100" dirty="0">
                <a:latin typeface="Arial"/>
              </a:rPr>
              <a:t>[~90s] Three decisions we need from this room.</a:t>
            </a:r>
          </a:p>
          <a:p>
            <a:pPr algn="l"/>
            <a:r>
              <a:rPr sz="1100" dirty="0">
                <a:latin typeface="Arial"/>
              </a:rPr>
              <a:t>One — the source of truth question. TMTC has no LMS. We need an interim system of record before the LMS arrives, because Phase 1 — SharePoint cleanup, program memory template, faculty database — all need a canonical place to live. SharePoint + MS Lists is the lowest-friction answer; a lightweight curated portal is better. Your call.</a:t>
            </a:r>
          </a:p>
          <a:p>
            <a:pPr algn="l"/>
            <a:r>
              <a:rPr sz="1100" dirty="0">
                <a:latin typeface="Arial"/>
              </a:rPr>
              <a:t>Two — the consent model. PDs have asked specifically for LMS + LinkedIn for cohort intelligence. TAS holds candidate PII through a multi-year journey, including the alumni layer. Without an approved consent model, we cannot turn on Cohort Intelligence, </a:t>
            </a:r>
            <a:r>
              <a:rPr sz="1100">
                <a:latin typeface="Arial"/>
              </a:rPr>
              <a:t>the </a:t>
            </a:r>
            <a:r>
              <a:rPr lang="en-IN" sz="1100">
                <a:latin typeface="Arial"/>
              </a:rPr>
              <a:t>Group Company</a:t>
            </a:r>
            <a:r>
              <a:rPr sz="1100">
                <a:latin typeface="Arial"/>
              </a:rPr>
              <a:t> </a:t>
            </a:r>
            <a:r>
              <a:rPr sz="1100" dirty="0">
                <a:latin typeface="Arial"/>
              </a:rPr>
              <a:t>Insight Agent, or the Alumni Graph. This is not a technology question — it's a policy decision.</a:t>
            </a:r>
          </a:p>
          <a:p>
            <a:pPr algn="l"/>
            <a:r>
              <a:rPr sz="1100" dirty="0">
                <a:latin typeface="Arial"/>
              </a:rPr>
              <a:t>Three — AI governance ownership. The Rubric Vault, the audit log, the bias-monitoring dashboard, the shared data fabric — these all need a single custodian. The choice is between TMTC owning it alone — close to the work — or Group HR IT owning it — close to the platform discipline. You decide.</a:t>
            </a:r>
          </a:p>
          <a:p>
            <a:pPr algn="l"/>
            <a:r>
              <a:rPr sz="1100" dirty="0">
                <a:latin typeface="Arial"/>
              </a:rPr>
              <a:t>These are the three asks. The rest of the work is execution.</a:t>
            </a:r>
          </a:p>
          <a:p>
            <a:pPr algn="l"/>
            <a:r>
              <a:rPr sz="1100" dirty="0">
                <a:latin typeface="Arial"/>
              </a:rPr>
              <a:t>Bridge: one closing slide on what's in the pack.</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pPr algn="l"/>
            <a:r>
              <a:rPr sz="1100" dirty="0">
                <a:latin typeface="Arial"/>
              </a:rPr>
              <a:t>[Appendix] Full TMTC agent catalogue — 19 agents.</a:t>
            </a:r>
          </a:p>
          <a:p>
            <a:pPr algn="l"/>
            <a:r>
              <a:rPr sz="1100" dirty="0">
                <a:latin typeface="Arial"/>
              </a:rPr>
              <a:t>Each has a defined purpose, main users, trigger, required data, outputs, human checkpoint, feasibility today, future need, and metrics. The full table is in Appendix B of the report.</a:t>
            </a:r>
          </a:p>
          <a:p>
            <a:pPr algn="l"/>
            <a:r>
              <a:rPr sz="1100" dirty="0">
                <a:latin typeface="Arial"/>
              </a:rPr>
              <a:t>If asked about any specific agent — say, the </a:t>
            </a:r>
            <a:r>
              <a:rPr lang="en-IN" sz="1100" dirty="0">
                <a:latin typeface="Arial"/>
              </a:rPr>
              <a:t>Group Company</a:t>
            </a:r>
            <a:r>
              <a:rPr sz="1100" dirty="0">
                <a:latin typeface="Arial"/>
              </a:rPr>
              <a:t> Insight Agent — I can walk through its inputs (5-year program history, prior feedback, public company context), outputs (briefing note, discovery questions, hypotheses), and human checkpoint (PD validates before </a:t>
            </a:r>
            <a:r>
              <a:rPr lang="en-IN" sz="1100" dirty="0">
                <a:latin typeface="Arial"/>
              </a:rPr>
              <a:t>Group Company</a:t>
            </a:r>
            <a:r>
              <a:rPr sz="1100" dirty="0">
                <a:latin typeface="Arial"/>
              </a:rPr>
              <a:t> meeting).</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pPr algn="l"/>
            <a:r>
              <a:rPr sz="1100">
                <a:latin typeface="Arial"/>
              </a:rPr>
              <a:t>[Appendix] Full TAS agent catalogue — 17 agents.</a:t>
            </a:r>
          </a:p>
          <a:p>
            <a:pPr algn="l"/>
            <a:r>
              <a:rPr sz="1100">
                <a:latin typeface="Arial"/>
              </a:rPr>
              <a:t>The Rubric AI Worker is highlighted in navy because it's the most critical first build. Without it, none of the rubric-blind triage work can begin safely.</a:t>
            </a:r>
          </a:p>
          <a:p>
            <a:pPr algn="l"/>
            <a:r>
              <a:rPr sz="1100">
                <a:latin typeface="Arial"/>
              </a:rPr>
              <a:t>The 17 agents map cleanly to the 5 role workbenches and the TAS lifecycle. The full table — triggers, data inputs, human checkpoints, feasibility today, future need, metrics — is in Appendix B of the report.</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pPr algn="l"/>
            <a:r>
              <a:rPr sz="1100" dirty="0">
                <a:latin typeface="Arial"/>
              </a:rPr>
              <a:t>[Appendix] Voice from the room — four quotes that anchor everything in this deck.</a:t>
            </a:r>
          </a:p>
          <a:p>
            <a:pPr algn="l"/>
            <a:r>
              <a:rPr sz="1100" dirty="0">
                <a:latin typeface="Arial"/>
              </a:rPr>
              <a:t>Quote one — the missing LMS. This is why Phase 1 starts with SharePoint cleanup and program memory templates.</a:t>
            </a:r>
          </a:p>
          <a:p>
            <a:pPr algn="l"/>
            <a:r>
              <a:rPr sz="1100" dirty="0">
                <a:latin typeface="Arial"/>
              </a:rPr>
              <a:t>Quote two — Philip Mathew's ask for a pre-interaction knowledge base. This is exactly </a:t>
            </a:r>
            <a:r>
              <a:rPr sz="1100">
                <a:latin typeface="Arial"/>
              </a:rPr>
              <a:t>the </a:t>
            </a:r>
            <a:r>
              <a:rPr lang="en-IN" sz="1100">
                <a:latin typeface="Arial"/>
              </a:rPr>
              <a:t>Group Company</a:t>
            </a:r>
            <a:r>
              <a:rPr sz="1100">
                <a:latin typeface="Arial"/>
              </a:rPr>
              <a:t> </a:t>
            </a:r>
            <a:r>
              <a:rPr sz="1100" dirty="0">
                <a:latin typeface="Arial"/>
              </a:rPr>
              <a:t>Insight Agent. We're not inventing a use case; we're answering one.</a:t>
            </a:r>
          </a:p>
          <a:p>
            <a:pPr algn="l"/>
            <a:r>
              <a:rPr sz="1100" dirty="0">
                <a:latin typeface="Arial"/>
              </a:rPr>
              <a:t>Quote three — the TAS Lead's rubric confidentiality blocker. This is the single quote that produces the Sealed Rubric AI Worker, the entire rubric-blind triage pattern, and the hard governance constraint on slide 14.</a:t>
            </a:r>
          </a:p>
          <a:p>
            <a:pPr algn="l"/>
            <a:r>
              <a:rPr sz="1100" dirty="0">
                <a:latin typeface="Arial"/>
              </a:rPr>
              <a:t>Quote four — the TAS Lead's top AI ask. Project–candidate matching. This is the Stint Matching Agent, which sits at the </a:t>
            </a:r>
            <a:r>
              <a:rPr sz="1100" dirty="0" err="1">
                <a:latin typeface="Arial"/>
              </a:rPr>
              <a:t>centre</a:t>
            </a:r>
            <a:r>
              <a:rPr sz="1100" dirty="0">
                <a:latin typeface="Arial"/>
              </a:rPr>
              <a:t> of Phase 2 for TAS.</a:t>
            </a:r>
          </a:p>
          <a:p>
            <a:pPr algn="l"/>
            <a:r>
              <a:rPr sz="1100" dirty="0">
                <a:latin typeface="Arial"/>
              </a:rPr>
              <a:t>Every claim in this deck resolves to a quote, a slide from the discovery deck, a section of a strategy memo, a sheet of a process map, or a screenshot of the prototype. The full audit trail lives in the report.</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TextBox 7">
            <a:extLst>
              <a:ext uri="{FF2B5EF4-FFF2-40B4-BE49-F238E27FC236}">
                <a16:creationId xmlns:a16="http://schemas.microsoft.com/office/drawing/2014/main" id="{E1834C3D-826C-7A8A-28A0-B76CB9E5701A}"/>
              </a:ext>
            </a:extLst>
          </p:cNvPr>
          <p:cNvSpPr txBox="1"/>
          <p:nvPr userDrawn="1">
            <p:extLst>
              <p:ext uri="{1162E1C5-73C7-4A58-AE30-91384D911F3F}">
                <p184:classification xmlns:p184="http://schemas.microsoft.com/office/powerpoint/2018/4/main" val="ftr"/>
              </p:ext>
            </p:extLst>
          </p:nvPr>
        </p:nvSpPr>
        <p:spPr>
          <a:xfrm>
            <a:off x="8108950" y="4831080"/>
            <a:ext cx="865188" cy="121920"/>
          </a:xfrm>
          <a:prstGeom prst="rect">
            <a:avLst/>
          </a:prstGeom>
        </p:spPr>
        <p:txBody>
          <a:bodyPr horzOverflow="overflow" lIns="0" tIns="0" rIns="0" bIns="0">
            <a:spAutoFit/>
          </a:bodyPr>
          <a:lstStyle/>
          <a:p>
            <a:pPr algn="l"/>
            <a:r>
              <a:rPr lang="en-IN" sz="800">
                <a:solidFill>
                  <a:srgbClr val="000000">
                    <a:alpha val="50000"/>
                  </a:srgbClr>
                </a:solidFill>
                <a:latin typeface="Aptos" panose="020B0004020202020204" pitchFamily="34" charset="0"/>
              </a:rPr>
              <a:t>Tata Sons - Internal</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65760" cy="51435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457200"/>
            <a:ext cx="7315200" cy="365760"/>
          </a:xfrm>
          <a:prstGeom prst="rect">
            <a:avLst/>
          </a:prstGeom>
          <a:noFill/>
        </p:spPr>
        <p:txBody>
          <a:bodyPr wrap="square" lIns="36000" tIns="36000" rIns="36000" bIns="36000" anchor="t">
            <a:spAutoFit/>
          </a:bodyPr>
          <a:lstStyle/>
          <a:p>
            <a:pPr algn="l"/>
            <a:r>
              <a:rPr sz="1100" b="1" dirty="0">
                <a:solidFill>
                  <a:srgbClr val="E8901E"/>
                </a:solidFill>
                <a:latin typeface="Arial"/>
              </a:rPr>
              <a:t>AI-NATIVE HR</a:t>
            </a:r>
          </a:p>
        </p:txBody>
      </p:sp>
      <p:sp>
        <p:nvSpPr>
          <p:cNvPr id="5" name="TextBox 4"/>
          <p:cNvSpPr txBox="1"/>
          <p:nvPr/>
        </p:nvSpPr>
        <p:spPr>
          <a:xfrm>
            <a:off x="822960" y="914400"/>
            <a:ext cx="8229600" cy="1828800"/>
          </a:xfrm>
          <a:prstGeom prst="rect">
            <a:avLst/>
          </a:prstGeom>
          <a:noFill/>
        </p:spPr>
        <p:txBody>
          <a:bodyPr wrap="square" lIns="36000" tIns="36000" rIns="36000" bIns="36000" anchor="t">
            <a:spAutoFit/>
          </a:bodyPr>
          <a:lstStyle/>
          <a:p>
            <a:pPr algn="l"/>
            <a:r>
              <a:rPr sz="3200" b="1" dirty="0">
                <a:solidFill>
                  <a:srgbClr val="FFFFFF"/>
                </a:solidFill>
                <a:latin typeface="Arial"/>
              </a:rPr>
              <a:t>TMTC and TAS:</a:t>
            </a:r>
          </a:p>
          <a:p>
            <a:pPr algn="l"/>
            <a:r>
              <a:rPr sz="3200" b="1" dirty="0">
                <a:solidFill>
                  <a:srgbClr val="FFFFFF"/>
                </a:solidFill>
                <a:latin typeface="Arial"/>
              </a:rPr>
              <a:t>Operating Models Reimagined</a:t>
            </a:r>
          </a:p>
        </p:txBody>
      </p:sp>
      <p:sp>
        <p:nvSpPr>
          <p:cNvPr id="6" name="TextBox 5"/>
          <p:cNvSpPr txBox="1"/>
          <p:nvPr/>
        </p:nvSpPr>
        <p:spPr>
          <a:xfrm>
            <a:off x="822960" y="2560320"/>
            <a:ext cx="7772400" cy="457200"/>
          </a:xfrm>
          <a:prstGeom prst="rect">
            <a:avLst/>
          </a:prstGeom>
          <a:noFill/>
        </p:spPr>
        <p:txBody>
          <a:bodyPr wrap="square" lIns="36000" tIns="36000" rIns="36000" bIns="36000" anchor="t">
            <a:spAutoFit/>
          </a:bodyPr>
          <a:lstStyle/>
          <a:p>
            <a:pPr algn="l"/>
            <a:r>
              <a:rPr sz="1400" b="0" dirty="0">
                <a:solidFill>
                  <a:srgbClr val="FFFFFF"/>
                </a:solidFill>
                <a:latin typeface="Arial"/>
              </a:rPr>
              <a:t>Current state, AI-native redesign, and a phased path to implementation.</a:t>
            </a:r>
          </a:p>
        </p:txBody>
      </p:sp>
      <p:sp>
        <p:nvSpPr>
          <p:cNvPr id="7" name="TextBox 6"/>
          <p:cNvSpPr txBox="1"/>
          <p:nvPr/>
        </p:nvSpPr>
        <p:spPr>
          <a:xfrm>
            <a:off x="822960" y="4206240"/>
            <a:ext cx="6400800" cy="211203"/>
          </a:xfrm>
          <a:prstGeom prst="rect">
            <a:avLst/>
          </a:prstGeom>
          <a:noFill/>
        </p:spPr>
        <p:txBody>
          <a:bodyPr wrap="square" lIns="36000" tIns="36000" rIns="36000" bIns="36000" anchor="t">
            <a:spAutoFit/>
          </a:bodyPr>
          <a:lstStyle/>
          <a:p>
            <a:pPr algn="l"/>
            <a:r>
              <a:rPr sz="900" b="1" dirty="0">
                <a:solidFill>
                  <a:srgbClr val="E8901E"/>
                </a:solidFill>
                <a:latin typeface="Arial"/>
              </a:rPr>
              <a:t>PREPARED BY  ·  Nirmit</a:t>
            </a:r>
            <a:r>
              <a:rPr lang="en-US" sz="900" b="1" dirty="0">
                <a:solidFill>
                  <a:srgbClr val="E8901E"/>
                </a:solidFill>
                <a:latin typeface="Arial"/>
              </a:rPr>
              <a:t> Shah (TAS Summer Intern)</a:t>
            </a:r>
            <a:endParaRPr sz="900" b="1" dirty="0">
              <a:solidFill>
                <a:srgbClr val="E8901E"/>
              </a:solidFill>
              <a:latin typeface="Arial"/>
            </a:endParaRPr>
          </a:p>
        </p:txBody>
      </p:sp>
      <p:sp>
        <p:nvSpPr>
          <p:cNvPr id="8" name="TextBox 7"/>
          <p:cNvSpPr txBox="1"/>
          <p:nvPr/>
        </p:nvSpPr>
        <p:spPr>
          <a:xfrm>
            <a:off x="822960" y="4434840"/>
            <a:ext cx="6400800" cy="211203"/>
          </a:xfrm>
          <a:prstGeom prst="rect">
            <a:avLst/>
          </a:prstGeom>
          <a:noFill/>
        </p:spPr>
        <p:txBody>
          <a:bodyPr wrap="square" lIns="36000" tIns="36000" rIns="36000" bIns="36000" anchor="t">
            <a:spAutoFit/>
          </a:bodyPr>
          <a:lstStyle/>
          <a:p>
            <a:pPr algn="l"/>
            <a:endParaRPr sz="900" b="0" dirty="0">
              <a:solidFill>
                <a:srgbClr val="FFFFFF"/>
              </a:solidFill>
              <a:latin typeface="Arial"/>
            </a:endParaRPr>
          </a:p>
        </p:txBody>
      </p:sp>
      <p:sp>
        <p:nvSpPr>
          <p:cNvPr id="9" name="TextBox 8"/>
          <p:cNvSpPr txBox="1"/>
          <p:nvPr/>
        </p:nvSpPr>
        <p:spPr>
          <a:xfrm>
            <a:off x="8046720" y="4864608"/>
            <a:ext cx="914400" cy="195814"/>
          </a:xfrm>
          <a:prstGeom prst="rect">
            <a:avLst/>
          </a:prstGeom>
          <a:noFill/>
        </p:spPr>
        <p:txBody>
          <a:bodyPr wrap="square" lIns="36000" tIns="36000" rIns="36000" bIns="36000" anchor="t">
            <a:spAutoFit/>
          </a:bodyPr>
          <a:lstStyle/>
          <a:p>
            <a:pPr algn="r"/>
            <a:r>
              <a:rPr sz="800" b="0" dirty="0">
                <a:solidFill>
                  <a:srgbClr val="999999"/>
                </a:solidFill>
                <a:latin typeface="Arial"/>
              </a:rPr>
              <a:t>1 / 2</a:t>
            </a:r>
            <a:r>
              <a:rPr lang="en-US" sz="800" b="0" dirty="0">
                <a:solidFill>
                  <a:srgbClr val="999999"/>
                </a:solidFill>
                <a:latin typeface="Arial"/>
              </a:rPr>
              <a:t>7</a:t>
            </a:r>
            <a:endParaRPr sz="800" b="0" dirty="0">
              <a:solidFill>
                <a:srgbClr val="999999"/>
              </a:solidFill>
              <a:latin typeface="Arial"/>
            </a:endParaRPr>
          </a:p>
        </p:txBody>
      </p:sp>
      <p:pic>
        <p:nvPicPr>
          <p:cNvPr id="10" name="Picture 9" descr="Tata logo png, Tata icon transparent png 20975508 PNG">
            <a:extLst>
              <a:ext uri="{FF2B5EF4-FFF2-40B4-BE49-F238E27FC236}">
                <a16:creationId xmlns:a16="http://schemas.microsoft.com/office/drawing/2014/main" id="{A5FB20D4-C9CE-8091-5360-D5CA5A404314}"/>
              </a:ext>
            </a:extLst>
          </p:cNvPr>
          <p:cNvPicPr>
            <a:picLocks noChangeAspect="1" noChangeArrowheads="1"/>
          </p:cNvPicPr>
          <p:nvPr/>
        </p:nvPicPr>
        <p:blipFill>
          <a:blip r:embed="rId3">
            <a:biLevel thresh="25000"/>
            <a:extLst>
              <a:ext uri="{28A0092B-C50C-407E-A947-70E740481C1C}">
                <a14:useLocalDpi xmlns:a14="http://schemas.microsoft.com/office/drawing/2010/main" val="0"/>
              </a:ext>
            </a:extLst>
          </a:blip>
          <a:srcRect/>
          <a:stretch>
            <a:fillRect/>
          </a:stretch>
        </p:blipFill>
        <p:spPr bwMode="auto">
          <a:xfrm>
            <a:off x="8347566" y="0"/>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28600"/>
            <a:ext cx="8229600" cy="503590"/>
          </a:xfrm>
          <a:prstGeom prst="rect">
            <a:avLst/>
          </a:prstGeom>
          <a:noFill/>
        </p:spPr>
        <p:txBody>
          <a:bodyPr wrap="square" lIns="36000" tIns="36000" rIns="36000" bIns="36000" anchor="t">
            <a:spAutoFit/>
          </a:bodyPr>
          <a:lstStyle/>
          <a:p>
            <a:pPr algn="l"/>
            <a:r>
              <a:rPr lang="en-US" sz="2800" b="1" dirty="0">
                <a:solidFill>
                  <a:srgbClr val="001B5B"/>
                </a:solidFill>
                <a:latin typeface="Arial"/>
              </a:rPr>
              <a:t>Executive Summary</a:t>
            </a:r>
            <a:endParaRPr sz="2800" b="1" dirty="0">
              <a:solidFill>
                <a:srgbClr val="001B5B"/>
              </a:solidFill>
              <a:latin typeface="Arial"/>
            </a:endParaRP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algn="l"/>
            <a:r>
              <a:rPr sz="800" b="0" dirty="0">
                <a:solidFill>
                  <a:srgbClr val="999999"/>
                </a:solidFill>
                <a:latin typeface="Arial"/>
              </a:rPr>
              <a:t>AI-NATIVE HR · FINAL </a:t>
            </a:r>
            <a:r>
              <a:rPr lang="en-US" sz="800" dirty="0">
                <a:solidFill>
                  <a:srgbClr val="999999"/>
                </a:solidFill>
                <a:latin typeface="Arial"/>
              </a:rPr>
              <a:t>REVIEW</a:t>
            </a:r>
            <a:endParaRPr sz="800" b="0" dirty="0">
              <a:solidFill>
                <a:srgbClr val="999999"/>
              </a:solidFill>
              <a:latin typeface="Arial"/>
            </a:endParaRPr>
          </a:p>
        </p:txBody>
      </p:sp>
      <p:sp>
        <p:nvSpPr>
          <p:cNvPr id="6" name="TextBox 5"/>
          <p:cNvSpPr txBox="1"/>
          <p:nvPr/>
        </p:nvSpPr>
        <p:spPr>
          <a:xfrm>
            <a:off x="457200" y="960120"/>
            <a:ext cx="8229600" cy="318924"/>
          </a:xfrm>
          <a:prstGeom prst="rect">
            <a:avLst/>
          </a:prstGeom>
          <a:noFill/>
        </p:spPr>
        <p:txBody>
          <a:bodyPr wrap="square" lIns="36000" tIns="36000" rIns="36000" bIns="36000" anchor="t">
            <a:spAutoFit/>
          </a:bodyPr>
          <a:lstStyle/>
          <a:p>
            <a:pPr algn="l"/>
            <a:r>
              <a:rPr sz="1600" b="1" dirty="0">
                <a:solidFill>
                  <a:srgbClr val="272727"/>
                </a:solidFill>
                <a:latin typeface="Arial"/>
              </a:rPr>
              <a:t>Two deliverables, one decision frame.</a:t>
            </a:r>
          </a:p>
        </p:txBody>
      </p:sp>
      <p:grpSp>
        <p:nvGrpSpPr>
          <p:cNvPr id="24" name="Group 23">
            <a:extLst>
              <a:ext uri="{FF2B5EF4-FFF2-40B4-BE49-F238E27FC236}">
                <a16:creationId xmlns:a16="http://schemas.microsoft.com/office/drawing/2014/main" id="{96AB1F49-A882-36F2-492D-15277C9624B2}"/>
              </a:ext>
            </a:extLst>
          </p:cNvPr>
          <p:cNvGrpSpPr/>
          <p:nvPr/>
        </p:nvGrpSpPr>
        <p:grpSpPr>
          <a:xfrm>
            <a:off x="457200" y="1554480"/>
            <a:ext cx="4023360" cy="1508760"/>
            <a:chOff x="457200" y="1554480"/>
            <a:chExt cx="4023360" cy="1508760"/>
          </a:xfrm>
        </p:grpSpPr>
        <p:sp>
          <p:nvSpPr>
            <p:cNvPr id="7" name="Rectangle 6"/>
            <p:cNvSpPr/>
            <p:nvPr/>
          </p:nvSpPr>
          <p:spPr>
            <a:xfrm>
              <a:off x="457200" y="1554480"/>
              <a:ext cx="4023360" cy="150876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554480"/>
              <a:ext cx="73152" cy="150876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645920"/>
              <a:ext cx="3749040" cy="288147"/>
            </a:xfrm>
            <a:prstGeom prst="rect">
              <a:avLst/>
            </a:prstGeom>
            <a:noFill/>
          </p:spPr>
          <p:txBody>
            <a:bodyPr wrap="square" lIns="36000" tIns="36000" rIns="36000" bIns="36000" anchor="t">
              <a:spAutoFit/>
            </a:bodyPr>
            <a:lstStyle/>
            <a:p>
              <a:pPr algn="l"/>
              <a:r>
                <a:rPr sz="1400" b="1" dirty="0">
                  <a:solidFill>
                    <a:srgbClr val="001B5B"/>
                  </a:solidFill>
                  <a:latin typeface="Arial"/>
                </a:rPr>
                <a:t>WHAT WE DID</a:t>
              </a:r>
            </a:p>
          </p:txBody>
        </p:sp>
        <p:sp>
          <p:nvSpPr>
            <p:cNvPr id="10" name="TextBox 9"/>
            <p:cNvSpPr txBox="1"/>
            <p:nvPr/>
          </p:nvSpPr>
          <p:spPr>
            <a:xfrm>
              <a:off x="640080" y="1965960"/>
              <a:ext cx="3749040" cy="811367"/>
            </a:xfrm>
            <a:prstGeom prst="rect">
              <a:avLst/>
            </a:prstGeom>
            <a:noFill/>
          </p:spPr>
          <p:txBody>
            <a:bodyPr wrap="square" lIns="36000" tIns="36000" rIns="36000" bIns="36000" anchor="t">
              <a:spAutoFit/>
            </a:bodyPr>
            <a:lstStyle/>
            <a:p>
              <a:pPr algn="l"/>
              <a:r>
                <a:rPr sz="1200" b="0" dirty="0">
                  <a:solidFill>
                    <a:srgbClr val="272727"/>
                  </a:solidFill>
                  <a:latin typeface="Arial"/>
                </a:rPr>
                <a:t>Mapped </a:t>
              </a:r>
              <a:r>
                <a:rPr lang="en-US" sz="1200" b="0" dirty="0">
                  <a:solidFill>
                    <a:srgbClr val="272727"/>
                  </a:solidFill>
                  <a:latin typeface="Arial"/>
                </a:rPr>
                <a:t>all major</a:t>
              </a:r>
              <a:r>
                <a:rPr sz="1200" b="0" dirty="0">
                  <a:solidFill>
                    <a:srgbClr val="272727"/>
                  </a:solidFill>
                  <a:latin typeface="Arial"/>
                </a:rPr>
                <a:t> Group HR processes, ran 6 stakeholder interview rounds, mapped the systems landscape, prototyped UX for TMTC, wrote strategy memos for TMTC + TAS.</a:t>
              </a:r>
            </a:p>
          </p:txBody>
        </p:sp>
      </p:grpSp>
      <p:grpSp>
        <p:nvGrpSpPr>
          <p:cNvPr id="27" name="Group 26">
            <a:extLst>
              <a:ext uri="{FF2B5EF4-FFF2-40B4-BE49-F238E27FC236}">
                <a16:creationId xmlns:a16="http://schemas.microsoft.com/office/drawing/2014/main" id="{9EFE6A6A-B0DA-BAB7-E8F3-87E8D9573E61}"/>
              </a:ext>
            </a:extLst>
          </p:cNvPr>
          <p:cNvGrpSpPr/>
          <p:nvPr/>
        </p:nvGrpSpPr>
        <p:grpSpPr>
          <a:xfrm>
            <a:off x="4663440" y="1554480"/>
            <a:ext cx="4023360" cy="1508760"/>
            <a:chOff x="4663440" y="1554480"/>
            <a:chExt cx="4023360" cy="1508760"/>
          </a:xfrm>
        </p:grpSpPr>
        <p:sp>
          <p:nvSpPr>
            <p:cNvPr id="11" name="Rectangle 10"/>
            <p:cNvSpPr/>
            <p:nvPr/>
          </p:nvSpPr>
          <p:spPr>
            <a:xfrm>
              <a:off x="4663440" y="1554480"/>
              <a:ext cx="4023360" cy="150876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663440" y="1554480"/>
              <a:ext cx="73152" cy="150876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46320" y="1645920"/>
              <a:ext cx="3749040" cy="288147"/>
            </a:xfrm>
            <a:prstGeom prst="rect">
              <a:avLst/>
            </a:prstGeom>
            <a:noFill/>
          </p:spPr>
          <p:txBody>
            <a:bodyPr wrap="square" lIns="36000" tIns="36000" rIns="36000" bIns="36000" anchor="t">
              <a:spAutoFit/>
            </a:bodyPr>
            <a:lstStyle/>
            <a:p>
              <a:pPr algn="l"/>
              <a:r>
                <a:rPr sz="1400" b="1" dirty="0">
                  <a:solidFill>
                    <a:srgbClr val="001B5B"/>
                  </a:solidFill>
                  <a:latin typeface="Arial"/>
                </a:rPr>
                <a:t>WHAT WE'RE PROPOSING</a:t>
              </a:r>
            </a:p>
          </p:txBody>
        </p:sp>
        <p:sp>
          <p:nvSpPr>
            <p:cNvPr id="14" name="TextBox 13"/>
            <p:cNvSpPr txBox="1"/>
            <p:nvPr/>
          </p:nvSpPr>
          <p:spPr>
            <a:xfrm>
              <a:off x="4846320" y="1965960"/>
              <a:ext cx="3749040" cy="626701"/>
            </a:xfrm>
            <a:prstGeom prst="rect">
              <a:avLst/>
            </a:prstGeom>
            <a:noFill/>
          </p:spPr>
          <p:txBody>
            <a:bodyPr wrap="square" lIns="36000" tIns="36000" rIns="36000" bIns="36000" anchor="t">
              <a:spAutoFit/>
            </a:bodyPr>
            <a:lstStyle/>
            <a:p>
              <a:pPr algn="l"/>
              <a:r>
                <a:rPr sz="1200" b="0" dirty="0">
                  <a:solidFill>
                    <a:srgbClr val="272727"/>
                  </a:solidFill>
                  <a:latin typeface="Arial"/>
                </a:rPr>
                <a:t>Adopt an AI-native operating model for TMTC and TAS. Implement in three phases</a:t>
              </a:r>
              <a:r>
                <a:rPr lang="en-US" sz="1200" b="0" dirty="0">
                  <a:solidFill>
                    <a:srgbClr val="272727"/>
                  </a:solidFill>
                  <a:latin typeface="Arial"/>
                </a:rPr>
                <a:t>, </a:t>
              </a:r>
              <a:r>
                <a:rPr sz="1200" b="0" dirty="0">
                  <a:solidFill>
                    <a:srgbClr val="272727"/>
                  </a:solidFill>
                  <a:latin typeface="Arial"/>
                </a:rPr>
                <a:t>clean the </a:t>
              </a:r>
              <a:r>
                <a:rPr lang="en-US" sz="1200" dirty="0">
                  <a:solidFill>
                    <a:srgbClr val="272727"/>
                  </a:solidFill>
                  <a:latin typeface="Arial"/>
                </a:rPr>
                <a:t>knowledge base</a:t>
              </a:r>
              <a:r>
                <a:rPr sz="1200" b="0" dirty="0">
                  <a:solidFill>
                    <a:srgbClr val="272727"/>
                  </a:solidFill>
                  <a:latin typeface="Arial"/>
                </a:rPr>
                <a:t>, automate the coordination, then </a:t>
              </a:r>
              <a:r>
                <a:rPr sz="1200" b="0" dirty="0" err="1">
                  <a:solidFill>
                    <a:srgbClr val="272727"/>
                  </a:solidFill>
                  <a:latin typeface="Arial"/>
                </a:rPr>
                <a:t>platformise</a:t>
              </a:r>
              <a:r>
                <a:rPr sz="1200" b="0" dirty="0">
                  <a:solidFill>
                    <a:srgbClr val="272727"/>
                  </a:solidFill>
                  <a:latin typeface="Arial"/>
                </a:rPr>
                <a:t>.</a:t>
              </a:r>
            </a:p>
          </p:txBody>
        </p:sp>
      </p:grpSp>
      <p:grpSp>
        <p:nvGrpSpPr>
          <p:cNvPr id="25" name="Group 24">
            <a:extLst>
              <a:ext uri="{FF2B5EF4-FFF2-40B4-BE49-F238E27FC236}">
                <a16:creationId xmlns:a16="http://schemas.microsoft.com/office/drawing/2014/main" id="{E22E3CBA-33BA-5366-67F7-9EA51192AD0D}"/>
              </a:ext>
            </a:extLst>
          </p:cNvPr>
          <p:cNvGrpSpPr/>
          <p:nvPr/>
        </p:nvGrpSpPr>
        <p:grpSpPr>
          <a:xfrm>
            <a:off x="457200" y="3200400"/>
            <a:ext cx="4023360" cy="1508760"/>
            <a:chOff x="457200" y="3200400"/>
            <a:chExt cx="4023360" cy="1508760"/>
          </a:xfrm>
        </p:grpSpPr>
        <p:sp>
          <p:nvSpPr>
            <p:cNvPr id="15" name="Rectangle 14"/>
            <p:cNvSpPr/>
            <p:nvPr/>
          </p:nvSpPr>
          <p:spPr>
            <a:xfrm>
              <a:off x="457200" y="3200400"/>
              <a:ext cx="4023360" cy="150876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7200" y="3200400"/>
              <a:ext cx="73152" cy="150876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3291840"/>
              <a:ext cx="3749040" cy="257369"/>
            </a:xfrm>
            <a:prstGeom prst="rect">
              <a:avLst/>
            </a:prstGeom>
            <a:noFill/>
          </p:spPr>
          <p:txBody>
            <a:bodyPr wrap="square" lIns="36000" tIns="36000" rIns="36000" bIns="36000" anchor="t">
              <a:spAutoFit/>
            </a:bodyPr>
            <a:lstStyle/>
            <a:p>
              <a:pPr algn="l"/>
              <a:r>
                <a:rPr sz="1200" b="1" dirty="0">
                  <a:solidFill>
                    <a:srgbClr val="001B5B"/>
                  </a:solidFill>
                  <a:latin typeface="Arial"/>
                </a:rPr>
                <a:t>WHAT WE'RE NOT PROPOSING</a:t>
              </a:r>
            </a:p>
          </p:txBody>
        </p:sp>
        <p:sp>
          <p:nvSpPr>
            <p:cNvPr id="18" name="TextBox 17"/>
            <p:cNvSpPr txBox="1"/>
            <p:nvPr/>
          </p:nvSpPr>
          <p:spPr>
            <a:xfrm>
              <a:off x="640080" y="3611880"/>
              <a:ext cx="3749040" cy="626701"/>
            </a:xfrm>
            <a:prstGeom prst="rect">
              <a:avLst/>
            </a:prstGeom>
            <a:noFill/>
          </p:spPr>
          <p:txBody>
            <a:bodyPr wrap="square" lIns="36000" tIns="36000" rIns="36000" bIns="36000" anchor="t">
              <a:spAutoFit/>
            </a:bodyPr>
            <a:lstStyle/>
            <a:p>
              <a:pPr algn="l"/>
              <a:r>
                <a:rPr sz="1200" b="0" dirty="0">
                  <a:solidFill>
                    <a:srgbClr val="272727"/>
                  </a:solidFill>
                  <a:latin typeface="Arial"/>
                </a:rPr>
                <a:t>A new platform RFP. A Group-HR-wide reorg. An LMS replacement. A vendor swap. These are downstream of the asks below.</a:t>
              </a:r>
            </a:p>
          </p:txBody>
        </p:sp>
      </p:grpSp>
      <p:grpSp>
        <p:nvGrpSpPr>
          <p:cNvPr id="26" name="Group 25">
            <a:extLst>
              <a:ext uri="{FF2B5EF4-FFF2-40B4-BE49-F238E27FC236}">
                <a16:creationId xmlns:a16="http://schemas.microsoft.com/office/drawing/2014/main" id="{BC2F30F5-147A-F888-3D5A-9D0857E02633}"/>
              </a:ext>
            </a:extLst>
          </p:cNvPr>
          <p:cNvGrpSpPr/>
          <p:nvPr/>
        </p:nvGrpSpPr>
        <p:grpSpPr>
          <a:xfrm>
            <a:off x="4663440" y="3200400"/>
            <a:ext cx="4023360" cy="1508760"/>
            <a:chOff x="4663440" y="3200400"/>
            <a:chExt cx="4023360" cy="1508760"/>
          </a:xfrm>
        </p:grpSpPr>
        <p:sp>
          <p:nvSpPr>
            <p:cNvPr id="19" name="Rectangle 18"/>
            <p:cNvSpPr/>
            <p:nvPr/>
          </p:nvSpPr>
          <p:spPr>
            <a:xfrm>
              <a:off x="4663440" y="3200400"/>
              <a:ext cx="4023360" cy="150876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663440" y="3200400"/>
              <a:ext cx="73152" cy="150876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846320" y="3291840"/>
              <a:ext cx="3749040" cy="288147"/>
            </a:xfrm>
            <a:prstGeom prst="rect">
              <a:avLst/>
            </a:prstGeom>
            <a:noFill/>
          </p:spPr>
          <p:txBody>
            <a:bodyPr wrap="square" lIns="36000" tIns="36000" rIns="36000" bIns="36000" anchor="t">
              <a:spAutoFit/>
            </a:bodyPr>
            <a:lstStyle/>
            <a:p>
              <a:pPr algn="l"/>
              <a:r>
                <a:rPr sz="1400" b="1" dirty="0">
                  <a:solidFill>
                    <a:srgbClr val="001B5B"/>
                  </a:solidFill>
                  <a:latin typeface="Arial"/>
                </a:rPr>
                <a:t>WHAT </a:t>
              </a:r>
              <a:r>
                <a:rPr lang="en-US" sz="1400" b="1" dirty="0">
                  <a:solidFill>
                    <a:srgbClr val="001B5B"/>
                  </a:solidFill>
                  <a:latin typeface="Arial"/>
                </a:rPr>
                <a:t>IS YET TO BE DECIDED</a:t>
              </a:r>
              <a:endParaRPr sz="1400" b="1" dirty="0">
                <a:solidFill>
                  <a:srgbClr val="001B5B"/>
                </a:solidFill>
                <a:latin typeface="Arial"/>
              </a:endParaRPr>
            </a:p>
          </p:txBody>
        </p:sp>
        <p:sp>
          <p:nvSpPr>
            <p:cNvPr id="22" name="TextBox 21"/>
            <p:cNvSpPr txBox="1"/>
            <p:nvPr/>
          </p:nvSpPr>
          <p:spPr>
            <a:xfrm>
              <a:off x="4846320" y="3611880"/>
              <a:ext cx="3749040" cy="626701"/>
            </a:xfrm>
            <a:prstGeom prst="rect">
              <a:avLst/>
            </a:prstGeom>
            <a:noFill/>
          </p:spPr>
          <p:txBody>
            <a:bodyPr wrap="square" lIns="36000" tIns="36000" rIns="36000" bIns="36000" anchor="t">
              <a:spAutoFit/>
            </a:bodyPr>
            <a:lstStyle/>
            <a:p>
              <a:pPr algn="l"/>
              <a:r>
                <a:rPr sz="1200" b="0" dirty="0">
                  <a:solidFill>
                    <a:srgbClr val="272727"/>
                  </a:solidFill>
                  <a:latin typeface="Arial"/>
                </a:rPr>
                <a:t>Three decisions: source-of-truth before LMS, consent model for learner / candidate data, AI governance ownership.</a:t>
              </a:r>
            </a:p>
          </p:txBody>
        </p:sp>
      </p:grpSp>
      <p:sp>
        <p:nvSpPr>
          <p:cNvPr id="23" name="TextBox 22"/>
          <p:cNvSpPr txBox="1"/>
          <p:nvPr/>
        </p:nvSpPr>
        <p:spPr>
          <a:xfrm>
            <a:off x="8046720" y="4864608"/>
            <a:ext cx="914400" cy="195814"/>
          </a:xfrm>
          <a:prstGeom prst="rect">
            <a:avLst/>
          </a:prstGeom>
          <a:noFill/>
        </p:spPr>
        <p:txBody>
          <a:bodyPr wrap="square" lIns="36000" tIns="36000" rIns="36000" bIns="36000" anchor="t">
            <a:spAutoFit/>
          </a:bodyPr>
          <a:lstStyle/>
          <a:p>
            <a:pPr algn="r"/>
            <a:r>
              <a:rPr sz="800" b="0" dirty="0">
                <a:solidFill>
                  <a:srgbClr val="999999"/>
                </a:solidFill>
                <a:latin typeface="Arial"/>
              </a:rPr>
              <a:t>2 / 2</a:t>
            </a:r>
            <a:r>
              <a:rPr lang="en-US" sz="800" b="0" dirty="0">
                <a:solidFill>
                  <a:srgbClr val="999999"/>
                </a:solidFill>
                <a:latin typeface="Arial"/>
              </a:rPr>
              <a:t>7</a:t>
            </a:r>
            <a:endParaRPr sz="800" b="0" dirty="0">
              <a:solidFill>
                <a:srgbClr val="999999"/>
              </a:solidFill>
              <a:latin typeface="Arial"/>
            </a:endParaRPr>
          </a:p>
        </p:txBody>
      </p:sp>
      <p:pic>
        <p:nvPicPr>
          <p:cNvPr id="28" name="Picture 8" descr="Tata logo png, Tata icon transparent png 20975508 PNG">
            <a:extLst>
              <a:ext uri="{FF2B5EF4-FFF2-40B4-BE49-F238E27FC236}">
                <a16:creationId xmlns:a16="http://schemas.microsoft.com/office/drawing/2014/main" id="{F575735E-3930-A6EA-72EC-E0660EA7D7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7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A0DA30-34BA-9C5B-977A-EDEC44720D05}"/>
              </a:ext>
            </a:extLst>
          </p:cNvPr>
          <p:cNvSpPr txBox="1"/>
          <p:nvPr/>
        </p:nvSpPr>
        <p:spPr>
          <a:xfrm>
            <a:off x="457200" y="93133"/>
            <a:ext cx="8229600" cy="723587"/>
          </a:xfrm>
          <a:prstGeom prst="rect">
            <a:avLst/>
          </a:prstGeom>
          <a:noFill/>
        </p:spPr>
        <p:txBody>
          <a:bodyPr wrap="square" lIns="36000" tIns="36000" rIns="36000" bIns="36000" anchor="t">
            <a:spAutoFit/>
          </a:bodyPr>
          <a:lstStyle/>
          <a:p>
            <a:pPr>
              <a:lnSpc>
                <a:spcPct val="110000"/>
              </a:lnSpc>
            </a:pPr>
            <a:r>
              <a:rPr lang="en-US" sz="2000" b="1" dirty="0">
                <a:solidFill>
                  <a:srgbClr val="001B5B"/>
                </a:solidFill>
                <a:latin typeface="Arial" panose="020B0604020202020204" pitchFamily="34" charset="0"/>
                <a:ea typeface="Arial" pitchFamily="34" charset="-122"/>
                <a:cs typeface="Arial" panose="020B0604020202020204" pitchFamily="34" charset="0"/>
              </a:rPr>
              <a:t>Four pillars serve 30+ group companies and</a:t>
            </a:r>
          </a:p>
          <a:p>
            <a:pPr>
              <a:lnSpc>
                <a:spcPct val="110000"/>
              </a:lnSpc>
            </a:pPr>
            <a:r>
              <a:rPr lang="en-US" sz="2000" b="1" dirty="0">
                <a:solidFill>
                  <a:srgbClr val="001B5B"/>
                </a:solidFill>
                <a:latin typeface="Arial" panose="020B0604020202020204" pitchFamily="34" charset="0"/>
                <a:ea typeface="Arial" pitchFamily="34" charset="-122"/>
                <a:cs typeface="Arial" panose="020B0604020202020204" pitchFamily="34" charset="0"/>
              </a:rPr>
              <a:t>Tata Sons, but with a lean team.</a:t>
            </a:r>
            <a:endParaRPr lang="en-US" sz="200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A5D646D2-07CF-03C8-FC9C-9E466451B4D1}"/>
              </a:ext>
            </a:extLst>
          </p:cNvPr>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B692BB0-E3F1-DC26-B263-99E9B1841869}"/>
              </a:ext>
            </a:extLst>
          </p:cNvPr>
          <p:cNvSpPr txBox="1"/>
          <p:nvPr/>
        </p:nvSpPr>
        <p:spPr>
          <a:xfrm>
            <a:off x="457200" y="4864608"/>
            <a:ext cx="6400800" cy="195814"/>
          </a:xfrm>
          <a:prstGeom prst="rect">
            <a:avLst/>
          </a:prstGeom>
          <a:noFill/>
        </p:spPr>
        <p:txBody>
          <a:bodyPr wrap="square" lIns="36000" tIns="36000" rIns="36000" bIns="36000" anchor="t">
            <a:spAutoFit/>
          </a:bodyPr>
          <a:lstStyle/>
          <a:p>
            <a:pPr algn="l"/>
            <a:r>
              <a:rPr sz="800" b="0" dirty="0">
                <a:solidFill>
                  <a:srgbClr val="999999"/>
                </a:solidFill>
                <a:latin typeface="Arial" panose="020B0604020202020204" pitchFamily="34" charset="0"/>
                <a:cs typeface="Arial" panose="020B0604020202020204" pitchFamily="34" charset="0"/>
              </a:rPr>
              <a:t>AI-NATIVE HR · FINAL </a:t>
            </a:r>
            <a:r>
              <a:rPr lang="en-US" sz="800" dirty="0">
                <a:solidFill>
                  <a:srgbClr val="999999"/>
                </a:solidFill>
                <a:latin typeface="Arial" panose="020B0604020202020204" pitchFamily="34" charset="0"/>
                <a:cs typeface="Arial" panose="020B0604020202020204" pitchFamily="34" charset="0"/>
              </a:rPr>
              <a:t>REVIEW</a:t>
            </a:r>
            <a:endParaRPr sz="800" b="0" dirty="0">
              <a:solidFill>
                <a:srgbClr val="999999"/>
              </a:solidFill>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6BD9D463-746C-AE76-6B04-8577FB4FCD36}"/>
              </a:ext>
            </a:extLst>
          </p:cNvPr>
          <p:cNvSpPr txBox="1"/>
          <p:nvPr/>
        </p:nvSpPr>
        <p:spPr>
          <a:xfrm>
            <a:off x="8046720" y="4864608"/>
            <a:ext cx="914400" cy="195814"/>
          </a:xfrm>
          <a:prstGeom prst="rect">
            <a:avLst/>
          </a:prstGeom>
          <a:noFill/>
        </p:spPr>
        <p:txBody>
          <a:bodyPr wrap="square" lIns="36000" tIns="36000" rIns="36000" bIns="36000" anchor="t">
            <a:spAutoFit/>
          </a:bodyPr>
          <a:lstStyle/>
          <a:p>
            <a:pPr algn="r"/>
            <a:r>
              <a:rPr lang="en-US" sz="800" dirty="0">
                <a:solidFill>
                  <a:srgbClr val="999999"/>
                </a:solidFill>
                <a:latin typeface="Arial" panose="020B0604020202020204" pitchFamily="34" charset="0"/>
                <a:cs typeface="Arial" panose="020B0604020202020204" pitchFamily="34" charset="0"/>
              </a:rPr>
              <a:t>3</a:t>
            </a:r>
            <a:r>
              <a:rPr sz="800" b="0" dirty="0">
                <a:solidFill>
                  <a:srgbClr val="999999"/>
                </a:solidFill>
                <a:latin typeface="Arial" panose="020B0604020202020204" pitchFamily="34" charset="0"/>
                <a:cs typeface="Arial" panose="020B0604020202020204" pitchFamily="34" charset="0"/>
              </a:rPr>
              <a:t> / 2</a:t>
            </a:r>
            <a:r>
              <a:rPr lang="en-US" sz="800" b="0" dirty="0">
                <a:solidFill>
                  <a:srgbClr val="999999"/>
                </a:solidFill>
                <a:latin typeface="Arial" panose="020B0604020202020204" pitchFamily="34" charset="0"/>
                <a:cs typeface="Arial" panose="020B0604020202020204" pitchFamily="34" charset="0"/>
              </a:rPr>
              <a:t>7</a:t>
            </a:r>
            <a:endParaRPr sz="800" b="0" dirty="0">
              <a:solidFill>
                <a:srgbClr val="999999"/>
              </a:solidFill>
              <a:latin typeface="Arial" panose="020B0604020202020204" pitchFamily="34" charset="0"/>
              <a:cs typeface="Arial" panose="020B0604020202020204" pitchFamily="34" charset="0"/>
            </a:endParaRPr>
          </a:p>
        </p:txBody>
      </p:sp>
      <p:pic>
        <p:nvPicPr>
          <p:cNvPr id="24" name="Picture 8" descr="Tata logo png, Tata icon transparent png 20975508 PNG">
            <a:extLst>
              <a:ext uri="{FF2B5EF4-FFF2-40B4-BE49-F238E27FC236}">
                <a16:creationId xmlns:a16="http://schemas.microsoft.com/office/drawing/2014/main" id="{7F55237A-CB04-BFE1-5D4D-39D3BFFB72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7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
        <p:nvSpPr>
          <p:cNvPr id="25" name="Shape 2">
            <a:extLst>
              <a:ext uri="{FF2B5EF4-FFF2-40B4-BE49-F238E27FC236}">
                <a16:creationId xmlns:a16="http://schemas.microsoft.com/office/drawing/2014/main" id="{6E63DDEB-94C5-AB93-0C83-1F6964357577}"/>
              </a:ext>
            </a:extLst>
          </p:cNvPr>
          <p:cNvSpPr/>
          <p:nvPr/>
        </p:nvSpPr>
        <p:spPr>
          <a:xfrm>
            <a:off x="3474720" y="1051560"/>
            <a:ext cx="2194560" cy="411480"/>
          </a:xfrm>
          <a:prstGeom prst="rect">
            <a:avLst/>
          </a:prstGeom>
          <a:solidFill>
            <a:srgbClr val="001B5B"/>
          </a:solidFill>
          <a:ln/>
        </p:spPr>
        <p:txBody>
          <a:bodyPr/>
          <a:lstStyle/>
          <a:p>
            <a:endParaRPr lang="en-IN">
              <a:latin typeface="Arial" panose="020B0604020202020204" pitchFamily="34" charset="0"/>
              <a:cs typeface="Arial" panose="020B0604020202020204" pitchFamily="34" charset="0"/>
            </a:endParaRPr>
          </a:p>
        </p:txBody>
      </p:sp>
      <p:sp>
        <p:nvSpPr>
          <p:cNvPr id="26" name="Text 3">
            <a:extLst>
              <a:ext uri="{FF2B5EF4-FFF2-40B4-BE49-F238E27FC236}">
                <a16:creationId xmlns:a16="http://schemas.microsoft.com/office/drawing/2014/main" id="{355C7E18-A2A9-6CE1-17C6-B8A0C2CEE4C2}"/>
              </a:ext>
            </a:extLst>
          </p:cNvPr>
          <p:cNvSpPr/>
          <p:nvPr/>
        </p:nvSpPr>
        <p:spPr>
          <a:xfrm>
            <a:off x="3474720" y="1051560"/>
            <a:ext cx="219456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itchFamily="34" charset="-122"/>
                <a:cs typeface="Arial" panose="020B0604020202020204" pitchFamily="34" charset="0"/>
              </a:rPr>
              <a:t>CHRO</a:t>
            </a:r>
            <a:endParaRPr lang="en-US" sz="1200" dirty="0">
              <a:latin typeface="Arial" panose="020B0604020202020204" pitchFamily="34" charset="0"/>
              <a:cs typeface="Arial" panose="020B0604020202020204" pitchFamily="34" charset="0"/>
            </a:endParaRPr>
          </a:p>
        </p:txBody>
      </p:sp>
      <p:sp>
        <p:nvSpPr>
          <p:cNvPr id="27" name="Shape 4">
            <a:extLst>
              <a:ext uri="{FF2B5EF4-FFF2-40B4-BE49-F238E27FC236}">
                <a16:creationId xmlns:a16="http://schemas.microsoft.com/office/drawing/2014/main" id="{0473568C-1EB3-AF65-94DE-4828F5784469}"/>
              </a:ext>
            </a:extLst>
          </p:cNvPr>
          <p:cNvSpPr/>
          <p:nvPr/>
        </p:nvSpPr>
        <p:spPr>
          <a:xfrm>
            <a:off x="4572000" y="1463040"/>
            <a:ext cx="0" cy="274320"/>
          </a:xfrm>
          <a:prstGeom prst="line">
            <a:avLst/>
          </a:prstGeom>
          <a:noFill/>
          <a:ln w="19050">
            <a:solidFill>
              <a:srgbClr val="1268B3"/>
            </a:solidFill>
            <a:prstDash val="solid"/>
          </a:ln>
        </p:spPr>
        <p:txBody>
          <a:bodyPr/>
          <a:lstStyle/>
          <a:p>
            <a:endParaRPr lang="en-IN">
              <a:latin typeface="Arial" panose="020B0604020202020204" pitchFamily="34" charset="0"/>
              <a:cs typeface="Arial" panose="020B0604020202020204" pitchFamily="34" charset="0"/>
            </a:endParaRPr>
          </a:p>
        </p:txBody>
      </p:sp>
      <p:sp>
        <p:nvSpPr>
          <p:cNvPr id="28" name="Shape 5">
            <a:extLst>
              <a:ext uri="{FF2B5EF4-FFF2-40B4-BE49-F238E27FC236}">
                <a16:creationId xmlns:a16="http://schemas.microsoft.com/office/drawing/2014/main" id="{11A41C7A-CCBF-3193-BB58-F2A72D95C7C5}"/>
              </a:ext>
            </a:extLst>
          </p:cNvPr>
          <p:cNvSpPr/>
          <p:nvPr/>
        </p:nvSpPr>
        <p:spPr>
          <a:xfrm>
            <a:off x="4572000" y="1463040"/>
            <a:ext cx="0" cy="274320"/>
          </a:xfrm>
          <a:prstGeom prst="line">
            <a:avLst/>
          </a:prstGeom>
          <a:noFill/>
          <a:ln w="19050">
            <a:solidFill>
              <a:srgbClr val="1268B3"/>
            </a:solidFill>
            <a:prstDash val="solid"/>
          </a:ln>
        </p:spPr>
        <p:txBody>
          <a:bodyPr/>
          <a:lstStyle/>
          <a:p>
            <a:endParaRPr lang="en-IN">
              <a:latin typeface="Arial" panose="020B0604020202020204" pitchFamily="34" charset="0"/>
              <a:cs typeface="Arial" panose="020B0604020202020204" pitchFamily="34" charset="0"/>
            </a:endParaRPr>
          </a:p>
        </p:txBody>
      </p:sp>
      <p:sp>
        <p:nvSpPr>
          <p:cNvPr id="29" name="Shape 6">
            <a:extLst>
              <a:ext uri="{FF2B5EF4-FFF2-40B4-BE49-F238E27FC236}">
                <a16:creationId xmlns:a16="http://schemas.microsoft.com/office/drawing/2014/main" id="{D8D38C2D-5842-4161-508D-CE6F3D1F344E}"/>
              </a:ext>
            </a:extLst>
          </p:cNvPr>
          <p:cNvSpPr/>
          <p:nvPr/>
        </p:nvSpPr>
        <p:spPr>
          <a:xfrm>
            <a:off x="4572000" y="1463040"/>
            <a:ext cx="0" cy="274320"/>
          </a:xfrm>
          <a:prstGeom prst="line">
            <a:avLst/>
          </a:prstGeom>
          <a:noFill/>
          <a:ln w="19050">
            <a:solidFill>
              <a:srgbClr val="1268B3"/>
            </a:solidFill>
            <a:prstDash val="solid"/>
          </a:ln>
        </p:spPr>
        <p:txBody>
          <a:bodyPr/>
          <a:lstStyle/>
          <a:p>
            <a:endParaRPr lang="en-IN">
              <a:latin typeface="Arial" panose="020B0604020202020204" pitchFamily="34" charset="0"/>
              <a:cs typeface="Arial" panose="020B0604020202020204" pitchFamily="34" charset="0"/>
            </a:endParaRPr>
          </a:p>
        </p:txBody>
      </p:sp>
      <p:sp>
        <p:nvSpPr>
          <p:cNvPr id="30" name="Shape 7">
            <a:extLst>
              <a:ext uri="{FF2B5EF4-FFF2-40B4-BE49-F238E27FC236}">
                <a16:creationId xmlns:a16="http://schemas.microsoft.com/office/drawing/2014/main" id="{020376C9-D574-8DC7-7342-D98422212DEF}"/>
              </a:ext>
            </a:extLst>
          </p:cNvPr>
          <p:cNvSpPr/>
          <p:nvPr/>
        </p:nvSpPr>
        <p:spPr>
          <a:xfrm>
            <a:off x="4572000" y="1463040"/>
            <a:ext cx="0" cy="274320"/>
          </a:xfrm>
          <a:prstGeom prst="line">
            <a:avLst/>
          </a:prstGeom>
          <a:noFill/>
          <a:ln w="19050">
            <a:solidFill>
              <a:srgbClr val="1268B3"/>
            </a:solidFill>
            <a:prstDash val="solid"/>
          </a:ln>
        </p:spPr>
        <p:txBody>
          <a:bodyPr/>
          <a:lstStyle/>
          <a:p>
            <a:endParaRPr lang="en-IN">
              <a:latin typeface="Arial" panose="020B0604020202020204" pitchFamily="34" charset="0"/>
              <a:cs typeface="Arial" panose="020B0604020202020204" pitchFamily="34" charset="0"/>
            </a:endParaRPr>
          </a:p>
        </p:txBody>
      </p:sp>
      <p:sp>
        <p:nvSpPr>
          <p:cNvPr id="31" name="Shape 8">
            <a:extLst>
              <a:ext uri="{FF2B5EF4-FFF2-40B4-BE49-F238E27FC236}">
                <a16:creationId xmlns:a16="http://schemas.microsoft.com/office/drawing/2014/main" id="{E5D24673-F618-A71F-3BFA-997281ED790B}"/>
              </a:ext>
            </a:extLst>
          </p:cNvPr>
          <p:cNvSpPr/>
          <p:nvPr/>
        </p:nvSpPr>
        <p:spPr>
          <a:xfrm>
            <a:off x="1348740" y="1737360"/>
            <a:ext cx="6446520" cy="0"/>
          </a:xfrm>
          <a:prstGeom prst="line">
            <a:avLst/>
          </a:prstGeom>
          <a:noFill/>
          <a:ln w="19050">
            <a:solidFill>
              <a:srgbClr val="1268B3"/>
            </a:solidFill>
            <a:prstDash val="solid"/>
          </a:ln>
        </p:spPr>
        <p:txBody>
          <a:bodyPr/>
          <a:lstStyle/>
          <a:p>
            <a:endParaRPr lang="en-IN">
              <a:latin typeface="Arial" panose="020B0604020202020204" pitchFamily="34" charset="0"/>
              <a:cs typeface="Arial" panose="020B0604020202020204" pitchFamily="34" charset="0"/>
            </a:endParaRPr>
          </a:p>
        </p:txBody>
      </p:sp>
      <p:sp>
        <p:nvSpPr>
          <p:cNvPr id="32" name="Shape 9">
            <a:extLst>
              <a:ext uri="{FF2B5EF4-FFF2-40B4-BE49-F238E27FC236}">
                <a16:creationId xmlns:a16="http://schemas.microsoft.com/office/drawing/2014/main" id="{CD8CA193-4499-F445-6EAE-F38212C9A6A8}"/>
              </a:ext>
            </a:extLst>
          </p:cNvPr>
          <p:cNvSpPr/>
          <p:nvPr/>
        </p:nvSpPr>
        <p:spPr>
          <a:xfrm>
            <a:off x="1348740" y="1737360"/>
            <a:ext cx="0" cy="274320"/>
          </a:xfrm>
          <a:prstGeom prst="line">
            <a:avLst/>
          </a:prstGeom>
          <a:noFill/>
          <a:ln w="19050">
            <a:solidFill>
              <a:srgbClr val="1268B3"/>
            </a:solidFill>
            <a:prstDash val="solid"/>
          </a:ln>
        </p:spPr>
        <p:txBody>
          <a:bodyPr/>
          <a:lstStyle/>
          <a:p>
            <a:endParaRPr lang="en-IN">
              <a:latin typeface="Arial" panose="020B0604020202020204" pitchFamily="34" charset="0"/>
              <a:cs typeface="Arial" panose="020B0604020202020204" pitchFamily="34" charset="0"/>
            </a:endParaRPr>
          </a:p>
        </p:txBody>
      </p:sp>
      <p:sp>
        <p:nvSpPr>
          <p:cNvPr id="33" name="Shape 10">
            <a:extLst>
              <a:ext uri="{FF2B5EF4-FFF2-40B4-BE49-F238E27FC236}">
                <a16:creationId xmlns:a16="http://schemas.microsoft.com/office/drawing/2014/main" id="{D15914E3-DA07-76AD-1D09-86978334EA94}"/>
              </a:ext>
            </a:extLst>
          </p:cNvPr>
          <p:cNvSpPr/>
          <p:nvPr/>
        </p:nvSpPr>
        <p:spPr>
          <a:xfrm>
            <a:off x="3497580" y="1737360"/>
            <a:ext cx="0" cy="274320"/>
          </a:xfrm>
          <a:prstGeom prst="line">
            <a:avLst/>
          </a:prstGeom>
          <a:noFill/>
          <a:ln w="19050">
            <a:solidFill>
              <a:srgbClr val="1268B3"/>
            </a:solidFill>
            <a:prstDash val="solid"/>
          </a:ln>
        </p:spPr>
        <p:txBody>
          <a:bodyPr/>
          <a:lstStyle/>
          <a:p>
            <a:endParaRPr lang="en-IN">
              <a:latin typeface="Arial" panose="020B0604020202020204" pitchFamily="34" charset="0"/>
              <a:cs typeface="Arial" panose="020B0604020202020204" pitchFamily="34" charset="0"/>
            </a:endParaRPr>
          </a:p>
        </p:txBody>
      </p:sp>
      <p:sp>
        <p:nvSpPr>
          <p:cNvPr id="34" name="Shape 11">
            <a:extLst>
              <a:ext uri="{FF2B5EF4-FFF2-40B4-BE49-F238E27FC236}">
                <a16:creationId xmlns:a16="http://schemas.microsoft.com/office/drawing/2014/main" id="{8F0EA135-1EB3-3378-0F11-872274D67ED1}"/>
              </a:ext>
            </a:extLst>
          </p:cNvPr>
          <p:cNvSpPr/>
          <p:nvPr/>
        </p:nvSpPr>
        <p:spPr>
          <a:xfrm>
            <a:off x="5646420" y="1737360"/>
            <a:ext cx="0" cy="274320"/>
          </a:xfrm>
          <a:prstGeom prst="line">
            <a:avLst/>
          </a:prstGeom>
          <a:noFill/>
          <a:ln w="19050">
            <a:solidFill>
              <a:srgbClr val="1268B3"/>
            </a:solidFill>
            <a:prstDash val="solid"/>
          </a:ln>
        </p:spPr>
        <p:txBody>
          <a:bodyPr/>
          <a:lstStyle/>
          <a:p>
            <a:endParaRPr lang="en-IN">
              <a:latin typeface="Arial" panose="020B0604020202020204" pitchFamily="34" charset="0"/>
              <a:cs typeface="Arial" panose="020B0604020202020204" pitchFamily="34" charset="0"/>
            </a:endParaRPr>
          </a:p>
        </p:txBody>
      </p:sp>
      <p:sp>
        <p:nvSpPr>
          <p:cNvPr id="35" name="Shape 12">
            <a:extLst>
              <a:ext uri="{FF2B5EF4-FFF2-40B4-BE49-F238E27FC236}">
                <a16:creationId xmlns:a16="http://schemas.microsoft.com/office/drawing/2014/main" id="{DE5DE826-5226-71F5-F392-AEB2845CB42C}"/>
              </a:ext>
            </a:extLst>
          </p:cNvPr>
          <p:cNvSpPr/>
          <p:nvPr/>
        </p:nvSpPr>
        <p:spPr>
          <a:xfrm>
            <a:off x="7795260" y="1737360"/>
            <a:ext cx="0" cy="274320"/>
          </a:xfrm>
          <a:prstGeom prst="line">
            <a:avLst/>
          </a:prstGeom>
          <a:noFill/>
          <a:ln w="19050">
            <a:solidFill>
              <a:srgbClr val="1268B3"/>
            </a:solidFill>
            <a:prstDash val="solid"/>
          </a:ln>
        </p:spPr>
        <p:txBody>
          <a:bodyPr/>
          <a:lstStyle/>
          <a:p>
            <a:endParaRPr lang="en-IN">
              <a:latin typeface="Arial" panose="020B0604020202020204" pitchFamily="34" charset="0"/>
              <a:cs typeface="Arial" panose="020B0604020202020204" pitchFamily="34" charset="0"/>
            </a:endParaRPr>
          </a:p>
        </p:txBody>
      </p:sp>
      <p:sp>
        <p:nvSpPr>
          <p:cNvPr id="36" name="Shape 13">
            <a:extLst>
              <a:ext uri="{FF2B5EF4-FFF2-40B4-BE49-F238E27FC236}">
                <a16:creationId xmlns:a16="http://schemas.microsoft.com/office/drawing/2014/main" id="{4BBFBBE3-859A-4416-261D-BE255F9961DE}"/>
              </a:ext>
            </a:extLst>
          </p:cNvPr>
          <p:cNvSpPr/>
          <p:nvPr/>
        </p:nvSpPr>
        <p:spPr>
          <a:xfrm>
            <a:off x="320040" y="2011680"/>
            <a:ext cx="2057400" cy="594360"/>
          </a:xfrm>
          <a:prstGeom prst="rect">
            <a:avLst/>
          </a:prstGeom>
          <a:solidFill>
            <a:srgbClr val="1268B3"/>
          </a:solidFill>
          <a:ln/>
          <a:effectLst>
            <a:outerShdw blurRad="50800" dist="25400" dir="8100000" algn="bl" rotWithShape="0">
              <a:srgbClr val="000000">
                <a:alpha val="10000"/>
              </a:srgbClr>
            </a:outerShdw>
          </a:effectLst>
        </p:spPr>
        <p:txBody>
          <a:bodyPr/>
          <a:lstStyle/>
          <a:p>
            <a:endParaRPr lang="en-IN">
              <a:latin typeface="Arial" panose="020B0604020202020204" pitchFamily="34" charset="0"/>
              <a:cs typeface="Arial" panose="020B0604020202020204" pitchFamily="34" charset="0"/>
            </a:endParaRPr>
          </a:p>
        </p:txBody>
      </p:sp>
      <p:sp>
        <p:nvSpPr>
          <p:cNvPr id="37" name="Text 14">
            <a:extLst>
              <a:ext uri="{FF2B5EF4-FFF2-40B4-BE49-F238E27FC236}">
                <a16:creationId xmlns:a16="http://schemas.microsoft.com/office/drawing/2014/main" id="{D24418F2-2860-6177-8331-E4151C3D95DD}"/>
              </a:ext>
            </a:extLst>
          </p:cNvPr>
          <p:cNvSpPr/>
          <p:nvPr/>
        </p:nvSpPr>
        <p:spPr>
          <a:xfrm>
            <a:off x="320040" y="2011680"/>
            <a:ext cx="2057400" cy="594360"/>
          </a:xfrm>
          <a:prstGeom prst="rect">
            <a:avLst/>
          </a:prstGeom>
          <a:noFill/>
          <a:ln/>
        </p:spPr>
        <p:txBody>
          <a:bodyPr wrap="square" lIns="25400" tIns="25400" rIns="25400" bIns="25400" rtlCol="0" anchor="ctr"/>
          <a:lstStyle/>
          <a:p>
            <a:pPr marL="0" indent="0" algn="ctr">
              <a:buNone/>
            </a:pPr>
            <a:r>
              <a:rPr lang="en-US" sz="1200" b="1" dirty="0">
                <a:solidFill>
                  <a:srgbClr val="FFFFFF"/>
                </a:solidFill>
                <a:latin typeface="Arial" panose="020B0604020202020204" pitchFamily="34" charset="0"/>
                <a:ea typeface="Arial" pitchFamily="34" charset="-122"/>
                <a:cs typeface="Arial" panose="020B0604020202020204" pitchFamily="34" charset="0"/>
              </a:rPr>
              <a:t>TAS &amp; Internal</a:t>
            </a:r>
            <a:endParaRPr lang="en-US" sz="1200" dirty="0">
              <a:latin typeface="Arial" panose="020B0604020202020204" pitchFamily="34" charset="0"/>
              <a:cs typeface="Arial" panose="020B0604020202020204" pitchFamily="34" charset="0"/>
            </a:endParaRPr>
          </a:p>
          <a:p>
            <a:pPr marL="0" indent="0" algn="ctr">
              <a:buNone/>
            </a:pPr>
            <a:r>
              <a:rPr lang="en-US" sz="1200" b="1" dirty="0">
                <a:solidFill>
                  <a:srgbClr val="FFFFFF"/>
                </a:solidFill>
                <a:latin typeface="Arial" panose="020B0604020202020204" pitchFamily="34" charset="0"/>
                <a:ea typeface="Arial" pitchFamily="34" charset="-122"/>
                <a:cs typeface="Arial" panose="020B0604020202020204" pitchFamily="34" charset="0"/>
              </a:rPr>
              <a:t>Mobility</a:t>
            </a:r>
            <a:endParaRPr lang="en-US" sz="1200" dirty="0">
              <a:latin typeface="Arial" panose="020B0604020202020204" pitchFamily="34" charset="0"/>
              <a:cs typeface="Arial" panose="020B0604020202020204" pitchFamily="34" charset="0"/>
            </a:endParaRPr>
          </a:p>
        </p:txBody>
      </p:sp>
      <p:sp>
        <p:nvSpPr>
          <p:cNvPr id="38" name="Shape 15">
            <a:extLst>
              <a:ext uri="{FF2B5EF4-FFF2-40B4-BE49-F238E27FC236}">
                <a16:creationId xmlns:a16="http://schemas.microsoft.com/office/drawing/2014/main" id="{C5D5900A-2D4B-20B4-DAAE-5D9979929993}"/>
              </a:ext>
            </a:extLst>
          </p:cNvPr>
          <p:cNvSpPr/>
          <p:nvPr/>
        </p:nvSpPr>
        <p:spPr>
          <a:xfrm>
            <a:off x="320040" y="2606040"/>
            <a:ext cx="2057400" cy="1005840"/>
          </a:xfrm>
          <a:prstGeom prst="rect">
            <a:avLst/>
          </a:prstGeom>
          <a:solidFill>
            <a:srgbClr val="EAF2FA"/>
          </a:solidFill>
          <a:ln/>
        </p:spPr>
        <p:txBody>
          <a:bodyPr/>
          <a:lstStyle/>
          <a:p>
            <a:endParaRPr lang="en-IN">
              <a:latin typeface="Arial" panose="020B0604020202020204" pitchFamily="34" charset="0"/>
              <a:cs typeface="Arial" panose="020B0604020202020204" pitchFamily="34" charset="0"/>
            </a:endParaRPr>
          </a:p>
        </p:txBody>
      </p:sp>
      <p:sp>
        <p:nvSpPr>
          <p:cNvPr id="39" name="Text 16">
            <a:extLst>
              <a:ext uri="{FF2B5EF4-FFF2-40B4-BE49-F238E27FC236}">
                <a16:creationId xmlns:a16="http://schemas.microsoft.com/office/drawing/2014/main" id="{626D0158-DCD7-850D-40BD-E3A24FDE0248}"/>
              </a:ext>
            </a:extLst>
          </p:cNvPr>
          <p:cNvSpPr/>
          <p:nvPr/>
        </p:nvSpPr>
        <p:spPr>
          <a:xfrm>
            <a:off x="320040" y="2606040"/>
            <a:ext cx="2057400" cy="731520"/>
          </a:xfrm>
          <a:prstGeom prst="rect">
            <a:avLst/>
          </a:prstGeom>
          <a:noFill/>
          <a:ln/>
        </p:spPr>
        <p:txBody>
          <a:bodyPr wrap="square" lIns="50800" tIns="50800" rIns="50800" bIns="50800" rtlCol="0" anchor="t"/>
          <a:lstStyle/>
          <a:p>
            <a:pPr marL="0" indent="0" algn="ctr">
              <a:buNone/>
            </a:pPr>
            <a:r>
              <a:rPr lang="en-US" sz="1000" dirty="0">
                <a:solidFill>
                  <a:srgbClr val="272727"/>
                </a:solidFill>
                <a:latin typeface="Arial" panose="020B0604020202020204" pitchFamily="34" charset="0"/>
                <a:ea typeface="Arial" pitchFamily="34" charset="-122"/>
                <a:cs typeface="Arial" panose="020B0604020202020204" pitchFamily="34" charset="0"/>
              </a:rPr>
              <a:t>5 recruiting channels,</a:t>
            </a:r>
          </a:p>
          <a:p>
            <a:pPr marL="0" indent="0" algn="ctr">
              <a:buNone/>
            </a:pPr>
            <a:r>
              <a:rPr lang="en-US" sz="1000" dirty="0">
                <a:solidFill>
                  <a:srgbClr val="272727"/>
                </a:solidFill>
                <a:latin typeface="Arial" panose="020B0604020202020204" pitchFamily="34" charset="0"/>
                <a:cs typeface="Arial" panose="020B0604020202020204" pitchFamily="34" charset="0"/>
              </a:rPr>
              <a:t>4 vendors</a:t>
            </a:r>
            <a:endParaRPr lang="en-US" sz="1000" dirty="0">
              <a:latin typeface="Arial" panose="020B0604020202020204" pitchFamily="34" charset="0"/>
              <a:cs typeface="Arial" panose="020B0604020202020204" pitchFamily="34" charset="0"/>
            </a:endParaRPr>
          </a:p>
          <a:p>
            <a:pPr marL="0" indent="0" algn="ctr">
              <a:buNone/>
            </a:pPr>
            <a:r>
              <a:rPr lang="en-US" sz="1000" dirty="0">
                <a:solidFill>
                  <a:srgbClr val="272727"/>
                </a:solidFill>
                <a:latin typeface="Arial" panose="020B0604020202020204" pitchFamily="34" charset="0"/>
                <a:ea typeface="Arial" pitchFamily="34" charset="-122"/>
                <a:cs typeface="Arial" panose="020B0604020202020204" pitchFamily="34" charset="0"/>
              </a:rPr>
              <a:t>COP governance</a:t>
            </a:r>
            <a:endParaRPr lang="en-US" sz="1000" dirty="0">
              <a:latin typeface="Arial" panose="020B0604020202020204" pitchFamily="34" charset="0"/>
              <a:cs typeface="Arial" panose="020B0604020202020204" pitchFamily="34" charset="0"/>
            </a:endParaRPr>
          </a:p>
          <a:p>
            <a:pPr marL="0" indent="0" algn="ctr">
              <a:buNone/>
            </a:pPr>
            <a:r>
              <a:rPr lang="en-US" sz="1000" dirty="0">
                <a:solidFill>
                  <a:srgbClr val="272727"/>
                </a:solidFill>
                <a:latin typeface="Arial" panose="020B0604020202020204" pitchFamily="34" charset="0"/>
                <a:ea typeface="Arial" pitchFamily="34" charset="-122"/>
                <a:cs typeface="Arial" panose="020B0604020202020204" pitchFamily="34" charset="0"/>
              </a:rPr>
              <a:t>TAS reports &amp; tracking</a:t>
            </a:r>
            <a:endParaRPr lang="en-US" sz="1000" dirty="0">
              <a:latin typeface="Arial" panose="020B0604020202020204" pitchFamily="34" charset="0"/>
              <a:cs typeface="Arial" panose="020B0604020202020204" pitchFamily="34" charset="0"/>
            </a:endParaRPr>
          </a:p>
        </p:txBody>
      </p:sp>
      <p:sp>
        <p:nvSpPr>
          <p:cNvPr id="40" name="Text 17">
            <a:extLst>
              <a:ext uri="{FF2B5EF4-FFF2-40B4-BE49-F238E27FC236}">
                <a16:creationId xmlns:a16="http://schemas.microsoft.com/office/drawing/2014/main" id="{4052DB14-1181-B49C-6BC5-343079F66D92}"/>
              </a:ext>
            </a:extLst>
          </p:cNvPr>
          <p:cNvSpPr/>
          <p:nvPr/>
        </p:nvSpPr>
        <p:spPr>
          <a:xfrm>
            <a:off x="320040" y="3337560"/>
            <a:ext cx="2057400" cy="228600"/>
          </a:xfrm>
          <a:prstGeom prst="rect">
            <a:avLst/>
          </a:prstGeom>
          <a:noFill/>
          <a:ln/>
        </p:spPr>
        <p:txBody>
          <a:bodyPr wrap="square" lIns="0" tIns="0" rIns="0" bIns="0" rtlCol="0" anchor="ctr"/>
          <a:lstStyle/>
          <a:p>
            <a:pPr marL="0" indent="0" algn="ctr">
              <a:buNone/>
            </a:pPr>
            <a:r>
              <a:rPr lang="en-US" sz="1000" i="1" dirty="0">
                <a:solidFill>
                  <a:srgbClr val="999999"/>
                </a:solidFill>
                <a:latin typeface="Arial" panose="020B0604020202020204" pitchFamily="34" charset="0"/>
                <a:ea typeface="Arial" pitchFamily="34" charset="-122"/>
                <a:cs typeface="Arial" panose="020B0604020202020204" pitchFamily="34" charset="0"/>
              </a:rPr>
              <a:t>Kaizad Sethna</a:t>
            </a:r>
            <a:endParaRPr lang="en-US" sz="1000" dirty="0">
              <a:latin typeface="Arial" panose="020B0604020202020204" pitchFamily="34" charset="0"/>
              <a:cs typeface="Arial" panose="020B0604020202020204" pitchFamily="34" charset="0"/>
            </a:endParaRPr>
          </a:p>
        </p:txBody>
      </p:sp>
      <p:sp>
        <p:nvSpPr>
          <p:cNvPr id="41" name="Shape 18">
            <a:extLst>
              <a:ext uri="{FF2B5EF4-FFF2-40B4-BE49-F238E27FC236}">
                <a16:creationId xmlns:a16="http://schemas.microsoft.com/office/drawing/2014/main" id="{B9E09631-E9B8-76B6-0CEF-5728744CACD9}"/>
              </a:ext>
            </a:extLst>
          </p:cNvPr>
          <p:cNvSpPr/>
          <p:nvPr/>
        </p:nvSpPr>
        <p:spPr>
          <a:xfrm>
            <a:off x="2468880" y="2011680"/>
            <a:ext cx="2057400" cy="594360"/>
          </a:xfrm>
          <a:prstGeom prst="rect">
            <a:avLst/>
          </a:prstGeom>
          <a:solidFill>
            <a:srgbClr val="1268B3"/>
          </a:solidFill>
          <a:ln/>
          <a:effectLst>
            <a:outerShdw blurRad="50800" dist="25400" dir="8100000" algn="bl" rotWithShape="0">
              <a:srgbClr val="000000">
                <a:alpha val="10000"/>
              </a:srgbClr>
            </a:outerShdw>
          </a:effectLst>
        </p:spPr>
        <p:txBody>
          <a:bodyPr/>
          <a:lstStyle/>
          <a:p>
            <a:endParaRPr lang="en-IN">
              <a:latin typeface="Arial" panose="020B0604020202020204" pitchFamily="34" charset="0"/>
              <a:cs typeface="Arial" panose="020B0604020202020204" pitchFamily="34" charset="0"/>
            </a:endParaRPr>
          </a:p>
        </p:txBody>
      </p:sp>
      <p:sp>
        <p:nvSpPr>
          <p:cNvPr id="42" name="Text 19">
            <a:extLst>
              <a:ext uri="{FF2B5EF4-FFF2-40B4-BE49-F238E27FC236}">
                <a16:creationId xmlns:a16="http://schemas.microsoft.com/office/drawing/2014/main" id="{E7C4277F-854F-8B17-BDB9-810678E0E673}"/>
              </a:ext>
            </a:extLst>
          </p:cNvPr>
          <p:cNvSpPr/>
          <p:nvPr/>
        </p:nvSpPr>
        <p:spPr>
          <a:xfrm>
            <a:off x="2468880" y="2011680"/>
            <a:ext cx="2057400" cy="594360"/>
          </a:xfrm>
          <a:prstGeom prst="rect">
            <a:avLst/>
          </a:prstGeom>
          <a:noFill/>
          <a:ln/>
        </p:spPr>
        <p:txBody>
          <a:bodyPr wrap="square" lIns="25400" tIns="25400" rIns="25400" bIns="25400" rtlCol="0" anchor="ctr"/>
          <a:lstStyle/>
          <a:p>
            <a:pPr marL="0" indent="0" algn="ctr">
              <a:buNone/>
            </a:pPr>
            <a:r>
              <a:rPr lang="en-US" sz="1200" b="1" dirty="0">
                <a:solidFill>
                  <a:srgbClr val="FFFFFF"/>
                </a:solidFill>
                <a:latin typeface="Arial" panose="020B0604020202020204" pitchFamily="34" charset="0"/>
                <a:ea typeface="Arial" pitchFamily="34" charset="-122"/>
                <a:cs typeface="Arial" panose="020B0604020202020204" pitchFamily="34" charset="0"/>
              </a:rPr>
              <a:t>People</a:t>
            </a:r>
            <a:endParaRPr lang="en-US" sz="1200" dirty="0">
              <a:latin typeface="Arial" panose="020B0604020202020204" pitchFamily="34" charset="0"/>
              <a:cs typeface="Arial" panose="020B0604020202020204" pitchFamily="34" charset="0"/>
            </a:endParaRPr>
          </a:p>
          <a:p>
            <a:pPr marL="0" indent="0" algn="ctr">
              <a:buNone/>
            </a:pPr>
            <a:r>
              <a:rPr lang="en-US" sz="1200" b="1" dirty="0">
                <a:solidFill>
                  <a:srgbClr val="FFFFFF"/>
                </a:solidFill>
                <a:latin typeface="Arial" panose="020B0604020202020204" pitchFamily="34" charset="0"/>
                <a:ea typeface="Arial" pitchFamily="34" charset="-122"/>
                <a:cs typeface="Arial" panose="020B0604020202020204" pitchFamily="34" charset="0"/>
              </a:rPr>
              <a:t>Studio</a:t>
            </a:r>
            <a:endParaRPr lang="en-US" sz="1200" dirty="0">
              <a:latin typeface="Arial" panose="020B0604020202020204" pitchFamily="34" charset="0"/>
              <a:cs typeface="Arial" panose="020B0604020202020204" pitchFamily="34" charset="0"/>
            </a:endParaRPr>
          </a:p>
        </p:txBody>
      </p:sp>
      <p:sp>
        <p:nvSpPr>
          <p:cNvPr id="43" name="Shape 20">
            <a:extLst>
              <a:ext uri="{FF2B5EF4-FFF2-40B4-BE49-F238E27FC236}">
                <a16:creationId xmlns:a16="http://schemas.microsoft.com/office/drawing/2014/main" id="{72C6937A-E6AC-C3DD-3D31-96B738EB695A}"/>
              </a:ext>
            </a:extLst>
          </p:cNvPr>
          <p:cNvSpPr/>
          <p:nvPr/>
        </p:nvSpPr>
        <p:spPr>
          <a:xfrm>
            <a:off x="2468880" y="2606040"/>
            <a:ext cx="2057400" cy="1005840"/>
          </a:xfrm>
          <a:prstGeom prst="rect">
            <a:avLst/>
          </a:prstGeom>
          <a:solidFill>
            <a:srgbClr val="EAF2FA"/>
          </a:solidFill>
          <a:ln/>
        </p:spPr>
        <p:txBody>
          <a:bodyPr/>
          <a:lstStyle/>
          <a:p>
            <a:endParaRPr lang="en-IN" dirty="0">
              <a:latin typeface="Arial" panose="020B0604020202020204" pitchFamily="34" charset="0"/>
              <a:cs typeface="Arial" panose="020B0604020202020204" pitchFamily="34" charset="0"/>
            </a:endParaRPr>
          </a:p>
        </p:txBody>
      </p:sp>
      <p:sp>
        <p:nvSpPr>
          <p:cNvPr id="44" name="Text 21">
            <a:extLst>
              <a:ext uri="{FF2B5EF4-FFF2-40B4-BE49-F238E27FC236}">
                <a16:creationId xmlns:a16="http://schemas.microsoft.com/office/drawing/2014/main" id="{BB9E2C4E-0FE2-1020-FBF9-5A2DC9A161F9}"/>
              </a:ext>
            </a:extLst>
          </p:cNvPr>
          <p:cNvSpPr/>
          <p:nvPr/>
        </p:nvSpPr>
        <p:spPr>
          <a:xfrm>
            <a:off x="2468880" y="2606040"/>
            <a:ext cx="2057400" cy="731520"/>
          </a:xfrm>
          <a:prstGeom prst="rect">
            <a:avLst/>
          </a:prstGeom>
          <a:noFill/>
          <a:ln/>
        </p:spPr>
        <p:txBody>
          <a:bodyPr wrap="square" lIns="50800" tIns="50800" rIns="50800" bIns="50800" rtlCol="0" anchor="t"/>
          <a:lstStyle/>
          <a:p>
            <a:pPr marL="0" indent="0" algn="ctr">
              <a:buNone/>
            </a:pPr>
            <a:r>
              <a:rPr lang="en-US" sz="1000" dirty="0">
                <a:solidFill>
                  <a:srgbClr val="272727"/>
                </a:solidFill>
                <a:latin typeface="Arial" panose="020B0604020202020204" pitchFamily="34" charset="0"/>
                <a:ea typeface="Arial" pitchFamily="34" charset="-122"/>
                <a:cs typeface="Arial" panose="020B0604020202020204" pitchFamily="34" charset="0"/>
              </a:rPr>
              <a:t>Flagship Programs</a:t>
            </a:r>
            <a:endParaRPr lang="en-US" sz="1000" dirty="0">
              <a:latin typeface="Arial" panose="020B0604020202020204" pitchFamily="34" charset="0"/>
              <a:cs typeface="Arial" panose="020B0604020202020204" pitchFamily="34" charset="0"/>
            </a:endParaRPr>
          </a:p>
          <a:p>
            <a:pPr marL="0" indent="0" algn="ctr">
              <a:buNone/>
            </a:pPr>
            <a:r>
              <a:rPr lang="en-US" sz="1000" dirty="0">
                <a:solidFill>
                  <a:srgbClr val="272727"/>
                </a:solidFill>
                <a:latin typeface="Arial" panose="020B0604020202020204" pitchFamily="34" charset="0"/>
                <a:ea typeface="Arial" pitchFamily="34" charset="-122"/>
                <a:cs typeface="Arial" panose="020B0604020202020204" pitchFamily="34" charset="0"/>
              </a:rPr>
              <a:t>DEI Initiatives</a:t>
            </a:r>
            <a:endParaRPr lang="en-US" sz="1000" dirty="0">
              <a:latin typeface="Arial" panose="020B0604020202020204" pitchFamily="34" charset="0"/>
              <a:cs typeface="Arial" panose="020B0604020202020204" pitchFamily="34" charset="0"/>
            </a:endParaRPr>
          </a:p>
          <a:p>
            <a:pPr marL="0" indent="0" algn="ctr">
              <a:buNone/>
            </a:pPr>
            <a:r>
              <a:rPr lang="en-US" sz="1000" dirty="0">
                <a:solidFill>
                  <a:srgbClr val="272727"/>
                </a:solidFill>
                <a:latin typeface="Arial" panose="020B0604020202020204" pitchFamily="34" charset="0"/>
                <a:ea typeface="Arial" pitchFamily="34" charset="-122"/>
                <a:cs typeface="Arial" panose="020B0604020202020204" pitchFamily="34" charset="0"/>
              </a:rPr>
              <a:t>TMTC (200+ prog/yr)</a:t>
            </a:r>
            <a:endParaRPr lang="en-US" sz="1000" dirty="0">
              <a:latin typeface="Arial" panose="020B0604020202020204" pitchFamily="34" charset="0"/>
              <a:cs typeface="Arial" panose="020B0604020202020204" pitchFamily="34" charset="0"/>
            </a:endParaRPr>
          </a:p>
        </p:txBody>
      </p:sp>
      <p:sp>
        <p:nvSpPr>
          <p:cNvPr id="45" name="Text 22">
            <a:extLst>
              <a:ext uri="{FF2B5EF4-FFF2-40B4-BE49-F238E27FC236}">
                <a16:creationId xmlns:a16="http://schemas.microsoft.com/office/drawing/2014/main" id="{48223C31-6D68-1B20-FE49-5C62A2D214A8}"/>
              </a:ext>
            </a:extLst>
          </p:cNvPr>
          <p:cNvSpPr/>
          <p:nvPr/>
        </p:nvSpPr>
        <p:spPr>
          <a:xfrm>
            <a:off x="2468880" y="3337560"/>
            <a:ext cx="2057400" cy="228600"/>
          </a:xfrm>
          <a:prstGeom prst="rect">
            <a:avLst/>
          </a:prstGeom>
          <a:noFill/>
          <a:ln/>
        </p:spPr>
        <p:txBody>
          <a:bodyPr wrap="square" lIns="0" tIns="0" rIns="0" bIns="0" rtlCol="0" anchor="ctr"/>
          <a:lstStyle/>
          <a:p>
            <a:pPr marL="0" indent="0" algn="ctr">
              <a:buNone/>
            </a:pPr>
            <a:r>
              <a:rPr lang="en-US" sz="1000" i="1" dirty="0">
                <a:solidFill>
                  <a:srgbClr val="999999"/>
                </a:solidFill>
                <a:latin typeface="Arial" panose="020B0604020202020204" pitchFamily="34" charset="0"/>
                <a:ea typeface="Arial" pitchFamily="34" charset="-122"/>
                <a:cs typeface="Arial" panose="020B0604020202020204" pitchFamily="34" charset="0"/>
              </a:rPr>
              <a:t>Poornima Pandey</a:t>
            </a:r>
            <a:endParaRPr lang="en-US" sz="1000" dirty="0">
              <a:latin typeface="Arial" panose="020B0604020202020204" pitchFamily="34" charset="0"/>
              <a:cs typeface="Arial" panose="020B0604020202020204" pitchFamily="34" charset="0"/>
            </a:endParaRPr>
          </a:p>
        </p:txBody>
      </p:sp>
      <p:sp>
        <p:nvSpPr>
          <p:cNvPr id="46" name="Shape 23">
            <a:extLst>
              <a:ext uri="{FF2B5EF4-FFF2-40B4-BE49-F238E27FC236}">
                <a16:creationId xmlns:a16="http://schemas.microsoft.com/office/drawing/2014/main" id="{4556D32C-0059-3AE9-7EA1-E656DE4451A3}"/>
              </a:ext>
            </a:extLst>
          </p:cNvPr>
          <p:cNvSpPr/>
          <p:nvPr/>
        </p:nvSpPr>
        <p:spPr>
          <a:xfrm>
            <a:off x="4617720" y="2011680"/>
            <a:ext cx="2057400" cy="594360"/>
          </a:xfrm>
          <a:prstGeom prst="rect">
            <a:avLst/>
          </a:prstGeom>
          <a:solidFill>
            <a:srgbClr val="1268B3"/>
          </a:solidFill>
          <a:ln/>
          <a:effectLst>
            <a:outerShdw blurRad="50800" dist="25400" dir="8100000" algn="bl" rotWithShape="0">
              <a:srgbClr val="000000">
                <a:alpha val="10000"/>
              </a:srgbClr>
            </a:outerShdw>
          </a:effectLst>
        </p:spPr>
        <p:txBody>
          <a:bodyPr/>
          <a:lstStyle/>
          <a:p>
            <a:endParaRPr lang="en-IN">
              <a:latin typeface="Arial" panose="020B0604020202020204" pitchFamily="34" charset="0"/>
              <a:cs typeface="Arial" panose="020B0604020202020204" pitchFamily="34" charset="0"/>
            </a:endParaRPr>
          </a:p>
        </p:txBody>
      </p:sp>
      <p:sp>
        <p:nvSpPr>
          <p:cNvPr id="47" name="Text 24">
            <a:extLst>
              <a:ext uri="{FF2B5EF4-FFF2-40B4-BE49-F238E27FC236}">
                <a16:creationId xmlns:a16="http://schemas.microsoft.com/office/drawing/2014/main" id="{23D97C08-2722-624C-B37B-195D36364481}"/>
              </a:ext>
            </a:extLst>
          </p:cNvPr>
          <p:cNvSpPr/>
          <p:nvPr/>
        </p:nvSpPr>
        <p:spPr>
          <a:xfrm>
            <a:off x="4617720" y="2011680"/>
            <a:ext cx="2057400" cy="594360"/>
          </a:xfrm>
          <a:prstGeom prst="rect">
            <a:avLst/>
          </a:prstGeom>
          <a:noFill/>
          <a:ln/>
        </p:spPr>
        <p:txBody>
          <a:bodyPr wrap="square" lIns="25400" tIns="25400" rIns="25400" bIns="25400" rtlCol="0" anchor="ctr"/>
          <a:lstStyle/>
          <a:p>
            <a:pPr marL="0" indent="0" algn="ctr">
              <a:buNone/>
            </a:pPr>
            <a:r>
              <a:rPr lang="en-US" sz="1200" b="1" dirty="0">
                <a:solidFill>
                  <a:srgbClr val="FFFFFF"/>
                </a:solidFill>
                <a:latin typeface="Arial" panose="020B0604020202020204" pitchFamily="34" charset="0"/>
                <a:ea typeface="Arial" pitchFamily="34" charset="-122"/>
                <a:cs typeface="Arial" panose="020B0604020202020204" pitchFamily="34" charset="0"/>
              </a:rPr>
              <a:t>Performance,</a:t>
            </a:r>
            <a:endParaRPr lang="en-US" sz="1200" dirty="0">
              <a:latin typeface="Arial" panose="020B0604020202020204" pitchFamily="34" charset="0"/>
              <a:cs typeface="Arial" panose="020B0604020202020204" pitchFamily="34" charset="0"/>
            </a:endParaRPr>
          </a:p>
          <a:p>
            <a:pPr marL="0" indent="0" algn="ctr">
              <a:buNone/>
            </a:pPr>
            <a:r>
              <a:rPr lang="en-US" sz="1200" b="1" dirty="0">
                <a:solidFill>
                  <a:srgbClr val="FFFFFF"/>
                </a:solidFill>
                <a:latin typeface="Arial" panose="020B0604020202020204" pitchFamily="34" charset="0"/>
                <a:ea typeface="Arial" pitchFamily="34" charset="-122"/>
                <a:cs typeface="Arial" panose="020B0604020202020204" pitchFamily="34" charset="0"/>
              </a:rPr>
              <a:t>Rewards &amp; IT</a:t>
            </a:r>
            <a:endParaRPr lang="en-US" sz="1200" dirty="0">
              <a:latin typeface="Arial" panose="020B0604020202020204" pitchFamily="34" charset="0"/>
              <a:cs typeface="Arial" panose="020B0604020202020204" pitchFamily="34" charset="0"/>
            </a:endParaRPr>
          </a:p>
        </p:txBody>
      </p:sp>
      <p:sp>
        <p:nvSpPr>
          <p:cNvPr id="48" name="Shape 25">
            <a:extLst>
              <a:ext uri="{FF2B5EF4-FFF2-40B4-BE49-F238E27FC236}">
                <a16:creationId xmlns:a16="http://schemas.microsoft.com/office/drawing/2014/main" id="{71AA3C0F-BF47-7B24-C4B0-72536AA0E823}"/>
              </a:ext>
            </a:extLst>
          </p:cNvPr>
          <p:cNvSpPr/>
          <p:nvPr/>
        </p:nvSpPr>
        <p:spPr>
          <a:xfrm>
            <a:off x="4617720" y="2606040"/>
            <a:ext cx="2057400" cy="1005840"/>
          </a:xfrm>
          <a:prstGeom prst="rect">
            <a:avLst/>
          </a:prstGeom>
          <a:solidFill>
            <a:srgbClr val="EAF2FA"/>
          </a:solidFill>
          <a:ln/>
        </p:spPr>
        <p:txBody>
          <a:bodyPr/>
          <a:lstStyle/>
          <a:p>
            <a:endParaRPr lang="en-IN">
              <a:latin typeface="Arial" panose="020B0604020202020204" pitchFamily="34" charset="0"/>
              <a:cs typeface="Arial" panose="020B0604020202020204" pitchFamily="34" charset="0"/>
            </a:endParaRPr>
          </a:p>
        </p:txBody>
      </p:sp>
      <p:sp>
        <p:nvSpPr>
          <p:cNvPr id="49" name="Text 26">
            <a:extLst>
              <a:ext uri="{FF2B5EF4-FFF2-40B4-BE49-F238E27FC236}">
                <a16:creationId xmlns:a16="http://schemas.microsoft.com/office/drawing/2014/main" id="{43ACF5B2-C53C-8F74-9DD9-F8ED30BA66C9}"/>
              </a:ext>
            </a:extLst>
          </p:cNvPr>
          <p:cNvSpPr/>
          <p:nvPr/>
        </p:nvSpPr>
        <p:spPr>
          <a:xfrm>
            <a:off x="4617720" y="2606040"/>
            <a:ext cx="2057400" cy="731520"/>
          </a:xfrm>
          <a:prstGeom prst="rect">
            <a:avLst/>
          </a:prstGeom>
          <a:noFill/>
          <a:ln/>
        </p:spPr>
        <p:txBody>
          <a:bodyPr wrap="square" lIns="50800" tIns="50800" rIns="50800" bIns="50800" rtlCol="0" anchor="t"/>
          <a:lstStyle/>
          <a:p>
            <a:pPr marL="0" indent="0" algn="ctr">
              <a:buNone/>
            </a:pPr>
            <a:r>
              <a:rPr lang="en-US" sz="1000" dirty="0">
                <a:solidFill>
                  <a:srgbClr val="272727"/>
                </a:solidFill>
                <a:latin typeface="Arial" panose="020B0604020202020204" pitchFamily="34" charset="0"/>
                <a:ea typeface="Arial" pitchFamily="34" charset="-122"/>
                <a:cs typeface="Arial" panose="020B0604020202020204" pitchFamily="34" charset="0"/>
              </a:rPr>
              <a:t>CXO benchmarking</a:t>
            </a:r>
            <a:endParaRPr lang="en-US" sz="1000" dirty="0">
              <a:latin typeface="Arial" panose="020B0604020202020204" pitchFamily="34" charset="0"/>
              <a:cs typeface="Arial" panose="020B0604020202020204" pitchFamily="34" charset="0"/>
            </a:endParaRPr>
          </a:p>
          <a:p>
            <a:pPr marL="0" indent="0" algn="ctr">
              <a:buNone/>
            </a:pPr>
            <a:r>
              <a:rPr lang="en-US" sz="1000" dirty="0">
                <a:solidFill>
                  <a:srgbClr val="272727"/>
                </a:solidFill>
                <a:latin typeface="Arial" panose="020B0604020202020204" pitchFamily="34" charset="0"/>
                <a:ea typeface="Arial" pitchFamily="34" charset="-122"/>
                <a:cs typeface="Arial" panose="020B0604020202020204" pitchFamily="34" charset="0"/>
              </a:rPr>
              <a:t>LTI design review</a:t>
            </a:r>
            <a:endParaRPr lang="en-US" sz="1000" dirty="0">
              <a:latin typeface="Arial" panose="020B0604020202020204" pitchFamily="34" charset="0"/>
              <a:cs typeface="Arial" panose="020B0604020202020204" pitchFamily="34" charset="0"/>
            </a:endParaRPr>
          </a:p>
          <a:p>
            <a:pPr marL="0" indent="0" algn="ctr">
              <a:buNone/>
            </a:pPr>
            <a:r>
              <a:rPr lang="en-US" sz="1000" dirty="0">
                <a:solidFill>
                  <a:srgbClr val="272727"/>
                </a:solidFill>
                <a:latin typeface="Arial" panose="020B0604020202020204" pitchFamily="34" charset="0"/>
                <a:ea typeface="Arial" pitchFamily="34" charset="-122"/>
                <a:cs typeface="Arial" panose="020B0604020202020204" pitchFamily="34" charset="0"/>
              </a:rPr>
              <a:t>Increment cycles</a:t>
            </a:r>
            <a:endParaRPr lang="en-US" sz="1000" dirty="0">
              <a:latin typeface="Arial" panose="020B0604020202020204" pitchFamily="34" charset="0"/>
              <a:cs typeface="Arial" panose="020B0604020202020204" pitchFamily="34" charset="0"/>
            </a:endParaRPr>
          </a:p>
        </p:txBody>
      </p:sp>
      <p:sp>
        <p:nvSpPr>
          <p:cNvPr id="50" name="Text 27">
            <a:extLst>
              <a:ext uri="{FF2B5EF4-FFF2-40B4-BE49-F238E27FC236}">
                <a16:creationId xmlns:a16="http://schemas.microsoft.com/office/drawing/2014/main" id="{77C81704-A4AE-DB70-A976-B45C7D1434AC}"/>
              </a:ext>
            </a:extLst>
          </p:cNvPr>
          <p:cNvSpPr/>
          <p:nvPr/>
        </p:nvSpPr>
        <p:spPr>
          <a:xfrm>
            <a:off x="4617720" y="3337560"/>
            <a:ext cx="2057400" cy="228600"/>
          </a:xfrm>
          <a:prstGeom prst="rect">
            <a:avLst/>
          </a:prstGeom>
          <a:noFill/>
          <a:ln/>
        </p:spPr>
        <p:txBody>
          <a:bodyPr wrap="square" lIns="0" tIns="0" rIns="0" bIns="0" rtlCol="0" anchor="ctr"/>
          <a:lstStyle/>
          <a:p>
            <a:pPr marL="0" indent="0" algn="ctr">
              <a:buNone/>
            </a:pPr>
            <a:r>
              <a:rPr lang="en-US" sz="1000" i="1" dirty="0">
                <a:solidFill>
                  <a:srgbClr val="999999"/>
                </a:solidFill>
                <a:latin typeface="Arial" panose="020B0604020202020204" pitchFamily="34" charset="0"/>
                <a:ea typeface="Arial" pitchFamily="34" charset="-122"/>
                <a:cs typeface="Arial" panose="020B0604020202020204" pitchFamily="34" charset="0"/>
              </a:rPr>
              <a:t>Vinay Choudhary</a:t>
            </a:r>
            <a:endParaRPr lang="en-US" sz="1000" dirty="0">
              <a:latin typeface="Arial" panose="020B0604020202020204" pitchFamily="34" charset="0"/>
              <a:cs typeface="Arial" panose="020B0604020202020204" pitchFamily="34" charset="0"/>
            </a:endParaRPr>
          </a:p>
        </p:txBody>
      </p:sp>
      <p:sp>
        <p:nvSpPr>
          <p:cNvPr id="51" name="Shape 28">
            <a:extLst>
              <a:ext uri="{FF2B5EF4-FFF2-40B4-BE49-F238E27FC236}">
                <a16:creationId xmlns:a16="http://schemas.microsoft.com/office/drawing/2014/main" id="{3A00A5DF-2E46-4F57-37EC-4B826F9C3971}"/>
              </a:ext>
            </a:extLst>
          </p:cNvPr>
          <p:cNvSpPr/>
          <p:nvPr/>
        </p:nvSpPr>
        <p:spPr>
          <a:xfrm>
            <a:off x="6766560" y="2011680"/>
            <a:ext cx="2057400" cy="594360"/>
          </a:xfrm>
          <a:prstGeom prst="rect">
            <a:avLst/>
          </a:prstGeom>
          <a:solidFill>
            <a:srgbClr val="1268B3"/>
          </a:solidFill>
          <a:ln/>
          <a:effectLst>
            <a:outerShdw blurRad="50800" dist="25400" dir="8100000" algn="bl" rotWithShape="0">
              <a:srgbClr val="000000">
                <a:alpha val="10000"/>
              </a:srgbClr>
            </a:outerShdw>
          </a:effectLst>
        </p:spPr>
        <p:txBody>
          <a:bodyPr/>
          <a:lstStyle/>
          <a:p>
            <a:endParaRPr lang="en-IN">
              <a:latin typeface="Arial" panose="020B0604020202020204" pitchFamily="34" charset="0"/>
              <a:cs typeface="Arial" panose="020B0604020202020204" pitchFamily="34" charset="0"/>
            </a:endParaRPr>
          </a:p>
        </p:txBody>
      </p:sp>
      <p:sp>
        <p:nvSpPr>
          <p:cNvPr id="52" name="Text 29">
            <a:extLst>
              <a:ext uri="{FF2B5EF4-FFF2-40B4-BE49-F238E27FC236}">
                <a16:creationId xmlns:a16="http://schemas.microsoft.com/office/drawing/2014/main" id="{431ED21C-F349-70DD-3A12-D9A4A8C3276A}"/>
              </a:ext>
            </a:extLst>
          </p:cNvPr>
          <p:cNvSpPr/>
          <p:nvPr/>
        </p:nvSpPr>
        <p:spPr>
          <a:xfrm>
            <a:off x="6766560" y="2011680"/>
            <a:ext cx="2057400" cy="594360"/>
          </a:xfrm>
          <a:prstGeom prst="rect">
            <a:avLst/>
          </a:prstGeom>
          <a:noFill/>
          <a:ln/>
        </p:spPr>
        <p:txBody>
          <a:bodyPr wrap="square" lIns="25400" tIns="25400" rIns="25400" bIns="25400" rtlCol="0" anchor="ctr"/>
          <a:lstStyle/>
          <a:p>
            <a:pPr marL="0" indent="0" algn="ctr">
              <a:buNone/>
            </a:pPr>
            <a:r>
              <a:rPr lang="en-US" sz="1200" b="1" dirty="0">
                <a:solidFill>
                  <a:srgbClr val="FFFFFF"/>
                </a:solidFill>
                <a:latin typeface="Arial" panose="020B0604020202020204" pitchFamily="34" charset="0"/>
                <a:ea typeface="Arial" pitchFamily="34" charset="-122"/>
                <a:cs typeface="Arial" panose="020B0604020202020204" pitchFamily="34" charset="0"/>
              </a:rPr>
              <a:t>HR</a:t>
            </a:r>
            <a:endParaRPr lang="en-US" sz="1200" dirty="0">
              <a:latin typeface="Arial" panose="020B0604020202020204" pitchFamily="34" charset="0"/>
              <a:cs typeface="Arial" panose="020B0604020202020204" pitchFamily="34" charset="0"/>
            </a:endParaRPr>
          </a:p>
          <a:p>
            <a:pPr marL="0" indent="0" algn="ctr">
              <a:buNone/>
            </a:pPr>
            <a:r>
              <a:rPr lang="en-US" sz="1200" b="1" dirty="0">
                <a:solidFill>
                  <a:srgbClr val="FFFFFF"/>
                </a:solidFill>
                <a:latin typeface="Arial" panose="020B0604020202020204" pitchFamily="34" charset="0"/>
                <a:ea typeface="Arial" pitchFamily="34" charset="-122"/>
                <a:cs typeface="Arial" panose="020B0604020202020204" pitchFamily="34" charset="0"/>
              </a:rPr>
              <a:t>Operations</a:t>
            </a:r>
            <a:endParaRPr lang="en-US" sz="1200" dirty="0">
              <a:latin typeface="Arial" panose="020B0604020202020204" pitchFamily="34" charset="0"/>
              <a:cs typeface="Arial" panose="020B0604020202020204" pitchFamily="34" charset="0"/>
            </a:endParaRPr>
          </a:p>
        </p:txBody>
      </p:sp>
      <p:sp>
        <p:nvSpPr>
          <p:cNvPr id="53" name="Shape 30">
            <a:extLst>
              <a:ext uri="{FF2B5EF4-FFF2-40B4-BE49-F238E27FC236}">
                <a16:creationId xmlns:a16="http://schemas.microsoft.com/office/drawing/2014/main" id="{166A2A2F-DB70-42BB-D180-77D6E21413D2}"/>
              </a:ext>
            </a:extLst>
          </p:cNvPr>
          <p:cNvSpPr/>
          <p:nvPr/>
        </p:nvSpPr>
        <p:spPr>
          <a:xfrm>
            <a:off x="6766560" y="2606040"/>
            <a:ext cx="2057400" cy="1005840"/>
          </a:xfrm>
          <a:prstGeom prst="rect">
            <a:avLst/>
          </a:prstGeom>
          <a:solidFill>
            <a:srgbClr val="EAF2FA"/>
          </a:solidFill>
          <a:ln/>
        </p:spPr>
        <p:txBody>
          <a:bodyPr/>
          <a:lstStyle/>
          <a:p>
            <a:endParaRPr lang="en-IN">
              <a:latin typeface="Arial" panose="020B0604020202020204" pitchFamily="34" charset="0"/>
              <a:cs typeface="Arial" panose="020B0604020202020204" pitchFamily="34" charset="0"/>
            </a:endParaRPr>
          </a:p>
        </p:txBody>
      </p:sp>
      <p:sp>
        <p:nvSpPr>
          <p:cNvPr id="54" name="Text 31">
            <a:extLst>
              <a:ext uri="{FF2B5EF4-FFF2-40B4-BE49-F238E27FC236}">
                <a16:creationId xmlns:a16="http://schemas.microsoft.com/office/drawing/2014/main" id="{006133D8-6DAA-FD8B-5051-1C1E8D772B36}"/>
              </a:ext>
            </a:extLst>
          </p:cNvPr>
          <p:cNvSpPr/>
          <p:nvPr/>
        </p:nvSpPr>
        <p:spPr>
          <a:xfrm>
            <a:off x="6766560" y="2606040"/>
            <a:ext cx="2057400" cy="731520"/>
          </a:xfrm>
          <a:prstGeom prst="rect">
            <a:avLst/>
          </a:prstGeom>
          <a:noFill/>
          <a:ln/>
        </p:spPr>
        <p:txBody>
          <a:bodyPr wrap="square" lIns="50800" tIns="50800" rIns="50800" bIns="50800" rtlCol="0" anchor="t"/>
          <a:lstStyle/>
          <a:p>
            <a:pPr marL="0" indent="0" algn="ctr">
              <a:buNone/>
            </a:pPr>
            <a:r>
              <a:rPr lang="en-US" sz="1000" dirty="0">
                <a:solidFill>
                  <a:srgbClr val="272727"/>
                </a:solidFill>
                <a:latin typeface="Arial" panose="020B0604020202020204" pitchFamily="34" charset="0"/>
                <a:ea typeface="Arial" pitchFamily="34" charset="-122"/>
                <a:cs typeface="Arial" panose="020B0604020202020204" pitchFamily="34" charset="0"/>
              </a:rPr>
              <a:t>Hire-to-retire</a:t>
            </a:r>
            <a:endParaRPr lang="en-US" sz="1000" dirty="0">
              <a:latin typeface="Arial" panose="020B0604020202020204" pitchFamily="34" charset="0"/>
              <a:cs typeface="Arial" panose="020B0604020202020204" pitchFamily="34" charset="0"/>
            </a:endParaRPr>
          </a:p>
          <a:p>
            <a:pPr marL="0" indent="0" algn="ctr">
              <a:buNone/>
            </a:pPr>
            <a:r>
              <a:rPr lang="en-US" sz="1000" dirty="0">
                <a:solidFill>
                  <a:srgbClr val="272727"/>
                </a:solidFill>
                <a:latin typeface="Arial" panose="020B0604020202020204" pitchFamily="34" charset="0"/>
                <a:ea typeface="Arial" pitchFamily="34" charset="-122"/>
                <a:cs typeface="Arial" panose="020B0604020202020204" pitchFamily="34" charset="0"/>
              </a:rPr>
              <a:t>Benefits &amp; payroll</a:t>
            </a:r>
            <a:endParaRPr lang="en-US" sz="1000" dirty="0">
              <a:latin typeface="Arial" panose="020B0604020202020204" pitchFamily="34" charset="0"/>
              <a:cs typeface="Arial" panose="020B0604020202020204" pitchFamily="34" charset="0"/>
            </a:endParaRPr>
          </a:p>
          <a:p>
            <a:pPr marL="0" indent="0" algn="ctr">
              <a:buNone/>
            </a:pPr>
            <a:r>
              <a:rPr lang="en-US" sz="1000" dirty="0">
                <a:solidFill>
                  <a:srgbClr val="272727"/>
                </a:solidFill>
                <a:latin typeface="Arial" panose="020B0604020202020204" pitchFamily="34" charset="0"/>
                <a:ea typeface="Arial" pitchFamily="34" charset="-122"/>
                <a:cs typeface="Arial" panose="020B0604020202020204" pitchFamily="34" charset="0"/>
              </a:rPr>
              <a:t>~300 Tata Sons employees</a:t>
            </a:r>
            <a:endParaRPr lang="en-US" sz="1000" dirty="0">
              <a:latin typeface="Arial" panose="020B0604020202020204" pitchFamily="34" charset="0"/>
              <a:cs typeface="Arial" panose="020B0604020202020204" pitchFamily="34" charset="0"/>
            </a:endParaRPr>
          </a:p>
        </p:txBody>
      </p:sp>
      <p:sp>
        <p:nvSpPr>
          <p:cNvPr id="55" name="Text 32">
            <a:extLst>
              <a:ext uri="{FF2B5EF4-FFF2-40B4-BE49-F238E27FC236}">
                <a16:creationId xmlns:a16="http://schemas.microsoft.com/office/drawing/2014/main" id="{7714956E-1DEF-D9A6-4F24-3783D34BE05C}"/>
              </a:ext>
            </a:extLst>
          </p:cNvPr>
          <p:cNvSpPr/>
          <p:nvPr/>
        </p:nvSpPr>
        <p:spPr>
          <a:xfrm>
            <a:off x="6766560" y="3337560"/>
            <a:ext cx="2057400" cy="228600"/>
          </a:xfrm>
          <a:prstGeom prst="rect">
            <a:avLst/>
          </a:prstGeom>
          <a:noFill/>
          <a:ln/>
        </p:spPr>
        <p:txBody>
          <a:bodyPr wrap="square" lIns="0" tIns="0" rIns="0" bIns="0" rtlCol="0" anchor="ctr"/>
          <a:lstStyle/>
          <a:p>
            <a:pPr marL="0" indent="0" algn="ctr">
              <a:buNone/>
            </a:pPr>
            <a:r>
              <a:rPr lang="en-US" sz="1000" i="1" dirty="0">
                <a:solidFill>
                  <a:srgbClr val="999999"/>
                </a:solidFill>
                <a:latin typeface="Arial" panose="020B0604020202020204" pitchFamily="34" charset="0"/>
                <a:ea typeface="Arial" pitchFamily="34" charset="-122"/>
                <a:cs typeface="Arial" panose="020B0604020202020204" pitchFamily="34" charset="0"/>
              </a:rPr>
              <a:t>Aparajita Shankar</a:t>
            </a:r>
            <a:endParaRPr lang="en-US" sz="1000" dirty="0">
              <a:latin typeface="Arial" panose="020B0604020202020204" pitchFamily="34" charset="0"/>
              <a:cs typeface="Arial" panose="020B0604020202020204" pitchFamily="34" charset="0"/>
            </a:endParaRPr>
          </a:p>
        </p:txBody>
      </p:sp>
      <p:sp>
        <p:nvSpPr>
          <p:cNvPr id="56" name="Shape 33">
            <a:extLst>
              <a:ext uri="{FF2B5EF4-FFF2-40B4-BE49-F238E27FC236}">
                <a16:creationId xmlns:a16="http://schemas.microsoft.com/office/drawing/2014/main" id="{FB0D0E28-639D-6AFF-A26B-B92E7F4B1B99}"/>
              </a:ext>
            </a:extLst>
          </p:cNvPr>
          <p:cNvSpPr/>
          <p:nvPr/>
        </p:nvSpPr>
        <p:spPr>
          <a:xfrm>
            <a:off x="320041" y="3977640"/>
            <a:ext cx="6446520" cy="365760"/>
          </a:xfrm>
          <a:prstGeom prst="rect">
            <a:avLst/>
          </a:prstGeom>
          <a:solidFill>
            <a:srgbClr val="001B5B"/>
          </a:solidFill>
          <a:ln/>
        </p:spPr>
        <p:txBody>
          <a:bodyPr/>
          <a:lstStyle/>
          <a:p>
            <a:endParaRPr lang="en-IN">
              <a:latin typeface="Arial" panose="020B0604020202020204" pitchFamily="34" charset="0"/>
              <a:cs typeface="Arial" panose="020B0604020202020204" pitchFamily="34" charset="0"/>
            </a:endParaRPr>
          </a:p>
        </p:txBody>
      </p:sp>
      <p:sp>
        <p:nvSpPr>
          <p:cNvPr id="57" name="Text 34">
            <a:extLst>
              <a:ext uri="{FF2B5EF4-FFF2-40B4-BE49-F238E27FC236}">
                <a16:creationId xmlns:a16="http://schemas.microsoft.com/office/drawing/2014/main" id="{30703F95-442A-EA7E-0D65-066F5F503282}"/>
              </a:ext>
            </a:extLst>
          </p:cNvPr>
          <p:cNvSpPr/>
          <p:nvPr/>
        </p:nvSpPr>
        <p:spPr>
          <a:xfrm>
            <a:off x="320040" y="3977640"/>
            <a:ext cx="6446521" cy="365760"/>
          </a:xfrm>
          <a:prstGeom prst="rect">
            <a:avLst/>
          </a:prstGeom>
          <a:noFill/>
          <a:ln/>
        </p:spPr>
        <p:txBody>
          <a:bodyPr wrap="square" lIns="0" tIns="0" rIns="0" bIns="0" rtlCol="0" anchor="ctr"/>
          <a:lstStyle/>
          <a:p>
            <a:pPr marL="0" indent="0" algn="ctr">
              <a:buNone/>
            </a:pPr>
            <a:r>
              <a:rPr lang="en-US" sz="1100" dirty="0">
                <a:solidFill>
                  <a:srgbClr val="FFFFFF"/>
                </a:solidFill>
                <a:latin typeface="Arial" panose="020B0604020202020204" pitchFamily="34" charset="0"/>
                <a:ea typeface="Arial" pitchFamily="34" charset="-122"/>
                <a:cs typeface="Arial" panose="020B0604020202020204" pitchFamily="34" charset="0"/>
              </a:rPr>
              <a:t>30+ Group Companies (Tata Steel, TCS, Tata Motors, Tata Power, ...)</a:t>
            </a:r>
            <a:endParaRPr lang="en-US" sz="1100" dirty="0">
              <a:latin typeface="Arial" panose="020B0604020202020204" pitchFamily="34" charset="0"/>
              <a:cs typeface="Arial" panose="020B0604020202020204" pitchFamily="34" charset="0"/>
            </a:endParaRPr>
          </a:p>
        </p:txBody>
      </p:sp>
      <p:sp>
        <p:nvSpPr>
          <p:cNvPr id="58" name="Shape 35">
            <a:extLst>
              <a:ext uri="{FF2B5EF4-FFF2-40B4-BE49-F238E27FC236}">
                <a16:creationId xmlns:a16="http://schemas.microsoft.com/office/drawing/2014/main" id="{E54CD9C1-B310-3A53-D6FF-11651F1E0DC2}"/>
              </a:ext>
            </a:extLst>
          </p:cNvPr>
          <p:cNvSpPr/>
          <p:nvPr/>
        </p:nvSpPr>
        <p:spPr>
          <a:xfrm>
            <a:off x="1348740" y="3611880"/>
            <a:ext cx="0" cy="365760"/>
          </a:xfrm>
          <a:prstGeom prst="line">
            <a:avLst/>
          </a:prstGeom>
          <a:noFill/>
          <a:ln w="12700">
            <a:solidFill>
              <a:srgbClr val="CCCCCC"/>
            </a:solidFill>
            <a:prstDash val="dash"/>
          </a:ln>
        </p:spPr>
        <p:txBody>
          <a:bodyPr/>
          <a:lstStyle/>
          <a:p>
            <a:endParaRPr lang="en-IN">
              <a:latin typeface="Arial" panose="020B0604020202020204" pitchFamily="34" charset="0"/>
              <a:cs typeface="Arial" panose="020B0604020202020204" pitchFamily="34" charset="0"/>
            </a:endParaRPr>
          </a:p>
        </p:txBody>
      </p:sp>
      <p:sp>
        <p:nvSpPr>
          <p:cNvPr id="59" name="Shape 36">
            <a:extLst>
              <a:ext uri="{FF2B5EF4-FFF2-40B4-BE49-F238E27FC236}">
                <a16:creationId xmlns:a16="http://schemas.microsoft.com/office/drawing/2014/main" id="{7ECDE9C5-F5E1-208D-8047-AD0E66DDA3A6}"/>
              </a:ext>
            </a:extLst>
          </p:cNvPr>
          <p:cNvSpPr/>
          <p:nvPr/>
        </p:nvSpPr>
        <p:spPr>
          <a:xfrm>
            <a:off x="3497580" y="3611880"/>
            <a:ext cx="0" cy="365760"/>
          </a:xfrm>
          <a:prstGeom prst="line">
            <a:avLst/>
          </a:prstGeom>
          <a:noFill/>
          <a:ln w="12700">
            <a:solidFill>
              <a:srgbClr val="CCCCCC"/>
            </a:solidFill>
            <a:prstDash val="dash"/>
          </a:ln>
        </p:spPr>
        <p:txBody>
          <a:bodyPr/>
          <a:lstStyle/>
          <a:p>
            <a:endParaRPr lang="en-IN">
              <a:latin typeface="Arial" panose="020B0604020202020204" pitchFamily="34" charset="0"/>
              <a:cs typeface="Arial" panose="020B0604020202020204" pitchFamily="34" charset="0"/>
            </a:endParaRPr>
          </a:p>
        </p:txBody>
      </p:sp>
      <p:sp>
        <p:nvSpPr>
          <p:cNvPr id="60" name="Shape 37">
            <a:extLst>
              <a:ext uri="{FF2B5EF4-FFF2-40B4-BE49-F238E27FC236}">
                <a16:creationId xmlns:a16="http://schemas.microsoft.com/office/drawing/2014/main" id="{BB13E342-F72C-3374-D06A-D0149C027697}"/>
              </a:ext>
            </a:extLst>
          </p:cNvPr>
          <p:cNvSpPr/>
          <p:nvPr/>
        </p:nvSpPr>
        <p:spPr>
          <a:xfrm>
            <a:off x="5646420" y="3611880"/>
            <a:ext cx="0" cy="365760"/>
          </a:xfrm>
          <a:prstGeom prst="line">
            <a:avLst/>
          </a:prstGeom>
          <a:noFill/>
          <a:ln w="12700">
            <a:solidFill>
              <a:srgbClr val="CCCCCC"/>
            </a:solidFill>
            <a:prstDash val="dash"/>
          </a:ln>
        </p:spPr>
        <p:txBody>
          <a:bodyPr/>
          <a:lstStyle/>
          <a:p>
            <a:endParaRPr lang="en-I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29832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18533"/>
            <a:ext cx="8229600" cy="688256"/>
          </a:xfrm>
          <a:prstGeom prst="rect">
            <a:avLst/>
          </a:prstGeom>
          <a:noFill/>
        </p:spPr>
        <p:txBody>
          <a:bodyPr wrap="square" lIns="36000" tIns="36000" rIns="36000" bIns="36000" anchor="t">
            <a:spAutoFit/>
          </a:bodyPr>
          <a:lstStyle/>
          <a:p>
            <a:pPr algn="l"/>
            <a:r>
              <a:rPr sz="2000" b="1" dirty="0">
                <a:solidFill>
                  <a:srgbClr val="001B5B"/>
                </a:solidFill>
                <a:latin typeface="Arial"/>
              </a:rPr>
              <a:t>Group HR can be AI-native. TMTC and TAS </a:t>
            </a:r>
            <a:endParaRPr lang="en-US" sz="2000" b="1" dirty="0">
              <a:solidFill>
                <a:srgbClr val="001B5B"/>
              </a:solidFill>
              <a:latin typeface="Arial"/>
            </a:endParaRPr>
          </a:p>
          <a:p>
            <a:pPr algn="l"/>
            <a:r>
              <a:rPr sz="2000" b="1" dirty="0">
                <a:solidFill>
                  <a:srgbClr val="001B5B"/>
                </a:solidFill>
                <a:latin typeface="Arial"/>
              </a:rPr>
              <a:t>are the proof points.</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algn="l"/>
            <a:r>
              <a:rPr sz="800" b="0" dirty="0">
                <a:solidFill>
                  <a:srgbClr val="999999"/>
                </a:solidFill>
                <a:latin typeface="Arial"/>
              </a:rPr>
              <a:t>AI-NATIVE HR · FINAL </a:t>
            </a:r>
            <a:r>
              <a:rPr lang="en-US" sz="800" dirty="0">
                <a:solidFill>
                  <a:srgbClr val="999999"/>
                </a:solidFill>
                <a:latin typeface="Arial"/>
              </a:rPr>
              <a:t>REVIEW</a:t>
            </a:r>
            <a:endParaRPr sz="800" b="0" dirty="0">
              <a:solidFill>
                <a:srgbClr val="999999"/>
              </a:solidFill>
              <a:latin typeface="Arial"/>
            </a:endParaRPr>
          </a:p>
        </p:txBody>
      </p:sp>
      <p:grpSp>
        <p:nvGrpSpPr>
          <p:cNvPr id="19" name="Group 18">
            <a:extLst>
              <a:ext uri="{FF2B5EF4-FFF2-40B4-BE49-F238E27FC236}">
                <a16:creationId xmlns:a16="http://schemas.microsoft.com/office/drawing/2014/main" id="{88992883-C72D-2A89-3C71-1DD869C465AD}"/>
              </a:ext>
            </a:extLst>
          </p:cNvPr>
          <p:cNvGrpSpPr/>
          <p:nvPr/>
        </p:nvGrpSpPr>
        <p:grpSpPr>
          <a:xfrm>
            <a:off x="457200" y="1097280"/>
            <a:ext cx="2697480" cy="3383280"/>
            <a:chOff x="457200" y="1097280"/>
            <a:chExt cx="2697480" cy="3383280"/>
          </a:xfrm>
        </p:grpSpPr>
        <p:sp>
          <p:nvSpPr>
            <p:cNvPr id="6" name="Rectangle 5"/>
            <p:cNvSpPr/>
            <p:nvPr/>
          </p:nvSpPr>
          <p:spPr>
            <a:xfrm>
              <a:off x="457200" y="1097280"/>
              <a:ext cx="2697480" cy="338328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097280"/>
              <a:ext cx="2697480" cy="36576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143000"/>
              <a:ext cx="2514600" cy="288147"/>
            </a:xfrm>
            <a:prstGeom prst="rect">
              <a:avLst/>
            </a:prstGeom>
            <a:noFill/>
          </p:spPr>
          <p:txBody>
            <a:bodyPr wrap="square" lIns="36000" tIns="36000" rIns="36000" bIns="36000" anchor="t">
              <a:spAutoFit/>
            </a:bodyPr>
            <a:lstStyle/>
            <a:p>
              <a:pPr algn="ctr"/>
              <a:r>
                <a:rPr sz="1400" b="1" dirty="0">
                  <a:solidFill>
                    <a:srgbClr val="FFFFFF"/>
                  </a:solidFill>
                  <a:latin typeface="Arial"/>
                </a:rPr>
                <a:t>THE OPPORTUNITY</a:t>
              </a:r>
            </a:p>
          </p:txBody>
        </p:sp>
        <p:sp>
          <p:nvSpPr>
            <p:cNvPr id="9" name="TextBox 8"/>
            <p:cNvSpPr txBox="1"/>
            <p:nvPr/>
          </p:nvSpPr>
          <p:spPr>
            <a:xfrm>
              <a:off x="594360" y="1600200"/>
              <a:ext cx="2514600" cy="2011695"/>
            </a:xfrm>
            <a:prstGeom prst="rect">
              <a:avLst/>
            </a:prstGeom>
            <a:noFill/>
          </p:spPr>
          <p:txBody>
            <a:bodyPr wrap="square" lIns="36000" tIns="36000" rIns="36000" bIns="36000" anchor="t">
              <a:spAutoFit/>
            </a:bodyPr>
            <a:lstStyle/>
            <a:p>
              <a:pPr marL="285750" indent="-285750" algn="l">
                <a:buFont typeface="Arial" panose="020B0604020202020204" pitchFamily="34" charset="0"/>
                <a:buChar char="•"/>
              </a:pPr>
              <a:r>
                <a:rPr sz="1400" b="0" dirty="0">
                  <a:solidFill>
                    <a:srgbClr val="272727"/>
                  </a:solidFill>
                  <a:latin typeface="Arial"/>
                </a:rPr>
                <a:t>14 processes mapped.</a:t>
              </a:r>
              <a:endParaRPr lang="en-US" sz="1400" b="0" dirty="0">
                <a:solidFill>
                  <a:srgbClr val="272727"/>
                </a:solidFill>
                <a:latin typeface="Arial"/>
              </a:endParaRPr>
            </a:p>
            <a:p>
              <a:pPr marL="285750" indent="-285750" algn="l">
                <a:buFont typeface="Arial" panose="020B0604020202020204" pitchFamily="34" charset="0"/>
                <a:buChar char="•"/>
              </a:pPr>
              <a:r>
                <a:rPr sz="1400" b="0" dirty="0">
                  <a:solidFill>
                    <a:srgbClr val="272727"/>
                  </a:solidFill>
                  <a:latin typeface="Arial"/>
                </a:rPr>
                <a:t>5 systemic themes. </a:t>
              </a:r>
              <a:endParaRPr lang="en-US" sz="1400" b="0" dirty="0">
                <a:solidFill>
                  <a:srgbClr val="272727"/>
                </a:solidFill>
                <a:latin typeface="Arial"/>
              </a:endParaRPr>
            </a:p>
            <a:p>
              <a:pPr marL="285750" indent="-285750" algn="l">
                <a:buFont typeface="Arial" panose="020B0604020202020204" pitchFamily="34" charset="0"/>
                <a:buChar char="•"/>
              </a:pPr>
              <a:r>
                <a:rPr sz="1400" b="0" dirty="0">
                  <a:solidFill>
                    <a:srgbClr val="272727"/>
                  </a:solidFill>
                  <a:latin typeface="Arial"/>
                </a:rPr>
                <a:t>13 AI-native</a:t>
              </a:r>
              <a:r>
                <a:rPr lang="en-US" sz="1400" b="0" dirty="0">
                  <a:solidFill>
                    <a:srgbClr val="272727"/>
                  </a:solidFill>
                  <a:latin typeface="Arial"/>
                </a:rPr>
                <a:t> transformation</a:t>
              </a:r>
              <a:r>
                <a:rPr sz="1400" b="0" dirty="0">
                  <a:solidFill>
                    <a:srgbClr val="272727"/>
                  </a:solidFill>
                  <a:latin typeface="Arial"/>
                </a:rPr>
                <a:t> opportunities.</a:t>
              </a:r>
              <a:endParaRPr lang="en-US" sz="1400" b="0" dirty="0">
                <a:solidFill>
                  <a:srgbClr val="272727"/>
                </a:solidFill>
                <a:latin typeface="Arial"/>
              </a:endParaRPr>
            </a:p>
            <a:p>
              <a:pPr marL="285750" indent="-285750" algn="l">
                <a:buFont typeface="Arial" panose="020B0604020202020204" pitchFamily="34" charset="0"/>
                <a:buChar char="•"/>
              </a:pPr>
              <a:r>
                <a:rPr sz="1400" b="0" dirty="0">
                  <a:solidFill>
                    <a:srgbClr val="272727"/>
                  </a:solidFill>
                  <a:latin typeface="Arial"/>
                </a:rPr>
                <a:t>The pattern holds across all of them: AI as orchestration + memory layer; humans as the judgement layer.</a:t>
              </a:r>
            </a:p>
          </p:txBody>
        </p:sp>
      </p:grpSp>
      <p:grpSp>
        <p:nvGrpSpPr>
          <p:cNvPr id="20" name="Group 19">
            <a:extLst>
              <a:ext uri="{FF2B5EF4-FFF2-40B4-BE49-F238E27FC236}">
                <a16:creationId xmlns:a16="http://schemas.microsoft.com/office/drawing/2014/main" id="{77639E02-DF49-CD93-09BD-C5B82FD7901D}"/>
              </a:ext>
            </a:extLst>
          </p:cNvPr>
          <p:cNvGrpSpPr/>
          <p:nvPr/>
        </p:nvGrpSpPr>
        <p:grpSpPr>
          <a:xfrm>
            <a:off x="3246120" y="1097280"/>
            <a:ext cx="2697480" cy="3383280"/>
            <a:chOff x="3246120" y="1097280"/>
            <a:chExt cx="2697480" cy="3383280"/>
          </a:xfrm>
        </p:grpSpPr>
        <p:sp>
          <p:nvSpPr>
            <p:cNvPr id="10" name="Rectangle 9"/>
            <p:cNvSpPr/>
            <p:nvPr/>
          </p:nvSpPr>
          <p:spPr>
            <a:xfrm>
              <a:off x="3246120" y="1097280"/>
              <a:ext cx="2697480" cy="338328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46120" y="1097280"/>
              <a:ext cx="2697480" cy="36576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83280" y="1143000"/>
              <a:ext cx="2514600" cy="288147"/>
            </a:xfrm>
            <a:prstGeom prst="rect">
              <a:avLst/>
            </a:prstGeom>
            <a:noFill/>
          </p:spPr>
          <p:txBody>
            <a:bodyPr wrap="square" lIns="36000" tIns="36000" rIns="36000" bIns="36000" anchor="t">
              <a:spAutoFit/>
            </a:bodyPr>
            <a:lstStyle/>
            <a:p>
              <a:pPr algn="ctr"/>
              <a:r>
                <a:rPr sz="1400" b="1" dirty="0">
                  <a:solidFill>
                    <a:srgbClr val="FFFFFF"/>
                  </a:solidFill>
                  <a:latin typeface="Arial"/>
                </a:rPr>
                <a:t>WHY TMTC FIRST</a:t>
              </a:r>
            </a:p>
          </p:txBody>
        </p:sp>
        <p:sp>
          <p:nvSpPr>
            <p:cNvPr id="13" name="TextBox 12"/>
            <p:cNvSpPr txBox="1"/>
            <p:nvPr/>
          </p:nvSpPr>
          <p:spPr>
            <a:xfrm>
              <a:off x="3383280" y="1600200"/>
              <a:ext cx="2514600" cy="2227139"/>
            </a:xfrm>
            <a:prstGeom prst="rect">
              <a:avLst/>
            </a:prstGeom>
            <a:noFill/>
          </p:spPr>
          <p:txBody>
            <a:bodyPr wrap="square" lIns="36000" tIns="36000" rIns="36000" bIns="36000" anchor="t">
              <a:spAutoFit/>
            </a:bodyPr>
            <a:lstStyle/>
            <a:p>
              <a:pPr marL="285750" indent="-285750" algn="l">
                <a:buFont typeface="Arial" panose="020B0604020202020204" pitchFamily="34" charset="0"/>
                <a:buChar char="•"/>
              </a:pPr>
              <a:r>
                <a:rPr sz="1400" b="0" dirty="0">
                  <a:solidFill>
                    <a:srgbClr val="272727"/>
                  </a:solidFill>
                  <a:latin typeface="Arial"/>
                </a:rPr>
                <a:t>200 programs/year</a:t>
              </a:r>
              <a:endParaRPr lang="en-US" sz="1400" dirty="0">
                <a:solidFill>
                  <a:srgbClr val="272727"/>
                </a:solidFill>
                <a:latin typeface="Arial"/>
              </a:endParaRPr>
            </a:p>
            <a:p>
              <a:pPr marL="285750" indent="-285750" algn="l">
                <a:buFont typeface="Arial" panose="020B0604020202020204" pitchFamily="34" charset="0"/>
                <a:buChar char="•"/>
              </a:pPr>
              <a:r>
                <a:rPr lang="en-US" sz="1400" b="0" dirty="0">
                  <a:solidFill>
                    <a:srgbClr val="272727"/>
                  </a:solidFill>
                  <a:latin typeface="Arial"/>
                </a:rPr>
                <a:t>N</a:t>
              </a:r>
              <a:r>
                <a:rPr sz="1400" b="0" dirty="0">
                  <a:solidFill>
                    <a:srgbClr val="272727"/>
                  </a:solidFill>
                  <a:latin typeface="Arial"/>
                </a:rPr>
                <a:t>o LMS</a:t>
              </a:r>
              <a:r>
                <a:rPr lang="en-US" sz="1400" b="0" dirty="0">
                  <a:solidFill>
                    <a:srgbClr val="272727"/>
                  </a:solidFill>
                  <a:latin typeface="Arial"/>
                </a:rPr>
                <a:t> support</a:t>
              </a:r>
              <a:r>
                <a:rPr sz="1400" b="0" dirty="0">
                  <a:solidFill>
                    <a:srgbClr val="272727"/>
                  </a:solidFill>
                  <a:latin typeface="Arial"/>
                </a:rPr>
                <a:t>, </a:t>
              </a:r>
              <a:endParaRPr lang="en-US" sz="1400" b="0" dirty="0">
                <a:solidFill>
                  <a:srgbClr val="272727"/>
                </a:solidFill>
                <a:latin typeface="Arial"/>
              </a:endParaRPr>
            </a:p>
            <a:p>
              <a:pPr marL="285750" indent="-285750" algn="l">
                <a:buFont typeface="Arial" panose="020B0604020202020204" pitchFamily="34" charset="0"/>
                <a:buChar char="•"/>
              </a:pPr>
              <a:r>
                <a:rPr lang="en-US" sz="1400" dirty="0">
                  <a:solidFill>
                    <a:srgbClr val="272727"/>
                  </a:solidFill>
                  <a:latin typeface="Arial"/>
                </a:rPr>
                <a:t>F</a:t>
              </a:r>
              <a:r>
                <a:rPr sz="1400" b="0" dirty="0">
                  <a:solidFill>
                    <a:srgbClr val="272727"/>
                  </a:solidFill>
                  <a:latin typeface="Arial"/>
                </a:rPr>
                <a:t>aculty</a:t>
              </a:r>
              <a:r>
                <a:rPr lang="en-US" sz="1400" dirty="0">
                  <a:solidFill>
                    <a:srgbClr val="272727"/>
                  </a:solidFill>
                  <a:latin typeface="Arial"/>
                </a:rPr>
                <a:t> Details</a:t>
              </a:r>
              <a:r>
                <a:rPr sz="1400" b="0" dirty="0">
                  <a:solidFill>
                    <a:srgbClr val="272727"/>
                  </a:solidFill>
                  <a:latin typeface="Arial"/>
                </a:rPr>
                <a:t> + content trapped in SharePoint, </a:t>
              </a:r>
              <a:endParaRPr lang="en-US" sz="1400" b="0" dirty="0">
                <a:solidFill>
                  <a:srgbClr val="272727"/>
                </a:solidFill>
                <a:latin typeface="Arial"/>
              </a:endParaRPr>
            </a:p>
            <a:p>
              <a:pPr marL="285750" indent="-285750" algn="l">
                <a:buFont typeface="Arial" panose="020B0604020202020204" pitchFamily="34" charset="0"/>
                <a:buChar char="•"/>
              </a:pPr>
              <a:r>
                <a:rPr lang="en-US" sz="1400" dirty="0">
                  <a:solidFill>
                    <a:srgbClr val="272727"/>
                  </a:solidFill>
                  <a:latin typeface="Arial"/>
                </a:rPr>
                <a:t>C</a:t>
              </a:r>
              <a:r>
                <a:rPr sz="1400" b="0" dirty="0">
                  <a:solidFill>
                    <a:srgbClr val="272727"/>
                  </a:solidFill>
                  <a:latin typeface="Arial"/>
                </a:rPr>
                <a:t>ustom </a:t>
              </a:r>
              <a:r>
                <a:rPr lang="en-US" sz="1400" b="0" dirty="0">
                  <a:solidFill>
                    <a:srgbClr val="272727"/>
                  </a:solidFill>
                  <a:latin typeface="Arial"/>
                </a:rPr>
                <a:t>Program </a:t>
              </a:r>
              <a:r>
                <a:rPr sz="1400" b="0" dirty="0">
                  <a:solidFill>
                    <a:srgbClr val="272727"/>
                  </a:solidFill>
                  <a:latin typeface="Arial"/>
                </a:rPr>
                <a:t>curation is high-judgement work with no institutional memory. </a:t>
              </a:r>
              <a:endParaRPr lang="en-US" sz="1400" b="0" dirty="0">
                <a:solidFill>
                  <a:srgbClr val="272727"/>
                </a:solidFill>
                <a:latin typeface="Arial"/>
              </a:endParaRPr>
            </a:p>
            <a:p>
              <a:pPr marL="285750" indent="-285750" algn="l">
                <a:buFont typeface="Arial" panose="020B0604020202020204" pitchFamily="34" charset="0"/>
                <a:buChar char="•"/>
              </a:pPr>
              <a:r>
                <a:rPr sz="1400" b="0" dirty="0">
                  <a:solidFill>
                    <a:srgbClr val="272727"/>
                  </a:solidFill>
                  <a:latin typeface="Arial"/>
                </a:rPr>
                <a:t>Highest upside, clearest model.</a:t>
              </a:r>
            </a:p>
          </p:txBody>
        </p:sp>
      </p:grpSp>
      <p:sp>
        <p:nvSpPr>
          <p:cNvPr id="14" name="Rectangle 13"/>
          <p:cNvSpPr/>
          <p:nvPr/>
        </p:nvSpPr>
        <p:spPr>
          <a:xfrm>
            <a:off x="6035040" y="1097280"/>
            <a:ext cx="2697480" cy="338328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035040" y="1097280"/>
            <a:ext cx="2697480" cy="36576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72200" y="1143000"/>
            <a:ext cx="2514600" cy="288147"/>
          </a:xfrm>
          <a:prstGeom prst="rect">
            <a:avLst/>
          </a:prstGeom>
          <a:noFill/>
        </p:spPr>
        <p:txBody>
          <a:bodyPr wrap="square" lIns="36000" tIns="36000" rIns="36000" bIns="36000" anchor="t">
            <a:spAutoFit/>
          </a:bodyPr>
          <a:lstStyle/>
          <a:p>
            <a:pPr algn="ctr"/>
            <a:r>
              <a:rPr sz="1400" b="1" dirty="0">
                <a:solidFill>
                  <a:srgbClr val="FFFFFF"/>
                </a:solidFill>
                <a:latin typeface="Arial"/>
              </a:rPr>
              <a:t>WHY TAS NEXT</a:t>
            </a:r>
          </a:p>
        </p:txBody>
      </p:sp>
      <p:sp>
        <p:nvSpPr>
          <p:cNvPr id="17" name="TextBox 16"/>
          <p:cNvSpPr txBox="1"/>
          <p:nvPr/>
        </p:nvSpPr>
        <p:spPr>
          <a:xfrm>
            <a:off x="6172200" y="1600200"/>
            <a:ext cx="2514600" cy="2011695"/>
          </a:xfrm>
          <a:prstGeom prst="rect">
            <a:avLst/>
          </a:prstGeom>
          <a:noFill/>
        </p:spPr>
        <p:txBody>
          <a:bodyPr wrap="square" lIns="36000" tIns="36000" rIns="36000" bIns="36000" anchor="t">
            <a:spAutoFit/>
          </a:bodyPr>
          <a:lstStyle/>
          <a:p>
            <a:pPr marL="285750" indent="-285750" algn="l">
              <a:buFont typeface="Arial" panose="020B0604020202020204" pitchFamily="34" charset="0"/>
              <a:buChar char="•"/>
            </a:pPr>
            <a:r>
              <a:rPr sz="1400" b="0" dirty="0">
                <a:solidFill>
                  <a:srgbClr val="272727"/>
                </a:solidFill>
                <a:latin typeface="Arial"/>
              </a:rPr>
              <a:t>Six </a:t>
            </a:r>
            <a:r>
              <a:rPr lang="en-US" sz="1400" b="0" dirty="0">
                <a:solidFill>
                  <a:srgbClr val="272727"/>
                </a:solidFill>
                <a:latin typeface="Arial"/>
              </a:rPr>
              <a:t>different hiring </a:t>
            </a:r>
            <a:r>
              <a:rPr sz="1400" b="0" dirty="0">
                <a:solidFill>
                  <a:srgbClr val="272727"/>
                </a:solidFill>
                <a:latin typeface="Arial"/>
              </a:rPr>
              <a:t>channels</a:t>
            </a:r>
            <a:r>
              <a:rPr lang="en-US" sz="1400" b="0" dirty="0">
                <a:solidFill>
                  <a:srgbClr val="272727"/>
                </a:solidFill>
                <a:latin typeface="Arial"/>
              </a:rPr>
              <a:t>.</a:t>
            </a:r>
          </a:p>
          <a:p>
            <a:pPr marL="285750" indent="-285750" algn="l">
              <a:buFont typeface="Arial" panose="020B0604020202020204" pitchFamily="34" charset="0"/>
              <a:buChar char="•"/>
            </a:pPr>
            <a:r>
              <a:rPr lang="en-US" sz="1400" dirty="0">
                <a:solidFill>
                  <a:srgbClr val="272727"/>
                </a:solidFill>
                <a:latin typeface="Arial"/>
              </a:rPr>
              <a:t>5+</a:t>
            </a:r>
            <a:r>
              <a:rPr sz="1400" b="0" dirty="0">
                <a:solidFill>
                  <a:srgbClr val="272727"/>
                </a:solidFill>
                <a:latin typeface="Arial"/>
              </a:rPr>
              <a:t> </a:t>
            </a:r>
            <a:r>
              <a:rPr lang="en-US" sz="1400" b="0" dirty="0">
                <a:solidFill>
                  <a:srgbClr val="272727"/>
                </a:solidFill>
                <a:latin typeface="Arial"/>
              </a:rPr>
              <a:t>disconnected </a:t>
            </a:r>
            <a:r>
              <a:rPr sz="1400" b="0" dirty="0">
                <a:solidFill>
                  <a:srgbClr val="272727"/>
                </a:solidFill>
                <a:latin typeface="Arial"/>
              </a:rPr>
              <a:t>systems manual screening at </a:t>
            </a:r>
            <a:r>
              <a:rPr lang="en-US" sz="1400" b="0" dirty="0">
                <a:solidFill>
                  <a:srgbClr val="272727"/>
                </a:solidFill>
                <a:latin typeface="Arial"/>
              </a:rPr>
              <a:t>large</a:t>
            </a:r>
            <a:r>
              <a:rPr sz="1400" b="0" dirty="0">
                <a:solidFill>
                  <a:srgbClr val="272727"/>
                </a:solidFill>
                <a:latin typeface="Arial"/>
              </a:rPr>
              <a:t> scale </a:t>
            </a:r>
            <a:endParaRPr lang="en-US" sz="1400" b="0" dirty="0">
              <a:solidFill>
                <a:srgbClr val="272727"/>
              </a:solidFill>
              <a:latin typeface="Arial"/>
            </a:endParaRPr>
          </a:p>
          <a:p>
            <a:pPr marL="285750" indent="-285750" algn="l">
              <a:buFont typeface="Arial" panose="020B0604020202020204" pitchFamily="34" charset="0"/>
              <a:buChar char="•"/>
            </a:pPr>
            <a:r>
              <a:rPr lang="en-US" sz="1400" dirty="0">
                <a:solidFill>
                  <a:srgbClr val="272727"/>
                </a:solidFill>
                <a:latin typeface="Arial"/>
              </a:rPr>
              <a:t>M</a:t>
            </a:r>
            <a:r>
              <a:rPr sz="1400" b="0" dirty="0">
                <a:solidFill>
                  <a:srgbClr val="272727"/>
                </a:solidFill>
                <a:latin typeface="Arial"/>
              </a:rPr>
              <a:t>anual </a:t>
            </a:r>
            <a:r>
              <a:rPr lang="en-US" sz="1400" b="0" dirty="0">
                <a:solidFill>
                  <a:srgbClr val="272727"/>
                </a:solidFill>
                <a:latin typeface="Arial"/>
              </a:rPr>
              <a:t>project</a:t>
            </a:r>
            <a:r>
              <a:rPr lang="en-US" sz="1400" dirty="0">
                <a:solidFill>
                  <a:srgbClr val="272727"/>
                </a:solidFill>
                <a:latin typeface="Arial"/>
              </a:rPr>
              <a:t>-candidate</a:t>
            </a:r>
            <a:r>
              <a:rPr sz="1400" b="0" dirty="0">
                <a:solidFill>
                  <a:srgbClr val="272727"/>
                </a:solidFill>
                <a:latin typeface="Arial"/>
              </a:rPr>
              <a:t> matching, </a:t>
            </a:r>
            <a:endParaRPr lang="en-US" sz="1400" b="0" dirty="0">
              <a:solidFill>
                <a:srgbClr val="272727"/>
              </a:solidFill>
              <a:latin typeface="Arial"/>
            </a:endParaRPr>
          </a:p>
          <a:p>
            <a:pPr marL="285750" indent="-285750" algn="l">
              <a:buFont typeface="Arial" panose="020B0604020202020204" pitchFamily="34" charset="0"/>
              <a:buChar char="•"/>
            </a:pPr>
            <a:r>
              <a:rPr lang="en-US" sz="1400" dirty="0">
                <a:solidFill>
                  <a:srgbClr val="272727"/>
                </a:solidFill>
                <a:latin typeface="Arial"/>
              </a:rPr>
              <a:t>M</a:t>
            </a:r>
            <a:r>
              <a:rPr sz="1400" b="0" dirty="0">
                <a:solidFill>
                  <a:srgbClr val="272727"/>
                </a:solidFill>
                <a:latin typeface="Arial"/>
              </a:rPr>
              <a:t>anual manpower</a:t>
            </a:r>
            <a:r>
              <a:rPr lang="en-US" sz="1400" b="0" dirty="0">
                <a:solidFill>
                  <a:srgbClr val="272727"/>
                </a:solidFill>
                <a:latin typeface="Arial"/>
              </a:rPr>
              <a:t> </a:t>
            </a:r>
            <a:r>
              <a:rPr sz="1400" b="0" dirty="0">
                <a:solidFill>
                  <a:srgbClr val="272727"/>
                </a:solidFill>
                <a:latin typeface="Arial"/>
              </a:rPr>
              <a:t> reporting. </a:t>
            </a:r>
          </a:p>
        </p:txBody>
      </p:sp>
      <p:sp>
        <p:nvSpPr>
          <p:cNvPr id="18" name="TextBox 17"/>
          <p:cNvSpPr txBox="1"/>
          <p:nvPr/>
        </p:nvSpPr>
        <p:spPr>
          <a:xfrm>
            <a:off x="8046720" y="4864608"/>
            <a:ext cx="914400" cy="195814"/>
          </a:xfrm>
          <a:prstGeom prst="rect">
            <a:avLst/>
          </a:prstGeom>
          <a:noFill/>
        </p:spPr>
        <p:txBody>
          <a:bodyPr wrap="square" lIns="36000" tIns="36000" rIns="36000" bIns="36000" anchor="t">
            <a:spAutoFit/>
          </a:bodyPr>
          <a:lstStyle/>
          <a:p>
            <a:pPr algn="r"/>
            <a:r>
              <a:rPr lang="en-US" sz="800" dirty="0">
                <a:solidFill>
                  <a:srgbClr val="999999"/>
                </a:solidFill>
                <a:latin typeface="Arial"/>
              </a:rPr>
              <a:t>4</a:t>
            </a:r>
            <a:r>
              <a:rPr sz="800" b="0" dirty="0">
                <a:solidFill>
                  <a:srgbClr val="999999"/>
                </a:solidFill>
                <a:latin typeface="Arial"/>
              </a:rPr>
              <a:t> / 2</a:t>
            </a:r>
            <a:r>
              <a:rPr lang="en-US" sz="800" b="0" dirty="0">
                <a:solidFill>
                  <a:srgbClr val="999999"/>
                </a:solidFill>
                <a:latin typeface="Arial"/>
              </a:rPr>
              <a:t>7</a:t>
            </a:r>
            <a:endParaRPr sz="800" b="0" dirty="0">
              <a:solidFill>
                <a:srgbClr val="999999"/>
              </a:solidFill>
              <a:latin typeface="Arial"/>
            </a:endParaRPr>
          </a:p>
        </p:txBody>
      </p:sp>
      <p:pic>
        <p:nvPicPr>
          <p:cNvPr id="21" name="Picture 8" descr="Tata logo png, Tata icon transparent png 20975508 PNG">
            <a:extLst>
              <a:ext uri="{FF2B5EF4-FFF2-40B4-BE49-F238E27FC236}">
                <a16:creationId xmlns:a16="http://schemas.microsoft.com/office/drawing/2014/main" id="{6E709222-E341-A5B1-33C5-7F282C12B6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7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10067"/>
            <a:ext cx="8229600" cy="688256"/>
          </a:xfrm>
          <a:prstGeom prst="rect">
            <a:avLst/>
          </a:prstGeom>
          <a:noFill/>
        </p:spPr>
        <p:txBody>
          <a:bodyPr wrap="square" lIns="36000" tIns="36000" rIns="36000" bIns="36000" anchor="t">
            <a:spAutoFit/>
          </a:bodyPr>
          <a:lstStyle/>
          <a:p>
            <a:pPr algn="l"/>
            <a:r>
              <a:rPr sz="2000" b="1" dirty="0">
                <a:solidFill>
                  <a:srgbClr val="001B5B"/>
                </a:solidFill>
                <a:latin typeface="Arial"/>
              </a:rPr>
              <a:t>The project narrowed from Group-wide to </a:t>
            </a:r>
            <a:endParaRPr lang="en-US" sz="2000" b="1" dirty="0">
              <a:solidFill>
                <a:srgbClr val="001B5B"/>
              </a:solidFill>
              <a:latin typeface="Arial"/>
            </a:endParaRPr>
          </a:p>
          <a:p>
            <a:pPr algn="l"/>
            <a:r>
              <a:rPr lang="en-US" sz="2000" b="1" dirty="0">
                <a:solidFill>
                  <a:srgbClr val="001B5B"/>
                </a:solidFill>
                <a:latin typeface="Arial"/>
              </a:rPr>
              <a:t>Deep dive on 2</a:t>
            </a:r>
            <a:r>
              <a:rPr sz="2000" b="1" dirty="0">
                <a:solidFill>
                  <a:srgbClr val="001B5B"/>
                </a:solidFill>
                <a:latin typeface="Arial"/>
              </a:rPr>
              <a:t> verticals</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algn="l"/>
            <a:r>
              <a:rPr sz="800" b="0" dirty="0">
                <a:solidFill>
                  <a:srgbClr val="999999"/>
                </a:solidFill>
                <a:latin typeface="Arial"/>
              </a:rPr>
              <a:t>AI-NATIVE HR · FINAL </a:t>
            </a:r>
            <a:r>
              <a:rPr lang="en-US" sz="800" dirty="0">
                <a:solidFill>
                  <a:srgbClr val="999999"/>
                </a:solidFill>
                <a:latin typeface="Arial"/>
              </a:rPr>
              <a:t>REVIEW</a:t>
            </a:r>
            <a:endParaRPr sz="800" b="0" dirty="0">
              <a:solidFill>
                <a:srgbClr val="999999"/>
              </a:solidFill>
              <a:latin typeface="Arial"/>
            </a:endParaRPr>
          </a:p>
        </p:txBody>
      </p:sp>
      <p:grpSp>
        <p:nvGrpSpPr>
          <p:cNvPr id="19" name="Group 18">
            <a:extLst>
              <a:ext uri="{FF2B5EF4-FFF2-40B4-BE49-F238E27FC236}">
                <a16:creationId xmlns:a16="http://schemas.microsoft.com/office/drawing/2014/main" id="{134C64D0-066F-05B3-DBBE-98EB612CE2AD}"/>
              </a:ext>
            </a:extLst>
          </p:cNvPr>
          <p:cNvGrpSpPr/>
          <p:nvPr/>
        </p:nvGrpSpPr>
        <p:grpSpPr>
          <a:xfrm>
            <a:off x="640080" y="1428750"/>
            <a:ext cx="7863840" cy="2286000"/>
            <a:chOff x="609602" y="1417321"/>
            <a:chExt cx="7863840" cy="2286000"/>
          </a:xfrm>
        </p:grpSpPr>
        <p:sp>
          <p:nvSpPr>
            <p:cNvPr id="6" name="Rectangle 5"/>
            <p:cNvSpPr/>
            <p:nvPr/>
          </p:nvSpPr>
          <p:spPr>
            <a:xfrm>
              <a:off x="609602" y="1417321"/>
              <a:ext cx="2560320" cy="22860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6762" y="1554481"/>
              <a:ext cx="2286000" cy="503590"/>
            </a:xfrm>
            <a:prstGeom prst="rect">
              <a:avLst/>
            </a:prstGeom>
            <a:noFill/>
          </p:spPr>
          <p:txBody>
            <a:bodyPr wrap="square" lIns="36000" tIns="36000" rIns="36000" bIns="36000" anchor="t">
              <a:spAutoFit/>
            </a:bodyPr>
            <a:lstStyle/>
            <a:p>
              <a:pPr algn="ctr"/>
              <a:r>
                <a:rPr sz="1400" b="1" dirty="0">
                  <a:solidFill>
                    <a:srgbClr val="001B5B"/>
                  </a:solidFill>
                  <a:latin typeface="Arial"/>
                </a:rPr>
                <a:t>PHASE 1</a:t>
              </a:r>
            </a:p>
            <a:p>
              <a:pPr algn="ctr"/>
              <a:r>
                <a:rPr sz="1400" b="1" dirty="0">
                  <a:solidFill>
                    <a:srgbClr val="001B5B"/>
                  </a:solidFill>
                  <a:latin typeface="Arial"/>
                </a:rPr>
                <a:t>Breadth pass</a:t>
              </a:r>
            </a:p>
          </p:txBody>
        </p:sp>
        <p:sp>
          <p:nvSpPr>
            <p:cNvPr id="8" name="TextBox 7"/>
            <p:cNvSpPr txBox="1"/>
            <p:nvPr/>
          </p:nvSpPr>
          <p:spPr>
            <a:xfrm>
              <a:off x="746762" y="2331721"/>
              <a:ext cx="2286000" cy="811367"/>
            </a:xfrm>
            <a:prstGeom prst="rect">
              <a:avLst/>
            </a:prstGeom>
            <a:noFill/>
          </p:spPr>
          <p:txBody>
            <a:bodyPr wrap="square" lIns="36000" tIns="36000" rIns="36000" bIns="36000" anchor="t">
              <a:spAutoFit/>
            </a:bodyPr>
            <a:lstStyle/>
            <a:p>
              <a:pPr marL="171450" indent="-171450" algn="l">
                <a:buFont typeface="Arial" panose="020B0604020202020204" pitchFamily="34" charset="0"/>
                <a:buChar char="•"/>
              </a:pPr>
              <a:r>
                <a:rPr sz="1200" b="0" dirty="0">
                  <a:solidFill>
                    <a:srgbClr val="001B5B"/>
                  </a:solidFill>
                  <a:latin typeface="Arial"/>
                </a:rPr>
                <a:t>6 stakeholder interviews</a:t>
              </a:r>
              <a:r>
                <a:rPr lang="en-US" sz="1200" b="0" dirty="0">
                  <a:solidFill>
                    <a:srgbClr val="001B5B"/>
                  </a:solidFill>
                  <a:latin typeface="Arial"/>
                </a:rPr>
                <a:t> across 4 group HR pillars </a:t>
              </a:r>
            </a:p>
            <a:p>
              <a:pPr marL="171450" indent="-171450" algn="l">
                <a:buFont typeface="Arial" panose="020B0604020202020204" pitchFamily="34" charset="0"/>
                <a:buChar char="•"/>
              </a:pPr>
              <a:r>
                <a:rPr lang="en-US" sz="1200" b="0" dirty="0">
                  <a:solidFill>
                    <a:srgbClr val="001B5B"/>
                  </a:solidFill>
                  <a:latin typeface="Arial"/>
                </a:rPr>
                <a:t>14 processes mapped</a:t>
              </a:r>
            </a:p>
            <a:p>
              <a:pPr marL="171450" indent="-171450">
                <a:buFont typeface="Arial" panose="020B0604020202020204" pitchFamily="34" charset="0"/>
                <a:buChar char="•"/>
              </a:pPr>
              <a:r>
                <a:rPr lang="en-IN" sz="1200" dirty="0">
                  <a:solidFill>
                    <a:srgbClr val="001B5B"/>
                  </a:solidFill>
                  <a:latin typeface="Arial"/>
                </a:rPr>
                <a:t>5 systemic themes diagnosed</a:t>
              </a:r>
            </a:p>
          </p:txBody>
        </p:sp>
        <p:sp>
          <p:nvSpPr>
            <p:cNvPr id="9" name="TextBox 8"/>
            <p:cNvSpPr txBox="1"/>
            <p:nvPr/>
          </p:nvSpPr>
          <p:spPr>
            <a:xfrm>
              <a:off x="3078482" y="2377441"/>
              <a:ext cx="365760" cy="365760"/>
            </a:xfrm>
            <a:prstGeom prst="rect">
              <a:avLst/>
            </a:prstGeom>
            <a:noFill/>
          </p:spPr>
          <p:txBody>
            <a:bodyPr wrap="square" lIns="36000" tIns="36000" rIns="36000" bIns="36000" anchor="t">
              <a:spAutoFit/>
            </a:bodyPr>
            <a:lstStyle/>
            <a:p>
              <a:pPr algn="l"/>
              <a:r>
                <a:rPr sz="1800" b="1">
                  <a:solidFill>
                    <a:srgbClr val="E8901E"/>
                  </a:solidFill>
                  <a:latin typeface="Arial"/>
                </a:rPr>
                <a:t>▶</a:t>
              </a:r>
            </a:p>
          </p:txBody>
        </p:sp>
        <p:sp>
          <p:nvSpPr>
            <p:cNvPr id="10" name="Rectangle 9"/>
            <p:cNvSpPr/>
            <p:nvPr/>
          </p:nvSpPr>
          <p:spPr>
            <a:xfrm>
              <a:off x="3261362" y="1417321"/>
              <a:ext cx="2560320" cy="2286000"/>
            </a:xfrm>
            <a:prstGeom prst="rect">
              <a:avLst/>
            </a:prstGeom>
            <a:solidFill>
              <a:srgbClr val="E6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98522" y="1554481"/>
              <a:ext cx="2286000" cy="503590"/>
            </a:xfrm>
            <a:prstGeom prst="rect">
              <a:avLst/>
            </a:prstGeom>
            <a:noFill/>
          </p:spPr>
          <p:txBody>
            <a:bodyPr wrap="square" lIns="36000" tIns="36000" rIns="36000" bIns="36000" anchor="t">
              <a:spAutoFit/>
            </a:bodyPr>
            <a:lstStyle/>
            <a:p>
              <a:pPr algn="ctr"/>
              <a:r>
                <a:rPr sz="1400" b="1" dirty="0">
                  <a:solidFill>
                    <a:srgbClr val="001B5B"/>
                  </a:solidFill>
                  <a:latin typeface="Arial"/>
                </a:rPr>
                <a:t>PHASE 2</a:t>
              </a:r>
            </a:p>
            <a:p>
              <a:pPr algn="ctr"/>
              <a:r>
                <a:rPr sz="1400" b="1" dirty="0">
                  <a:solidFill>
                    <a:srgbClr val="001B5B"/>
                  </a:solidFill>
                  <a:latin typeface="Arial"/>
                </a:rPr>
                <a:t>Focus</a:t>
              </a:r>
            </a:p>
          </p:txBody>
        </p:sp>
        <p:sp>
          <p:nvSpPr>
            <p:cNvPr id="12" name="TextBox 11"/>
            <p:cNvSpPr txBox="1"/>
            <p:nvPr/>
          </p:nvSpPr>
          <p:spPr>
            <a:xfrm>
              <a:off x="3398522" y="2331721"/>
              <a:ext cx="2286000" cy="626701"/>
            </a:xfrm>
            <a:prstGeom prst="rect">
              <a:avLst/>
            </a:prstGeom>
            <a:noFill/>
          </p:spPr>
          <p:txBody>
            <a:bodyPr wrap="square" lIns="36000" tIns="36000" rIns="36000" bIns="36000" anchor="t">
              <a:spAutoFit/>
            </a:bodyPr>
            <a:lstStyle/>
            <a:p>
              <a:pPr marL="171450" indent="-171450" algn="l">
                <a:buFont typeface="Arial" panose="020B0604020202020204" pitchFamily="34" charset="0"/>
                <a:buChar char="•"/>
              </a:pPr>
              <a:r>
                <a:rPr sz="1200" b="0" dirty="0">
                  <a:solidFill>
                    <a:srgbClr val="001B5B"/>
                  </a:solidFill>
                  <a:latin typeface="Arial"/>
                </a:rPr>
                <a:t>13 AI-native opportunities</a:t>
              </a:r>
              <a:r>
                <a:rPr lang="en-US" sz="1200" dirty="0">
                  <a:solidFill>
                    <a:srgbClr val="001B5B"/>
                  </a:solidFill>
                  <a:latin typeface="Arial"/>
                </a:rPr>
                <a:t> identified</a:t>
              </a:r>
              <a:endParaRPr sz="1200" b="0" dirty="0">
                <a:solidFill>
                  <a:srgbClr val="001B5B"/>
                </a:solidFill>
                <a:latin typeface="Arial"/>
              </a:endParaRPr>
            </a:p>
            <a:p>
              <a:pPr marL="171450" indent="-171450" algn="l">
                <a:buFont typeface="Arial" panose="020B0604020202020204" pitchFamily="34" charset="0"/>
                <a:buChar char="•"/>
              </a:pPr>
              <a:r>
                <a:rPr sz="1200" b="0" dirty="0">
                  <a:solidFill>
                    <a:srgbClr val="001B5B"/>
                  </a:solidFill>
                  <a:latin typeface="Arial"/>
                </a:rPr>
                <a:t>impact × feasibility matrix</a:t>
              </a:r>
            </a:p>
          </p:txBody>
        </p:sp>
        <p:sp>
          <p:nvSpPr>
            <p:cNvPr id="13" name="TextBox 12"/>
            <p:cNvSpPr txBox="1"/>
            <p:nvPr/>
          </p:nvSpPr>
          <p:spPr>
            <a:xfrm>
              <a:off x="5730242" y="2377441"/>
              <a:ext cx="365760" cy="365760"/>
            </a:xfrm>
            <a:prstGeom prst="rect">
              <a:avLst/>
            </a:prstGeom>
            <a:noFill/>
          </p:spPr>
          <p:txBody>
            <a:bodyPr wrap="square" lIns="36000" tIns="36000" rIns="36000" bIns="36000" anchor="t">
              <a:spAutoFit/>
            </a:bodyPr>
            <a:lstStyle/>
            <a:p>
              <a:pPr algn="l"/>
              <a:r>
                <a:rPr sz="1800" b="1">
                  <a:solidFill>
                    <a:srgbClr val="E8901E"/>
                  </a:solidFill>
                  <a:latin typeface="Arial"/>
                </a:rPr>
                <a:t>▶</a:t>
              </a:r>
            </a:p>
          </p:txBody>
        </p:sp>
        <p:sp>
          <p:nvSpPr>
            <p:cNvPr id="14" name="Rectangle 13"/>
            <p:cNvSpPr/>
            <p:nvPr/>
          </p:nvSpPr>
          <p:spPr>
            <a:xfrm>
              <a:off x="5913122" y="1417321"/>
              <a:ext cx="2560320" cy="2286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050282" y="1554481"/>
              <a:ext cx="2286000" cy="503590"/>
            </a:xfrm>
            <a:prstGeom prst="rect">
              <a:avLst/>
            </a:prstGeom>
            <a:noFill/>
          </p:spPr>
          <p:txBody>
            <a:bodyPr wrap="square" lIns="36000" tIns="36000" rIns="36000" bIns="36000" anchor="t">
              <a:spAutoFit/>
            </a:bodyPr>
            <a:lstStyle/>
            <a:p>
              <a:pPr algn="ctr"/>
              <a:r>
                <a:rPr sz="1400" b="1" dirty="0">
                  <a:solidFill>
                    <a:srgbClr val="FFFFFF"/>
                  </a:solidFill>
                  <a:latin typeface="Arial"/>
                </a:rPr>
                <a:t>PHASE 3</a:t>
              </a:r>
            </a:p>
            <a:p>
              <a:pPr algn="ctr"/>
              <a:r>
                <a:rPr sz="1400" b="1" dirty="0">
                  <a:solidFill>
                    <a:srgbClr val="FFFFFF"/>
                  </a:solidFill>
                  <a:latin typeface="Arial"/>
                </a:rPr>
                <a:t>Deep</a:t>
              </a:r>
              <a:r>
                <a:rPr lang="en-US" sz="1400" b="1" dirty="0">
                  <a:solidFill>
                    <a:srgbClr val="FFFFFF"/>
                  </a:solidFill>
                  <a:latin typeface="Arial"/>
                </a:rPr>
                <a:t>-dive</a:t>
              </a:r>
              <a:r>
                <a:rPr sz="1400" b="1" dirty="0">
                  <a:solidFill>
                    <a:srgbClr val="FFFFFF"/>
                  </a:solidFill>
                  <a:latin typeface="Arial"/>
                </a:rPr>
                <a:t> verticals</a:t>
              </a:r>
            </a:p>
          </p:txBody>
        </p:sp>
        <p:sp>
          <p:nvSpPr>
            <p:cNvPr id="16" name="TextBox 15"/>
            <p:cNvSpPr txBox="1"/>
            <p:nvPr/>
          </p:nvSpPr>
          <p:spPr>
            <a:xfrm>
              <a:off x="6050282" y="2331721"/>
              <a:ext cx="2286000" cy="811367"/>
            </a:xfrm>
            <a:prstGeom prst="rect">
              <a:avLst/>
            </a:prstGeom>
            <a:noFill/>
          </p:spPr>
          <p:txBody>
            <a:bodyPr wrap="square" lIns="36000" tIns="36000" rIns="36000" bIns="36000" anchor="t">
              <a:spAutoFit/>
            </a:bodyPr>
            <a:lstStyle/>
            <a:p>
              <a:r>
                <a:rPr lang="en-US" sz="1200" b="0" dirty="0">
                  <a:solidFill>
                    <a:srgbClr val="FFFFFF"/>
                  </a:solidFill>
                  <a:latin typeface="Arial"/>
                </a:rPr>
                <a:t>Finally, 2 Verticals decided for deep dive-</a:t>
              </a:r>
            </a:p>
            <a:p>
              <a:pPr marL="171450" indent="-171450">
                <a:buFont typeface="Arial" panose="020B0604020202020204" pitchFamily="34" charset="0"/>
                <a:buChar char="•"/>
              </a:pPr>
              <a:r>
                <a:rPr sz="1200" b="0" dirty="0">
                  <a:solidFill>
                    <a:srgbClr val="FFFFFF"/>
                  </a:solidFill>
                  <a:latin typeface="Arial"/>
                </a:rPr>
                <a:t>TMTC </a:t>
              </a:r>
              <a:endParaRPr lang="en-US" sz="1200" b="0" dirty="0">
                <a:solidFill>
                  <a:srgbClr val="FFFFFF"/>
                </a:solidFill>
                <a:latin typeface="Arial"/>
              </a:endParaRPr>
            </a:p>
            <a:p>
              <a:pPr marL="171450" indent="-171450">
                <a:buFont typeface="Arial" panose="020B0604020202020204" pitchFamily="34" charset="0"/>
                <a:buChar char="•"/>
              </a:pPr>
              <a:r>
                <a:rPr sz="1200" b="0" dirty="0">
                  <a:solidFill>
                    <a:srgbClr val="FFFFFF"/>
                  </a:solidFill>
                  <a:latin typeface="Arial"/>
                </a:rPr>
                <a:t> TAS</a:t>
              </a:r>
            </a:p>
          </p:txBody>
        </p:sp>
      </p:grpSp>
      <p:sp>
        <p:nvSpPr>
          <p:cNvPr id="18" name="TextBox 17"/>
          <p:cNvSpPr txBox="1"/>
          <p:nvPr/>
        </p:nvSpPr>
        <p:spPr>
          <a:xfrm>
            <a:off x="8046720" y="4864608"/>
            <a:ext cx="914400" cy="195814"/>
          </a:xfrm>
          <a:prstGeom prst="rect">
            <a:avLst/>
          </a:prstGeom>
          <a:noFill/>
        </p:spPr>
        <p:txBody>
          <a:bodyPr wrap="square" lIns="36000" tIns="36000" rIns="36000" bIns="36000" anchor="t">
            <a:spAutoFit/>
          </a:bodyPr>
          <a:lstStyle/>
          <a:p>
            <a:pPr algn="r"/>
            <a:r>
              <a:rPr lang="en-US" sz="800" dirty="0">
                <a:solidFill>
                  <a:srgbClr val="999999"/>
                </a:solidFill>
                <a:latin typeface="Arial"/>
              </a:rPr>
              <a:t>5</a:t>
            </a:r>
            <a:r>
              <a:rPr sz="800" b="0" dirty="0">
                <a:solidFill>
                  <a:srgbClr val="999999"/>
                </a:solidFill>
                <a:latin typeface="Arial"/>
              </a:rPr>
              <a:t> / 2</a:t>
            </a:r>
            <a:r>
              <a:rPr lang="en-US" sz="800" b="0" dirty="0">
                <a:solidFill>
                  <a:srgbClr val="999999"/>
                </a:solidFill>
                <a:latin typeface="Arial"/>
              </a:rPr>
              <a:t>7</a:t>
            </a:r>
            <a:endParaRPr sz="800" b="0" dirty="0">
              <a:solidFill>
                <a:srgbClr val="999999"/>
              </a:solidFill>
              <a:latin typeface="Arial"/>
            </a:endParaRPr>
          </a:p>
        </p:txBody>
      </p:sp>
      <p:pic>
        <p:nvPicPr>
          <p:cNvPr id="20" name="Picture 8" descr="Tata logo png, Tata icon transparent png 20975508 PNG">
            <a:extLst>
              <a:ext uri="{FF2B5EF4-FFF2-40B4-BE49-F238E27FC236}">
                <a16:creationId xmlns:a16="http://schemas.microsoft.com/office/drawing/2014/main" id="{BEF9954E-D9B3-7AC0-337F-83867419DB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7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8229600" cy="640080"/>
          </a:xfrm>
          <a:prstGeom prst="rect">
            <a:avLst/>
          </a:prstGeom>
          <a:noFill/>
        </p:spPr>
        <p:txBody>
          <a:bodyPr wrap="square" lIns="36000" tIns="36000" rIns="36000" bIns="36000" anchor="t">
            <a:spAutoFit/>
          </a:bodyPr>
          <a:lstStyle/>
          <a:p>
            <a:pPr algn="l"/>
            <a:r>
              <a:rPr sz="1800" b="1">
                <a:solidFill>
                  <a:srgbClr val="001B5B"/>
                </a:solidFill>
                <a:latin typeface="Arial"/>
              </a:rPr>
              <a:t>Six interview rounds · nine process maps · one prototype · two strategy memos</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algn="l"/>
            <a:r>
              <a:rPr sz="800" b="0" dirty="0">
                <a:solidFill>
                  <a:srgbClr val="999999"/>
                </a:solidFill>
                <a:latin typeface="Arial"/>
              </a:rPr>
              <a:t>AI-NATIVE HR · </a:t>
            </a:r>
            <a:r>
              <a:rPr lang="en-IN" sz="800" b="0" dirty="0">
                <a:solidFill>
                  <a:srgbClr val="999999"/>
                </a:solidFill>
                <a:latin typeface="Arial"/>
              </a:rPr>
              <a:t>FINAL REVIEW</a:t>
            </a:r>
            <a:endParaRPr sz="800" b="0" dirty="0">
              <a:solidFill>
                <a:srgbClr val="999999"/>
              </a:solidFill>
              <a:latin typeface="Arial"/>
            </a:endParaRPr>
          </a:p>
        </p:txBody>
      </p:sp>
      <p:sp>
        <p:nvSpPr>
          <p:cNvPr id="6" name="TextBox 5"/>
          <p:cNvSpPr txBox="1"/>
          <p:nvPr/>
        </p:nvSpPr>
        <p:spPr>
          <a:xfrm>
            <a:off x="457200" y="960120"/>
            <a:ext cx="8229600" cy="365760"/>
          </a:xfrm>
          <a:prstGeom prst="rect">
            <a:avLst/>
          </a:prstGeom>
          <a:noFill/>
        </p:spPr>
        <p:txBody>
          <a:bodyPr wrap="square" lIns="36000" tIns="36000" rIns="36000" bIns="36000" anchor="t">
            <a:spAutoFit/>
          </a:bodyPr>
          <a:lstStyle/>
          <a:p>
            <a:pPr algn="l"/>
            <a:r>
              <a:rPr sz="1100" b="0">
                <a:solidFill>
                  <a:srgbClr val="272727"/>
                </a:solidFill>
                <a:latin typeface="Arial"/>
              </a:rPr>
              <a:t>The four artefact families that make every claim in this deck defensible.</a:t>
            </a:r>
          </a:p>
        </p:txBody>
      </p:sp>
      <p:sp>
        <p:nvSpPr>
          <p:cNvPr id="7" name="Rectangle 6"/>
          <p:cNvSpPr/>
          <p:nvPr/>
        </p:nvSpPr>
        <p:spPr>
          <a:xfrm>
            <a:off x="457200" y="1417320"/>
            <a:ext cx="4023360" cy="150876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417320"/>
            <a:ext cx="73152" cy="150876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508760"/>
            <a:ext cx="3749040" cy="274320"/>
          </a:xfrm>
          <a:prstGeom prst="rect">
            <a:avLst/>
          </a:prstGeom>
          <a:noFill/>
        </p:spPr>
        <p:txBody>
          <a:bodyPr wrap="square" lIns="36000" tIns="36000" rIns="36000" bIns="36000" anchor="t">
            <a:spAutoFit/>
          </a:bodyPr>
          <a:lstStyle/>
          <a:p>
            <a:pPr algn="l"/>
            <a:r>
              <a:rPr sz="1000" b="1">
                <a:solidFill>
                  <a:srgbClr val="001B5B"/>
                </a:solidFill>
                <a:latin typeface="Arial"/>
              </a:rPr>
              <a:t>6 STAKEHOLDER INTERVIEW ROUNDS</a:t>
            </a:r>
          </a:p>
        </p:txBody>
      </p:sp>
      <p:sp>
        <p:nvSpPr>
          <p:cNvPr id="10" name="TextBox 9"/>
          <p:cNvSpPr txBox="1"/>
          <p:nvPr/>
        </p:nvSpPr>
        <p:spPr>
          <a:xfrm>
            <a:off x="640080" y="1783080"/>
            <a:ext cx="3749040" cy="1097280"/>
          </a:xfrm>
          <a:prstGeom prst="rect">
            <a:avLst/>
          </a:prstGeom>
          <a:noFill/>
        </p:spPr>
        <p:txBody>
          <a:bodyPr wrap="square" lIns="36000" tIns="36000" rIns="36000" bIns="36000" anchor="t">
            <a:spAutoFit/>
          </a:bodyPr>
          <a:lstStyle/>
          <a:p>
            <a:pPr algn="l"/>
            <a:r>
              <a:rPr sz="900" b="0" dirty="0">
                <a:solidFill>
                  <a:srgbClr val="272727"/>
                </a:solidFill>
                <a:latin typeface="Arial"/>
              </a:rPr>
              <a:t>Meeting 1 — Group HR structure</a:t>
            </a:r>
          </a:p>
          <a:p>
            <a:pPr algn="l"/>
            <a:r>
              <a:rPr sz="900" b="0" dirty="0">
                <a:solidFill>
                  <a:srgbClr val="272727"/>
                </a:solidFill>
                <a:latin typeface="Arial"/>
              </a:rPr>
              <a:t>Meeting 2 — HR Ops · Meeting 3 — Comp &amp; Benefits</a:t>
            </a:r>
          </a:p>
          <a:p>
            <a:pPr algn="l"/>
            <a:r>
              <a:rPr sz="900" b="0" dirty="0">
                <a:solidFill>
                  <a:srgbClr val="272727"/>
                </a:solidFill>
                <a:latin typeface="Arial"/>
              </a:rPr>
              <a:t>Meeting 4 — DEI · Meeting 5 — TMTC · Meeting 6 — TAS</a:t>
            </a:r>
          </a:p>
          <a:p>
            <a:pPr algn="l"/>
            <a:r>
              <a:rPr sz="900" b="0" dirty="0">
                <a:solidFill>
                  <a:srgbClr val="272727"/>
                </a:solidFill>
                <a:latin typeface="Arial"/>
              </a:rPr>
              <a:t>+ Level-2 Deep Dive on TGI / DEI / TAS / TMTC</a:t>
            </a:r>
          </a:p>
        </p:txBody>
      </p:sp>
      <p:sp>
        <p:nvSpPr>
          <p:cNvPr id="11" name="Rectangle 10"/>
          <p:cNvSpPr/>
          <p:nvPr/>
        </p:nvSpPr>
        <p:spPr>
          <a:xfrm>
            <a:off x="4663440" y="1417320"/>
            <a:ext cx="4023360" cy="150876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663440" y="1417320"/>
            <a:ext cx="73152" cy="150876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46320" y="1508760"/>
            <a:ext cx="3749040" cy="274320"/>
          </a:xfrm>
          <a:prstGeom prst="rect">
            <a:avLst/>
          </a:prstGeom>
          <a:noFill/>
        </p:spPr>
        <p:txBody>
          <a:bodyPr wrap="square" lIns="36000" tIns="36000" rIns="36000" bIns="36000" anchor="t">
            <a:spAutoFit/>
          </a:bodyPr>
          <a:lstStyle/>
          <a:p>
            <a:pPr algn="l"/>
            <a:r>
              <a:rPr sz="1000" b="1">
                <a:solidFill>
                  <a:srgbClr val="001B5B"/>
                </a:solidFill>
                <a:latin typeface="Arial"/>
              </a:rPr>
              <a:t>9 PROCESS MAPS</a:t>
            </a:r>
          </a:p>
        </p:txBody>
      </p:sp>
      <p:sp>
        <p:nvSpPr>
          <p:cNvPr id="14" name="TextBox 13"/>
          <p:cNvSpPr txBox="1"/>
          <p:nvPr/>
        </p:nvSpPr>
        <p:spPr>
          <a:xfrm>
            <a:off x="4846320" y="1783080"/>
            <a:ext cx="3749040" cy="1097280"/>
          </a:xfrm>
          <a:prstGeom prst="rect">
            <a:avLst/>
          </a:prstGeom>
          <a:noFill/>
        </p:spPr>
        <p:txBody>
          <a:bodyPr wrap="square" lIns="36000" tIns="36000" rIns="36000" bIns="36000" anchor="t">
            <a:spAutoFit/>
          </a:bodyPr>
          <a:lstStyle/>
          <a:p>
            <a:pPr algn="l"/>
            <a:r>
              <a:rPr sz="900" b="0">
                <a:solidFill>
                  <a:srgbClr val="272727"/>
                </a:solidFill>
                <a:latin typeface="Arial"/>
              </a:rPr>
              <a:t>TMTC: Open / Flagship / Custom × Demand / Build / Deliver</a:t>
            </a:r>
          </a:p>
          <a:p>
            <a:pPr algn="l"/>
            <a:r>
              <a:rPr sz="900" b="0">
                <a:solidFill>
                  <a:srgbClr val="272727"/>
                </a:solidFill>
                <a:latin typeface="Arial"/>
              </a:rPr>
              <a:t>TAS: current-state L1 + L2, AI-native L1 + L2</a:t>
            </a:r>
          </a:p>
          <a:p>
            <a:pPr algn="l"/>
            <a:r>
              <a:rPr sz="900" b="0">
                <a:solidFill>
                  <a:srgbClr val="272727"/>
                </a:solidFill>
                <a:latin typeface="Arial"/>
              </a:rPr>
              <a:t>+ 4 hiring-stage HLD/UX diagrams</a:t>
            </a:r>
          </a:p>
        </p:txBody>
      </p:sp>
      <p:sp>
        <p:nvSpPr>
          <p:cNvPr id="15" name="Rectangle 14"/>
          <p:cNvSpPr/>
          <p:nvPr/>
        </p:nvSpPr>
        <p:spPr>
          <a:xfrm>
            <a:off x="457200" y="3063240"/>
            <a:ext cx="4023360" cy="150876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7200" y="3063240"/>
            <a:ext cx="73152" cy="150876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3154680"/>
            <a:ext cx="3749040" cy="274320"/>
          </a:xfrm>
          <a:prstGeom prst="rect">
            <a:avLst/>
          </a:prstGeom>
          <a:noFill/>
        </p:spPr>
        <p:txBody>
          <a:bodyPr wrap="square" lIns="36000" tIns="36000" rIns="36000" bIns="36000" anchor="t">
            <a:spAutoFit/>
          </a:bodyPr>
          <a:lstStyle/>
          <a:p>
            <a:pPr algn="l"/>
            <a:r>
              <a:rPr sz="1000" b="1">
                <a:solidFill>
                  <a:srgbClr val="001B5B"/>
                </a:solidFill>
                <a:latin typeface="Arial"/>
              </a:rPr>
              <a:t>2 STRATEGY MEMOS</a:t>
            </a:r>
          </a:p>
        </p:txBody>
      </p:sp>
      <p:sp>
        <p:nvSpPr>
          <p:cNvPr id="18" name="TextBox 17"/>
          <p:cNvSpPr txBox="1"/>
          <p:nvPr/>
        </p:nvSpPr>
        <p:spPr>
          <a:xfrm>
            <a:off x="640080" y="3429000"/>
            <a:ext cx="3749040" cy="1097280"/>
          </a:xfrm>
          <a:prstGeom prst="rect">
            <a:avLst/>
          </a:prstGeom>
          <a:noFill/>
        </p:spPr>
        <p:txBody>
          <a:bodyPr wrap="square" lIns="36000" tIns="36000" rIns="36000" bIns="36000" anchor="t">
            <a:spAutoFit/>
          </a:bodyPr>
          <a:lstStyle/>
          <a:p>
            <a:pPr algn="l"/>
            <a:r>
              <a:rPr sz="900" b="0">
                <a:solidFill>
                  <a:srgbClr val="272727"/>
                </a:solidFill>
                <a:latin typeface="Arial"/>
              </a:rPr>
              <a:t>AI-Native-TMTC-Strat.md — 16 sections · 19 agents</a:t>
            </a:r>
          </a:p>
          <a:p>
            <a:pPr algn="l"/>
            <a:r>
              <a:rPr sz="900" b="0">
                <a:solidFill>
                  <a:srgbClr val="272727"/>
                </a:solidFill>
                <a:latin typeface="Arial"/>
              </a:rPr>
              <a:t>TAS_Strategy_Memo.md — 16 sections · 17 agents</a:t>
            </a:r>
          </a:p>
          <a:p>
            <a:pPr algn="l"/>
            <a:r>
              <a:rPr sz="900" b="0">
                <a:solidFill>
                  <a:srgbClr val="272727"/>
                </a:solidFill>
                <a:latin typeface="Arial"/>
              </a:rPr>
              <a:t>Parallel-depth · inline-cited in the report</a:t>
            </a:r>
          </a:p>
        </p:txBody>
      </p:sp>
      <p:sp>
        <p:nvSpPr>
          <p:cNvPr id="19" name="Rectangle 18"/>
          <p:cNvSpPr/>
          <p:nvPr/>
        </p:nvSpPr>
        <p:spPr>
          <a:xfrm>
            <a:off x="4663440" y="3063240"/>
            <a:ext cx="4023360" cy="150876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663440" y="3063240"/>
            <a:ext cx="73152" cy="150876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846320" y="3154680"/>
            <a:ext cx="3749040" cy="274320"/>
          </a:xfrm>
          <a:prstGeom prst="rect">
            <a:avLst/>
          </a:prstGeom>
          <a:noFill/>
        </p:spPr>
        <p:txBody>
          <a:bodyPr wrap="square" lIns="36000" tIns="36000" rIns="36000" bIns="36000" anchor="t">
            <a:spAutoFit/>
          </a:bodyPr>
          <a:lstStyle/>
          <a:p>
            <a:pPr algn="l"/>
            <a:r>
              <a:rPr sz="1000" b="1">
                <a:solidFill>
                  <a:srgbClr val="001B5B"/>
                </a:solidFill>
                <a:latin typeface="Arial"/>
              </a:rPr>
              <a:t>1 CLICKABLE PROTOTYPE</a:t>
            </a:r>
          </a:p>
        </p:txBody>
      </p:sp>
      <p:sp>
        <p:nvSpPr>
          <p:cNvPr id="22" name="TextBox 21"/>
          <p:cNvSpPr txBox="1"/>
          <p:nvPr/>
        </p:nvSpPr>
        <p:spPr>
          <a:xfrm>
            <a:off x="4846320" y="3429000"/>
            <a:ext cx="3749040" cy="1097280"/>
          </a:xfrm>
          <a:prstGeom prst="rect">
            <a:avLst/>
          </a:prstGeom>
          <a:noFill/>
        </p:spPr>
        <p:txBody>
          <a:bodyPr wrap="square" lIns="36000" tIns="36000" rIns="36000" bIns="36000" anchor="t">
            <a:spAutoFit/>
          </a:bodyPr>
          <a:lstStyle/>
          <a:p>
            <a:pPr algn="l"/>
            <a:r>
              <a:rPr sz="900" b="0">
                <a:solidFill>
                  <a:srgbClr val="272727"/>
                </a:solidFill>
                <a:latin typeface="Arial"/>
              </a:rPr>
              <a:t>React + TypeScript · 3 role workbenches (PD / PM / PC)</a:t>
            </a:r>
          </a:p>
          <a:p>
            <a:pPr algn="l"/>
            <a:r>
              <a:rPr sz="900" b="0">
                <a:solidFill>
                  <a:srgbClr val="272727"/>
                </a:solidFill>
                <a:latin typeface="Arial"/>
              </a:rPr>
              <a:t>11 sections · 2 program archetypes</a:t>
            </a:r>
          </a:p>
          <a:p>
            <a:pPr algn="l"/>
            <a:r>
              <a:rPr sz="900" b="0">
                <a:solidFill>
                  <a:srgbClr val="272727"/>
                </a:solidFill>
                <a:latin typeface="Arial"/>
              </a:rPr>
              <a:t>Progressive approval gate · field-level AI provenance</a:t>
            </a:r>
          </a:p>
        </p:txBody>
      </p:sp>
      <p:sp>
        <p:nvSpPr>
          <p:cNvPr id="23" name="TextBox 22"/>
          <p:cNvSpPr txBox="1"/>
          <p:nvPr/>
        </p:nvSpPr>
        <p:spPr>
          <a:xfrm>
            <a:off x="8046720" y="4864608"/>
            <a:ext cx="914400" cy="228600"/>
          </a:xfrm>
          <a:prstGeom prst="rect">
            <a:avLst/>
          </a:prstGeom>
          <a:noFill/>
        </p:spPr>
        <p:txBody>
          <a:bodyPr wrap="square" lIns="36000" tIns="36000" rIns="36000" bIns="36000" anchor="t">
            <a:spAutoFit/>
          </a:bodyPr>
          <a:lstStyle/>
          <a:p>
            <a:pPr algn="r"/>
            <a:r>
              <a:rPr sz="800" b="0">
                <a:solidFill>
                  <a:srgbClr val="999999"/>
                </a:solidFill>
                <a:latin typeface="Arial"/>
              </a:rPr>
              <a:t>5 / 25</a:t>
            </a:r>
          </a:p>
        </p:txBody>
      </p:sp>
      <p:pic>
        <p:nvPicPr>
          <p:cNvPr id="24" name="Picture 8" descr="Tata logo png, Tata icon transparent png 20975508 PNG">
            <a:extLst>
              <a:ext uri="{FF2B5EF4-FFF2-40B4-BE49-F238E27FC236}">
                <a16:creationId xmlns:a16="http://schemas.microsoft.com/office/drawing/2014/main" id="{94AFFA35-8981-E371-224F-FF8DDFEB79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7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4865" y="135463"/>
            <a:ext cx="8229600" cy="688256"/>
          </a:xfrm>
          <a:prstGeom prst="rect">
            <a:avLst/>
          </a:prstGeom>
          <a:noFill/>
        </p:spPr>
        <p:txBody>
          <a:bodyPr wrap="square" lIns="36000" tIns="36000" rIns="36000" bIns="36000" anchor="t">
            <a:spAutoFit/>
          </a:bodyPr>
          <a:lstStyle/>
          <a:p>
            <a:pPr algn="l"/>
            <a:r>
              <a:rPr sz="2000" b="1" dirty="0">
                <a:solidFill>
                  <a:srgbClr val="001B5B"/>
                </a:solidFill>
                <a:latin typeface="Arial"/>
              </a:rPr>
              <a:t>TMTC today</a:t>
            </a:r>
            <a:r>
              <a:rPr lang="en-US" sz="2000" b="1" dirty="0">
                <a:solidFill>
                  <a:srgbClr val="001B5B"/>
                </a:solidFill>
                <a:latin typeface="Arial"/>
              </a:rPr>
              <a:t> -</a:t>
            </a:r>
            <a:r>
              <a:rPr sz="2000" b="1" dirty="0">
                <a:solidFill>
                  <a:srgbClr val="001B5B"/>
                </a:solidFill>
                <a:latin typeface="Arial"/>
              </a:rPr>
              <a:t> expert </a:t>
            </a:r>
            <a:r>
              <a:rPr lang="en-US" sz="2000" b="1" dirty="0">
                <a:solidFill>
                  <a:srgbClr val="001B5B"/>
                </a:solidFill>
                <a:latin typeface="Arial"/>
              </a:rPr>
              <a:t>curators</a:t>
            </a:r>
            <a:r>
              <a:rPr sz="2000" b="1" dirty="0">
                <a:solidFill>
                  <a:srgbClr val="001B5B"/>
                </a:solidFill>
                <a:latin typeface="Arial"/>
              </a:rPr>
              <a:t>, manual rails, institutional memory </a:t>
            </a:r>
            <a:endParaRPr lang="en-US" sz="2000" b="1" dirty="0">
              <a:solidFill>
                <a:srgbClr val="001B5B"/>
              </a:solidFill>
              <a:latin typeface="Arial"/>
            </a:endParaRPr>
          </a:p>
          <a:p>
            <a:pPr algn="l"/>
            <a:r>
              <a:rPr sz="2000" b="1" dirty="0">
                <a:solidFill>
                  <a:srgbClr val="001B5B"/>
                </a:solidFill>
                <a:latin typeface="Arial"/>
              </a:rPr>
              <a:t>trapped in people</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algn="l"/>
            <a:r>
              <a:rPr sz="800" b="0" dirty="0">
                <a:solidFill>
                  <a:srgbClr val="999999"/>
                </a:solidFill>
                <a:latin typeface="Arial"/>
              </a:rPr>
              <a:t>AI-NATIVE HR · FINAL </a:t>
            </a:r>
            <a:r>
              <a:rPr lang="en-US" sz="800" dirty="0">
                <a:solidFill>
                  <a:srgbClr val="999999"/>
                </a:solidFill>
                <a:latin typeface="Arial"/>
              </a:rPr>
              <a:t>REVIEW</a:t>
            </a:r>
            <a:endParaRPr sz="800" b="0" dirty="0">
              <a:solidFill>
                <a:srgbClr val="999999"/>
              </a:solidFill>
              <a:latin typeface="Arial"/>
            </a:endParaRPr>
          </a:p>
        </p:txBody>
      </p:sp>
      <p:sp>
        <p:nvSpPr>
          <p:cNvPr id="6" name="Rectangle 5"/>
          <p:cNvSpPr/>
          <p:nvPr/>
        </p:nvSpPr>
        <p:spPr>
          <a:xfrm>
            <a:off x="457200" y="1097280"/>
            <a:ext cx="1627632" cy="201168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097280"/>
            <a:ext cx="1627632" cy="64008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188720"/>
            <a:ext cx="1627632" cy="502920"/>
          </a:xfrm>
          <a:prstGeom prst="rect">
            <a:avLst/>
          </a:prstGeom>
          <a:noFill/>
        </p:spPr>
        <p:txBody>
          <a:bodyPr wrap="square" lIns="36000" tIns="36000" rIns="36000" bIns="36000" anchor="t">
            <a:spAutoFit/>
          </a:bodyPr>
          <a:lstStyle/>
          <a:p>
            <a:pPr algn="ctr"/>
            <a:r>
              <a:rPr sz="2400" b="1">
                <a:solidFill>
                  <a:srgbClr val="FFFFFF"/>
                </a:solidFill>
                <a:latin typeface="Arial"/>
              </a:rPr>
              <a:t>200</a:t>
            </a:r>
          </a:p>
        </p:txBody>
      </p:sp>
      <p:sp>
        <p:nvSpPr>
          <p:cNvPr id="9" name="TextBox 8"/>
          <p:cNvSpPr txBox="1"/>
          <p:nvPr/>
        </p:nvSpPr>
        <p:spPr>
          <a:xfrm>
            <a:off x="548640" y="1874520"/>
            <a:ext cx="1444752" cy="580534"/>
          </a:xfrm>
          <a:prstGeom prst="rect">
            <a:avLst/>
          </a:prstGeom>
          <a:noFill/>
        </p:spPr>
        <p:txBody>
          <a:bodyPr wrap="square" lIns="36000" tIns="36000" rIns="36000" bIns="36000" anchor="t">
            <a:spAutoFit/>
          </a:bodyPr>
          <a:lstStyle/>
          <a:p>
            <a:pPr algn="ctr"/>
            <a:r>
              <a:rPr sz="1100" b="0" dirty="0">
                <a:solidFill>
                  <a:srgbClr val="272727"/>
                </a:solidFill>
                <a:latin typeface="Arial"/>
              </a:rPr>
              <a:t>programs/year across</a:t>
            </a:r>
            <a:endParaRPr lang="en-IN" sz="1100" b="0" dirty="0">
              <a:solidFill>
                <a:srgbClr val="272727"/>
              </a:solidFill>
              <a:latin typeface="Arial"/>
            </a:endParaRPr>
          </a:p>
          <a:p>
            <a:pPr algn="ctr"/>
            <a:r>
              <a:rPr sz="1100" b="0" dirty="0">
                <a:solidFill>
                  <a:srgbClr val="272727"/>
                </a:solidFill>
                <a:latin typeface="Arial"/>
              </a:rPr>
              <a:t>Flagship</a:t>
            </a:r>
            <a:r>
              <a:rPr lang="en-IN" sz="1100" b="0" dirty="0">
                <a:solidFill>
                  <a:srgbClr val="272727"/>
                </a:solidFill>
                <a:latin typeface="Arial"/>
              </a:rPr>
              <a:t>,</a:t>
            </a:r>
            <a:r>
              <a:rPr sz="1100" b="0" dirty="0">
                <a:solidFill>
                  <a:srgbClr val="272727"/>
                </a:solidFill>
                <a:latin typeface="Arial"/>
              </a:rPr>
              <a:t> Open</a:t>
            </a:r>
            <a:r>
              <a:rPr lang="en-IN" sz="1100" b="0" dirty="0">
                <a:solidFill>
                  <a:srgbClr val="272727"/>
                </a:solidFill>
                <a:latin typeface="Arial"/>
              </a:rPr>
              <a:t>, </a:t>
            </a:r>
            <a:r>
              <a:rPr sz="1100" b="0" dirty="0">
                <a:solidFill>
                  <a:srgbClr val="272727"/>
                </a:solidFill>
                <a:latin typeface="Arial"/>
              </a:rPr>
              <a:t>Custom</a:t>
            </a:r>
          </a:p>
        </p:txBody>
      </p:sp>
      <p:sp>
        <p:nvSpPr>
          <p:cNvPr id="10" name="Rectangle 9"/>
          <p:cNvSpPr/>
          <p:nvPr/>
        </p:nvSpPr>
        <p:spPr>
          <a:xfrm>
            <a:off x="2130552" y="1097280"/>
            <a:ext cx="1627632" cy="201168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130552" y="1097280"/>
            <a:ext cx="1627632" cy="64008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130552" y="1188720"/>
            <a:ext cx="1627632" cy="380480"/>
          </a:xfrm>
          <a:prstGeom prst="rect">
            <a:avLst/>
          </a:prstGeom>
          <a:noFill/>
        </p:spPr>
        <p:txBody>
          <a:bodyPr wrap="square" lIns="36000" tIns="36000" rIns="36000" bIns="36000" anchor="t">
            <a:spAutoFit/>
          </a:bodyPr>
          <a:lstStyle/>
          <a:p>
            <a:pPr algn="ctr"/>
            <a:r>
              <a:rPr lang="en-US" sz="2000" b="1" dirty="0">
                <a:solidFill>
                  <a:srgbClr val="FFFFFF"/>
                </a:solidFill>
                <a:latin typeface="Arial"/>
              </a:rPr>
              <a:t>In-Progress</a:t>
            </a:r>
            <a:endParaRPr sz="2000" b="1" dirty="0">
              <a:solidFill>
                <a:srgbClr val="FFFFFF"/>
              </a:solidFill>
              <a:latin typeface="Arial"/>
            </a:endParaRPr>
          </a:p>
        </p:txBody>
      </p:sp>
      <p:sp>
        <p:nvSpPr>
          <p:cNvPr id="13" name="TextBox 12"/>
          <p:cNvSpPr txBox="1"/>
          <p:nvPr/>
        </p:nvSpPr>
        <p:spPr>
          <a:xfrm>
            <a:off x="2221992" y="1874520"/>
            <a:ext cx="1444752" cy="1203782"/>
          </a:xfrm>
          <a:prstGeom prst="rect">
            <a:avLst/>
          </a:prstGeom>
          <a:noFill/>
        </p:spPr>
        <p:txBody>
          <a:bodyPr wrap="square" lIns="36000" tIns="36000" rIns="36000" bIns="36000" anchor="t">
            <a:spAutoFit/>
          </a:bodyPr>
          <a:lstStyle/>
          <a:p>
            <a:pPr algn="ctr"/>
            <a:r>
              <a:rPr sz="1050" b="0" dirty="0">
                <a:solidFill>
                  <a:srgbClr val="272727"/>
                </a:solidFill>
                <a:latin typeface="Arial"/>
              </a:rPr>
              <a:t>LMS</a:t>
            </a:r>
            <a:r>
              <a:rPr lang="en-US" sz="1050" b="0" dirty="0">
                <a:solidFill>
                  <a:srgbClr val="272727"/>
                </a:solidFill>
                <a:latin typeface="Arial"/>
              </a:rPr>
              <a:t> (CSOD) Deployment</a:t>
            </a:r>
            <a:r>
              <a:rPr sz="1050" b="0" dirty="0">
                <a:solidFill>
                  <a:srgbClr val="272727"/>
                </a:solidFill>
                <a:latin typeface="Arial"/>
              </a:rPr>
              <a:t> for TMTC program</a:t>
            </a:r>
            <a:r>
              <a:rPr lang="en-US" sz="1050" b="0" dirty="0">
                <a:solidFill>
                  <a:srgbClr val="272727"/>
                </a:solidFill>
                <a:latin typeface="Arial"/>
              </a:rPr>
              <a:t>s. </a:t>
            </a:r>
            <a:r>
              <a:rPr lang="en-US" sz="1050" dirty="0">
                <a:solidFill>
                  <a:srgbClr val="272727"/>
                </a:solidFill>
                <a:latin typeface="Arial"/>
              </a:rPr>
              <a:t>Meanwhile</a:t>
            </a:r>
            <a:r>
              <a:rPr sz="1050" b="0" dirty="0">
                <a:solidFill>
                  <a:srgbClr val="272727"/>
                </a:solidFill>
                <a:latin typeface="Arial"/>
              </a:rPr>
              <a:t> </a:t>
            </a:r>
            <a:r>
              <a:rPr lang="en-US" sz="1050" b="0" dirty="0">
                <a:solidFill>
                  <a:srgbClr val="272727"/>
                </a:solidFill>
                <a:latin typeface="Arial"/>
              </a:rPr>
              <a:t>E</a:t>
            </a:r>
            <a:r>
              <a:rPr sz="1050" b="0" dirty="0">
                <a:solidFill>
                  <a:srgbClr val="272727"/>
                </a:solidFill>
                <a:latin typeface="Arial"/>
              </a:rPr>
              <a:t>xcel</a:t>
            </a:r>
            <a:r>
              <a:rPr lang="en-US" sz="1050" b="0" dirty="0">
                <a:solidFill>
                  <a:srgbClr val="272727"/>
                </a:solidFill>
                <a:latin typeface="Arial"/>
              </a:rPr>
              <a:t>, </a:t>
            </a:r>
            <a:r>
              <a:rPr sz="1050" b="0" dirty="0">
                <a:solidFill>
                  <a:srgbClr val="272727"/>
                </a:solidFill>
                <a:latin typeface="Arial"/>
              </a:rPr>
              <a:t>email </a:t>
            </a:r>
            <a:r>
              <a:rPr lang="en-US" sz="1050" dirty="0">
                <a:solidFill>
                  <a:srgbClr val="272727"/>
                </a:solidFill>
                <a:latin typeface="Arial"/>
              </a:rPr>
              <a:t>and</a:t>
            </a:r>
            <a:r>
              <a:rPr sz="1050" b="0" dirty="0">
                <a:solidFill>
                  <a:srgbClr val="272727"/>
                </a:solidFill>
                <a:latin typeface="Arial"/>
              </a:rPr>
              <a:t> SharePoint</a:t>
            </a:r>
            <a:r>
              <a:rPr lang="en-US" sz="1050" b="0" dirty="0">
                <a:solidFill>
                  <a:srgbClr val="272727"/>
                </a:solidFill>
                <a:latin typeface="Arial"/>
              </a:rPr>
              <a:t> are the daily drivers for most of the work at TMTC</a:t>
            </a:r>
            <a:endParaRPr sz="1050" b="0" dirty="0">
              <a:solidFill>
                <a:srgbClr val="272727"/>
              </a:solidFill>
              <a:latin typeface="Arial"/>
            </a:endParaRPr>
          </a:p>
        </p:txBody>
      </p:sp>
      <p:sp>
        <p:nvSpPr>
          <p:cNvPr id="14" name="Rectangle 13"/>
          <p:cNvSpPr/>
          <p:nvPr/>
        </p:nvSpPr>
        <p:spPr>
          <a:xfrm>
            <a:off x="3803904" y="1097280"/>
            <a:ext cx="1627632" cy="201168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803904" y="1097280"/>
            <a:ext cx="1627632" cy="64008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803904" y="1222588"/>
            <a:ext cx="1627632" cy="380480"/>
          </a:xfrm>
          <a:prstGeom prst="rect">
            <a:avLst/>
          </a:prstGeom>
          <a:noFill/>
        </p:spPr>
        <p:txBody>
          <a:bodyPr wrap="square" lIns="36000" tIns="36000" rIns="36000" bIns="36000" anchor="t">
            <a:spAutoFit/>
          </a:bodyPr>
          <a:lstStyle/>
          <a:p>
            <a:pPr algn="ctr"/>
            <a:r>
              <a:rPr lang="en-US" sz="2000" b="1" dirty="0">
                <a:solidFill>
                  <a:srgbClr val="FFFFFF"/>
                </a:solidFill>
                <a:latin typeface="Arial"/>
              </a:rPr>
              <a:t>10 Days</a:t>
            </a:r>
            <a:endParaRPr sz="2000" b="1" dirty="0">
              <a:solidFill>
                <a:srgbClr val="FFFFFF"/>
              </a:solidFill>
              <a:latin typeface="Arial"/>
            </a:endParaRPr>
          </a:p>
        </p:txBody>
      </p:sp>
      <p:sp>
        <p:nvSpPr>
          <p:cNvPr id="17" name="TextBox 16"/>
          <p:cNvSpPr txBox="1"/>
          <p:nvPr/>
        </p:nvSpPr>
        <p:spPr>
          <a:xfrm>
            <a:off x="3895344" y="1874520"/>
            <a:ext cx="1444752" cy="1088366"/>
          </a:xfrm>
          <a:prstGeom prst="rect">
            <a:avLst/>
          </a:prstGeom>
          <a:noFill/>
        </p:spPr>
        <p:txBody>
          <a:bodyPr wrap="square" lIns="36000" tIns="36000" rIns="36000" bIns="36000" anchor="t">
            <a:spAutoFit/>
          </a:bodyPr>
          <a:lstStyle/>
          <a:p>
            <a:pPr algn="ctr"/>
            <a:r>
              <a:rPr lang="en-US" sz="1100" dirty="0">
                <a:solidFill>
                  <a:srgbClr val="272727"/>
                </a:solidFill>
                <a:latin typeface="Arial"/>
              </a:rPr>
              <a:t>Average Custom Program Curation time. This covers diagnostics with the group company to the step of initial proposal</a:t>
            </a:r>
            <a:endParaRPr sz="1100" b="0" dirty="0">
              <a:solidFill>
                <a:srgbClr val="272727"/>
              </a:solidFill>
              <a:latin typeface="Arial"/>
            </a:endParaRPr>
          </a:p>
        </p:txBody>
      </p:sp>
      <p:sp>
        <p:nvSpPr>
          <p:cNvPr id="18" name="Rectangle 17"/>
          <p:cNvSpPr/>
          <p:nvPr/>
        </p:nvSpPr>
        <p:spPr>
          <a:xfrm>
            <a:off x="5477256" y="1097280"/>
            <a:ext cx="1627632" cy="201168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477256" y="1097280"/>
            <a:ext cx="1627632" cy="64008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77256" y="1188720"/>
            <a:ext cx="1627632" cy="442035"/>
          </a:xfrm>
          <a:prstGeom prst="rect">
            <a:avLst/>
          </a:prstGeom>
          <a:noFill/>
        </p:spPr>
        <p:txBody>
          <a:bodyPr wrap="square" lIns="36000" tIns="36000" rIns="36000" bIns="36000" anchor="t">
            <a:spAutoFit/>
          </a:bodyPr>
          <a:lstStyle/>
          <a:p>
            <a:pPr algn="ctr"/>
            <a:r>
              <a:rPr sz="2400" b="1" dirty="0">
                <a:solidFill>
                  <a:srgbClr val="FFFFFF"/>
                </a:solidFill>
                <a:latin typeface="Arial"/>
              </a:rPr>
              <a:t>5</a:t>
            </a:r>
            <a:r>
              <a:rPr lang="en-US" sz="2400" b="1" dirty="0">
                <a:solidFill>
                  <a:srgbClr val="FFFFFF"/>
                </a:solidFill>
                <a:latin typeface="Arial"/>
              </a:rPr>
              <a:t> </a:t>
            </a:r>
            <a:r>
              <a:rPr sz="2400" b="1" dirty="0">
                <a:solidFill>
                  <a:srgbClr val="FFFFFF"/>
                </a:solidFill>
                <a:latin typeface="Arial"/>
              </a:rPr>
              <a:t>y</a:t>
            </a:r>
            <a:r>
              <a:rPr lang="en-US" sz="2400" b="1" dirty="0">
                <a:solidFill>
                  <a:srgbClr val="FFFFFF"/>
                </a:solidFill>
                <a:latin typeface="Arial"/>
              </a:rPr>
              <a:t>ears</a:t>
            </a:r>
            <a:endParaRPr sz="2400" b="1" dirty="0">
              <a:solidFill>
                <a:srgbClr val="FFFFFF"/>
              </a:solidFill>
              <a:latin typeface="Arial"/>
            </a:endParaRPr>
          </a:p>
        </p:txBody>
      </p:sp>
      <p:sp>
        <p:nvSpPr>
          <p:cNvPr id="21" name="TextBox 20"/>
          <p:cNvSpPr txBox="1"/>
          <p:nvPr/>
        </p:nvSpPr>
        <p:spPr>
          <a:xfrm>
            <a:off x="5568696" y="1874520"/>
            <a:ext cx="1444752" cy="1088366"/>
          </a:xfrm>
          <a:prstGeom prst="rect">
            <a:avLst/>
          </a:prstGeom>
          <a:noFill/>
        </p:spPr>
        <p:txBody>
          <a:bodyPr wrap="square" lIns="36000" tIns="36000" rIns="36000" bIns="36000" anchor="t">
            <a:spAutoFit/>
          </a:bodyPr>
          <a:lstStyle/>
          <a:p>
            <a:pPr algn="ctr"/>
            <a:r>
              <a:rPr sz="1100" b="0" dirty="0">
                <a:solidFill>
                  <a:srgbClr val="272727"/>
                </a:solidFill>
                <a:latin typeface="Arial"/>
              </a:rPr>
              <a:t>of program dossiers P</a:t>
            </a:r>
            <a:r>
              <a:rPr lang="en-US" sz="1100" b="0" dirty="0">
                <a:solidFill>
                  <a:srgbClr val="272727"/>
                </a:solidFill>
                <a:latin typeface="Arial"/>
              </a:rPr>
              <a:t>rogram </a:t>
            </a:r>
            <a:r>
              <a:rPr sz="1100" b="0" dirty="0">
                <a:solidFill>
                  <a:srgbClr val="272727"/>
                </a:solidFill>
                <a:latin typeface="Arial"/>
              </a:rPr>
              <a:t>D</a:t>
            </a:r>
            <a:r>
              <a:rPr lang="en-US" sz="1100" b="0" dirty="0">
                <a:solidFill>
                  <a:srgbClr val="272727"/>
                </a:solidFill>
                <a:latin typeface="Arial"/>
              </a:rPr>
              <a:t>irector</a:t>
            </a:r>
            <a:r>
              <a:rPr sz="1100" b="0" dirty="0">
                <a:solidFill>
                  <a:srgbClr val="272727"/>
                </a:solidFill>
                <a:latin typeface="Arial"/>
              </a:rPr>
              <a:t>s</a:t>
            </a:r>
          </a:p>
          <a:p>
            <a:pPr algn="ctr"/>
            <a:r>
              <a:rPr sz="1100" b="0" dirty="0">
                <a:solidFill>
                  <a:srgbClr val="272727"/>
                </a:solidFill>
                <a:latin typeface="Arial"/>
              </a:rPr>
              <a:t>want before meeting</a:t>
            </a:r>
            <a:r>
              <a:rPr lang="en-US" sz="1100" b="0" dirty="0">
                <a:solidFill>
                  <a:srgbClr val="272727"/>
                </a:solidFill>
                <a:latin typeface="Arial"/>
              </a:rPr>
              <a:t> with group companies for custom program consultation</a:t>
            </a:r>
            <a:endParaRPr sz="1100" b="0" dirty="0">
              <a:solidFill>
                <a:srgbClr val="272727"/>
              </a:solidFill>
              <a:latin typeface="Arial"/>
            </a:endParaRPr>
          </a:p>
        </p:txBody>
      </p:sp>
      <p:sp>
        <p:nvSpPr>
          <p:cNvPr id="22" name="Rectangle 21"/>
          <p:cNvSpPr/>
          <p:nvPr/>
        </p:nvSpPr>
        <p:spPr>
          <a:xfrm>
            <a:off x="7150608" y="1097280"/>
            <a:ext cx="1627632" cy="201168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150608" y="1097280"/>
            <a:ext cx="1627632" cy="64008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50608" y="1188720"/>
            <a:ext cx="1627632" cy="442035"/>
          </a:xfrm>
          <a:prstGeom prst="rect">
            <a:avLst/>
          </a:prstGeom>
          <a:noFill/>
        </p:spPr>
        <p:txBody>
          <a:bodyPr wrap="square" lIns="36000" tIns="36000" rIns="36000" bIns="36000" anchor="t">
            <a:spAutoFit/>
          </a:bodyPr>
          <a:lstStyle/>
          <a:p>
            <a:pPr algn="ctr"/>
            <a:r>
              <a:rPr lang="en-US" sz="2400" b="1" dirty="0">
                <a:solidFill>
                  <a:srgbClr val="FFFFFF"/>
                </a:solidFill>
                <a:latin typeface="Arial"/>
              </a:rPr>
              <a:t>No</a:t>
            </a:r>
            <a:endParaRPr sz="2400" b="1" dirty="0">
              <a:solidFill>
                <a:srgbClr val="FFFFFF"/>
              </a:solidFill>
              <a:latin typeface="Arial"/>
            </a:endParaRPr>
          </a:p>
        </p:txBody>
      </p:sp>
      <p:sp>
        <p:nvSpPr>
          <p:cNvPr id="25" name="TextBox 24"/>
          <p:cNvSpPr txBox="1"/>
          <p:nvPr/>
        </p:nvSpPr>
        <p:spPr>
          <a:xfrm>
            <a:off x="7242048" y="1874520"/>
            <a:ext cx="1444752" cy="749812"/>
          </a:xfrm>
          <a:prstGeom prst="rect">
            <a:avLst/>
          </a:prstGeom>
          <a:noFill/>
        </p:spPr>
        <p:txBody>
          <a:bodyPr wrap="square" lIns="36000" tIns="36000" rIns="36000" bIns="36000" anchor="t">
            <a:spAutoFit/>
          </a:bodyPr>
          <a:lstStyle/>
          <a:p>
            <a:pPr algn="ctr"/>
            <a:r>
              <a:rPr sz="1100" b="0" dirty="0">
                <a:solidFill>
                  <a:srgbClr val="272727"/>
                </a:solidFill>
                <a:latin typeface="Arial"/>
              </a:rPr>
              <a:t>post-program engagement</a:t>
            </a:r>
          </a:p>
          <a:p>
            <a:pPr algn="ctr"/>
            <a:r>
              <a:rPr sz="1100" b="0" dirty="0">
                <a:solidFill>
                  <a:srgbClr val="272727"/>
                </a:solidFill>
                <a:latin typeface="Arial"/>
              </a:rPr>
              <a:t>layer; alumni tracked </a:t>
            </a:r>
            <a:r>
              <a:rPr lang="en-US" sz="1100" dirty="0">
                <a:solidFill>
                  <a:srgbClr val="272727"/>
                </a:solidFill>
                <a:latin typeface="Arial"/>
              </a:rPr>
              <a:t>manually.</a:t>
            </a:r>
            <a:endParaRPr sz="1100" b="0" dirty="0">
              <a:solidFill>
                <a:srgbClr val="272727"/>
              </a:solidFill>
              <a:latin typeface="Arial"/>
            </a:endParaRPr>
          </a:p>
        </p:txBody>
      </p:sp>
      <p:grpSp>
        <p:nvGrpSpPr>
          <p:cNvPr id="33" name="Group 32">
            <a:extLst>
              <a:ext uri="{FF2B5EF4-FFF2-40B4-BE49-F238E27FC236}">
                <a16:creationId xmlns:a16="http://schemas.microsoft.com/office/drawing/2014/main" id="{7D399EE4-EC2A-6989-8B97-09CA142B5693}"/>
              </a:ext>
            </a:extLst>
          </p:cNvPr>
          <p:cNvGrpSpPr/>
          <p:nvPr/>
        </p:nvGrpSpPr>
        <p:grpSpPr>
          <a:xfrm>
            <a:off x="457200" y="3383280"/>
            <a:ext cx="8229600" cy="1188720"/>
            <a:chOff x="457200" y="3383280"/>
            <a:chExt cx="8229600" cy="1188720"/>
          </a:xfrm>
        </p:grpSpPr>
        <p:sp>
          <p:nvSpPr>
            <p:cNvPr id="26" name="Rectangle 25"/>
            <p:cNvSpPr/>
            <p:nvPr/>
          </p:nvSpPr>
          <p:spPr>
            <a:xfrm>
              <a:off x="457200" y="3383280"/>
              <a:ext cx="8229600" cy="1188720"/>
            </a:xfrm>
            <a:prstGeom prst="rect">
              <a:avLst/>
            </a:prstGeom>
            <a:solidFill>
              <a:srgbClr val="E6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57200" y="3383280"/>
              <a:ext cx="91440" cy="118872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85800" y="3452704"/>
              <a:ext cx="7772400" cy="288147"/>
            </a:xfrm>
            <a:prstGeom prst="rect">
              <a:avLst/>
            </a:prstGeom>
            <a:noFill/>
          </p:spPr>
          <p:txBody>
            <a:bodyPr wrap="square" lIns="36000" tIns="36000" rIns="36000" bIns="36000" anchor="t">
              <a:spAutoFit/>
            </a:bodyPr>
            <a:lstStyle/>
            <a:p>
              <a:pPr algn="l"/>
              <a:r>
                <a:rPr sz="1400" b="1" dirty="0">
                  <a:solidFill>
                    <a:srgbClr val="E8901E"/>
                  </a:solidFill>
                  <a:latin typeface="Arial"/>
                </a:rPr>
                <a:t>Voice from the room:</a:t>
              </a:r>
            </a:p>
          </p:txBody>
        </p:sp>
        <p:sp>
          <p:nvSpPr>
            <p:cNvPr id="29" name="TextBox 28"/>
            <p:cNvSpPr txBox="1"/>
            <p:nvPr/>
          </p:nvSpPr>
          <p:spPr>
            <a:xfrm>
              <a:off x="685800" y="3752425"/>
              <a:ext cx="7772400" cy="580534"/>
            </a:xfrm>
            <a:prstGeom prst="rect">
              <a:avLst/>
            </a:prstGeom>
            <a:noFill/>
          </p:spPr>
          <p:txBody>
            <a:bodyPr wrap="square" lIns="36000" tIns="36000" rIns="36000" bIns="36000" anchor="t">
              <a:spAutoFit/>
            </a:bodyPr>
            <a:lstStyle/>
            <a:p>
              <a:pPr algn="l"/>
              <a:r>
                <a:rPr sz="1100" b="0" dirty="0">
                  <a:solidFill>
                    <a:srgbClr val="272727"/>
                  </a:solidFill>
                  <a:latin typeface="Arial"/>
                </a:rPr>
                <a:t>“There is central SharePoint which stores program details… but there is no SOP that makes it compulsory to follow it every time. It has not been updated for quite some time now. We talk to people who conducted the program </a:t>
              </a:r>
              <a:r>
                <a:rPr lang="en-US" sz="1100" b="0" dirty="0">
                  <a:solidFill>
                    <a:srgbClr val="272727"/>
                  </a:solidFill>
                  <a:latin typeface="Arial"/>
                </a:rPr>
                <a:t>and</a:t>
              </a:r>
              <a:r>
                <a:rPr sz="1100" b="0" dirty="0">
                  <a:solidFill>
                    <a:srgbClr val="272727"/>
                  </a:solidFill>
                  <a:latin typeface="Arial"/>
                </a:rPr>
                <a:t> ther</a:t>
              </a:r>
              <a:r>
                <a:rPr lang="en-US" sz="1100" dirty="0">
                  <a:solidFill>
                    <a:srgbClr val="272727"/>
                  </a:solidFill>
                  <a:latin typeface="Arial"/>
                </a:rPr>
                <a:t>e are some</a:t>
              </a:r>
              <a:r>
                <a:rPr sz="1100" b="0" dirty="0">
                  <a:solidFill>
                    <a:srgbClr val="272727"/>
                  </a:solidFill>
                  <a:latin typeface="Arial"/>
                </a:rPr>
                <a:t> times when people have left the company.”</a:t>
              </a:r>
            </a:p>
          </p:txBody>
        </p:sp>
        <p:sp>
          <p:nvSpPr>
            <p:cNvPr id="30" name="TextBox 29"/>
            <p:cNvSpPr txBox="1"/>
            <p:nvPr/>
          </p:nvSpPr>
          <p:spPr>
            <a:xfrm>
              <a:off x="660399" y="4340017"/>
              <a:ext cx="7772400" cy="226591"/>
            </a:xfrm>
            <a:prstGeom prst="rect">
              <a:avLst/>
            </a:prstGeom>
            <a:noFill/>
          </p:spPr>
          <p:txBody>
            <a:bodyPr wrap="square" lIns="36000" tIns="36000" rIns="36000" bIns="36000" anchor="t">
              <a:spAutoFit/>
            </a:bodyPr>
            <a:lstStyle/>
            <a:p>
              <a:pPr algn="l"/>
              <a:r>
                <a:rPr sz="1000" b="0" dirty="0">
                  <a:solidFill>
                    <a:srgbClr val="999999"/>
                  </a:solidFill>
                  <a:latin typeface="Arial"/>
                </a:rPr>
                <a:t>— TMTC stakeholder, </a:t>
              </a:r>
              <a:r>
                <a:rPr lang="en-US" sz="1000" dirty="0">
                  <a:solidFill>
                    <a:srgbClr val="999999"/>
                  </a:solidFill>
                  <a:latin typeface="Arial"/>
                </a:rPr>
                <a:t>Program Manager</a:t>
              </a:r>
              <a:endParaRPr sz="1000" b="0" dirty="0">
                <a:solidFill>
                  <a:srgbClr val="999999"/>
                </a:solidFill>
                <a:latin typeface="Arial"/>
              </a:endParaRPr>
            </a:p>
          </p:txBody>
        </p:sp>
      </p:grpSp>
      <p:sp>
        <p:nvSpPr>
          <p:cNvPr id="31" name="TextBox 30"/>
          <p:cNvSpPr txBox="1"/>
          <p:nvPr/>
        </p:nvSpPr>
        <p:spPr>
          <a:xfrm>
            <a:off x="8046720" y="4864608"/>
            <a:ext cx="914400" cy="195814"/>
          </a:xfrm>
          <a:prstGeom prst="rect">
            <a:avLst/>
          </a:prstGeom>
          <a:noFill/>
        </p:spPr>
        <p:txBody>
          <a:bodyPr wrap="square" lIns="36000" tIns="36000" rIns="36000" bIns="36000" anchor="t">
            <a:spAutoFit/>
          </a:bodyPr>
          <a:lstStyle/>
          <a:p>
            <a:pPr algn="r"/>
            <a:r>
              <a:rPr sz="800" b="0" dirty="0">
                <a:solidFill>
                  <a:srgbClr val="999999"/>
                </a:solidFill>
                <a:latin typeface="Arial"/>
              </a:rPr>
              <a:t>6 / 2</a:t>
            </a:r>
            <a:r>
              <a:rPr lang="en-US" sz="800" b="0" dirty="0">
                <a:solidFill>
                  <a:srgbClr val="999999"/>
                </a:solidFill>
                <a:latin typeface="Arial"/>
              </a:rPr>
              <a:t>7</a:t>
            </a:r>
            <a:endParaRPr sz="800" b="0" dirty="0">
              <a:solidFill>
                <a:srgbClr val="999999"/>
              </a:solidFill>
              <a:latin typeface="Arial"/>
            </a:endParaRPr>
          </a:p>
        </p:txBody>
      </p:sp>
      <p:pic>
        <p:nvPicPr>
          <p:cNvPr id="32" name="Picture 8" descr="Tata logo png, Tata icon transparent png 20975508 PNG">
            <a:extLst>
              <a:ext uri="{FF2B5EF4-FFF2-40B4-BE49-F238E27FC236}">
                <a16:creationId xmlns:a16="http://schemas.microsoft.com/office/drawing/2014/main" id="{552EABA1-EFDD-B7B5-AB7F-2113E5446A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7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26996"/>
            <a:ext cx="8229600" cy="688256"/>
          </a:xfrm>
          <a:prstGeom prst="rect">
            <a:avLst/>
          </a:prstGeom>
          <a:noFill/>
        </p:spPr>
        <p:txBody>
          <a:bodyPr wrap="square" lIns="36000" tIns="36000" rIns="36000" bIns="36000" anchor="t">
            <a:spAutoFit/>
          </a:bodyPr>
          <a:lstStyle/>
          <a:p>
            <a:pPr algn="l"/>
            <a:r>
              <a:rPr sz="2000" b="1" dirty="0">
                <a:solidFill>
                  <a:srgbClr val="001B5B"/>
                </a:solidFill>
                <a:latin typeface="Arial"/>
              </a:rPr>
              <a:t>The opportunity is operating-model redesign not </a:t>
            </a:r>
            <a:endParaRPr lang="en-US" sz="2000" b="1" dirty="0">
              <a:solidFill>
                <a:srgbClr val="001B5B"/>
              </a:solidFill>
              <a:latin typeface="Arial"/>
            </a:endParaRPr>
          </a:p>
          <a:p>
            <a:pPr algn="l"/>
            <a:r>
              <a:rPr sz="2000" b="1" dirty="0">
                <a:solidFill>
                  <a:srgbClr val="001B5B"/>
                </a:solidFill>
                <a:latin typeface="Arial"/>
              </a:rPr>
              <a:t>AI bolted onto today's process</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algn="l"/>
            <a:r>
              <a:rPr sz="800" b="0" dirty="0">
                <a:solidFill>
                  <a:srgbClr val="999999"/>
                </a:solidFill>
                <a:latin typeface="Arial"/>
              </a:rPr>
              <a:t>AI-NATIVE HR · </a:t>
            </a:r>
            <a:r>
              <a:rPr lang="en-IN" sz="800" b="0" dirty="0">
                <a:solidFill>
                  <a:srgbClr val="999999"/>
                </a:solidFill>
                <a:latin typeface="Arial"/>
              </a:rPr>
              <a:t>FINAL REVIEW</a:t>
            </a:r>
            <a:endParaRPr sz="800" b="0" dirty="0">
              <a:solidFill>
                <a:srgbClr val="999999"/>
              </a:solidFill>
              <a:latin typeface="Arial"/>
            </a:endParaRPr>
          </a:p>
        </p:txBody>
      </p:sp>
      <p:sp>
        <p:nvSpPr>
          <p:cNvPr id="6" name="Rectangle 5"/>
          <p:cNvSpPr/>
          <p:nvPr/>
        </p:nvSpPr>
        <p:spPr>
          <a:xfrm>
            <a:off x="457200" y="1051560"/>
            <a:ext cx="4023360" cy="3611880"/>
          </a:xfrm>
          <a:prstGeom prst="rect">
            <a:avLst/>
          </a:prstGeom>
          <a:solidFill>
            <a:srgbClr val="E6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051560"/>
            <a:ext cx="4023360" cy="36576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097280"/>
            <a:ext cx="3749040" cy="288147"/>
          </a:xfrm>
          <a:prstGeom prst="rect">
            <a:avLst/>
          </a:prstGeom>
          <a:noFill/>
        </p:spPr>
        <p:txBody>
          <a:bodyPr wrap="square" lIns="36000" tIns="36000" rIns="36000" bIns="36000" anchor="t">
            <a:spAutoFit/>
          </a:bodyPr>
          <a:lstStyle/>
          <a:p>
            <a:pPr algn="ctr"/>
            <a:r>
              <a:rPr sz="1400" b="1" dirty="0">
                <a:solidFill>
                  <a:srgbClr val="FFFFFF"/>
                </a:solidFill>
                <a:latin typeface="Arial"/>
              </a:rPr>
              <a:t>AI-ASSISTED  (the </a:t>
            </a:r>
            <a:r>
              <a:rPr lang="en-US" sz="1400" b="1" dirty="0">
                <a:solidFill>
                  <a:srgbClr val="FFFFFF"/>
                </a:solidFill>
                <a:latin typeface="Arial"/>
              </a:rPr>
              <a:t>quick wins</a:t>
            </a:r>
            <a:r>
              <a:rPr sz="1400" b="1" dirty="0">
                <a:solidFill>
                  <a:srgbClr val="FFFFFF"/>
                </a:solidFill>
                <a:latin typeface="Arial"/>
              </a:rPr>
              <a:t>)</a:t>
            </a:r>
          </a:p>
        </p:txBody>
      </p:sp>
      <p:sp>
        <p:nvSpPr>
          <p:cNvPr id="9" name="TextBox 8"/>
          <p:cNvSpPr txBox="1"/>
          <p:nvPr/>
        </p:nvSpPr>
        <p:spPr>
          <a:xfrm>
            <a:off x="594360" y="1508760"/>
            <a:ext cx="3749040" cy="1323439"/>
          </a:xfrm>
          <a:prstGeom prst="rect">
            <a:avLst/>
          </a:prstGeom>
          <a:noFill/>
        </p:spPr>
        <p:txBody>
          <a:bodyPr wrap="square">
            <a:spAutoFit/>
          </a:bodyPr>
          <a:lstStyle/>
          <a:p>
            <a:pPr>
              <a:spcAft>
                <a:spcPts val="600"/>
              </a:spcAft>
            </a:pPr>
            <a:r>
              <a:rPr sz="1200" b="1" dirty="0">
                <a:solidFill>
                  <a:srgbClr val="001B5B"/>
                </a:solidFill>
                <a:latin typeface="Arial"/>
              </a:rPr>
              <a:t>▸  </a:t>
            </a:r>
            <a:r>
              <a:rPr sz="1200" dirty="0">
                <a:solidFill>
                  <a:srgbClr val="272727"/>
                </a:solidFill>
                <a:latin typeface="Arial"/>
              </a:rPr>
              <a:t>PD asks Copilot to draft a proposal.</a:t>
            </a:r>
          </a:p>
          <a:p>
            <a:pPr>
              <a:spcAft>
                <a:spcPts val="600"/>
              </a:spcAft>
            </a:pPr>
            <a:r>
              <a:rPr sz="1200" b="1" dirty="0">
                <a:solidFill>
                  <a:srgbClr val="001B5B"/>
                </a:solidFill>
                <a:latin typeface="Arial"/>
              </a:rPr>
              <a:t>▸  </a:t>
            </a:r>
            <a:r>
              <a:rPr sz="1200" dirty="0">
                <a:solidFill>
                  <a:srgbClr val="272727"/>
                </a:solidFill>
                <a:latin typeface="Arial"/>
              </a:rPr>
              <a:t>PC </a:t>
            </a:r>
            <a:r>
              <a:rPr sz="1200" dirty="0" err="1">
                <a:solidFill>
                  <a:srgbClr val="272727"/>
                </a:solidFill>
                <a:latin typeface="Arial"/>
              </a:rPr>
              <a:t>summarises</a:t>
            </a:r>
            <a:r>
              <a:rPr sz="1200" dirty="0">
                <a:solidFill>
                  <a:srgbClr val="272727"/>
                </a:solidFill>
                <a:latin typeface="Arial"/>
              </a:rPr>
              <a:t> MS Forms feedback faster.</a:t>
            </a:r>
          </a:p>
          <a:p>
            <a:pPr>
              <a:spcAft>
                <a:spcPts val="600"/>
              </a:spcAft>
            </a:pPr>
            <a:r>
              <a:rPr sz="1200" b="1" dirty="0">
                <a:solidFill>
                  <a:srgbClr val="001B5B"/>
                </a:solidFill>
                <a:latin typeface="Arial"/>
              </a:rPr>
              <a:t>▸  </a:t>
            </a:r>
            <a:r>
              <a:rPr sz="1200" dirty="0">
                <a:solidFill>
                  <a:srgbClr val="272727"/>
                </a:solidFill>
                <a:latin typeface="Arial"/>
              </a:rPr>
              <a:t>Faculty database = a spreadsheet.</a:t>
            </a:r>
          </a:p>
          <a:p>
            <a:pPr>
              <a:spcAft>
                <a:spcPts val="600"/>
              </a:spcAft>
            </a:pPr>
            <a:r>
              <a:rPr sz="1200" b="1" dirty="0">
                <a:solidFill>
                  <a:srgbClr val="001B5B"/>
                </a:solidFill>
                <a:latin typeface="Arial"/>
              </a:rPr>
              <a:t>▸  </a:t>
            </a:r>
            <a:r>
              <a:rPr sz="1200" dirty="0">
                <a:solidFill>
                  <a:srgbClr val="272727"/>
                </a:solidFill>
                <a:latin typeface="Arial"/>
              </a:rPr>
              <a:t>LMS = a record of attendance + completion.</a:t>
            </a:r>
          </a:p>
          <a:p>
            <a:pPr>
              <a:spcAft>
                <a:spcPts val="600"/>
              </a:spcAft>
            </a:pPr>
            <a:r>
              <a:rPr sz="1200" b="1" dirty="0">
                <a:solidFill>
                  <a:srgbClr val="001B5B"/>
                </a:solidFill>
                <a:latin typeface="Arial"/>
              </a:rPr>
              <a:t>▸  </a:t>
            </a:r>
            <a:r>
              <a:rPr sz="1200" dirty="0">
                <a:solidFill>
                  <a:srgbClr val="272727"/>
                </a:solidFill>
                <a:latin typeface="Arial"/>
              </a:rPr>
              <a:t>Alumni contacted occasionally.</a:t>
            </a:r>
          </a:p>
        </p:txBody>
      </p:sp>
      <p:sp>
        <p:nvSpPr>
          <p:cNvPr id="10" name="Rectangle 9"/>
          <p:cNvSpPr/>
          <p:nvPr/>
        </p:nvSpPr>
        <p:spPr>
          <a:xfrm>
            <a:off x="4663440" y="1051560"/>
            <a:ext cx="4023360" cy="3611880"/>
          </a:xfrm>
          <a:prstGeom prst="rect">
            <a:avLst/>
          </a:prstGeom>
          <a:solidFill>
            <a:srgbClr val="E6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663440" y="1051560"/>
            <a:ext cx="4023360" cy="36576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846320" y="1097280"/>
            <a:ext cx="3749040" cy="288147"/>
          </a:xfrm>
          <a:prstGeom prst="rect">
            <a:avLst/>
          </a:prstGeom>
          <a:noFill/>
        </p:spPr>
        <p:txBody>
          <a:bodyPr wrap="square" lIns="36000" tIns="36000" rIns="36000" bIns="36000" anchor="t">
            <a:spAutoFit/>
          </a:bodyPr>
          <a:lstStyle/>
          <a:p>
            <a:pPr algn="ctr"/>
            <a:r>
              <a:rPr sz="1400" b="1" dirty="0">
                <a:solidFill>
                  <a:srgbClr val="FFFFFF"/>
                </a:solidFill>
                <a:latin typeface="Arial"/>
              </a:rPr>
              <a:t>AI-NATIVE  (</a:t>
            </a:r>
            <a:r>
              <a:rPr lang="en-US" sz="1400" b="1" dirty="0">
                <a:solidFill>
                  <a:srgbClr val="FFFFFF"/>
                </a:solidFill>
                <a:latin typeface="Arial"/>
              </a:rPr>
              <a:t>process</a:t>
            </a:r>
            <a:r>
              <a:rPr sz="1400" b="1" dirty="0">
                <a:solidFill>
                  <a:srgbClr val="FFFFFF"/>
                </a:solidFill>
                <a:latin typeface="Arial"/>
              </a:rPr>
              <a:t> redesign)</a:t>
            </a:r>
          </a:p>
        </p:txBody>
      </p:sp>
      <p:sp>
        <p:nvSpPr>
          <p:cNvPr id="13" name="TextBox 12"/>
          <p:cNvSpPr txBox="1"/>
          <p:nvPr/>
        </p:nvSpPr>
        <p:spPr>
          <a:xfrm>
            <a:off x="4800600" y="1508760"/>
            <a:ext cx="3749040" cy="2800767"/>
          </a:xfrm>
          <a:prstGeom prst="rect">
            <a:avLst/>
          </a:prstGeom>
          <a:noFill/>
        </p:spPr>
        <p:txBody>
          <a:bodyPr wrap="square">
            <a:spAutoFit/>
          </a:bodyPr>
          <a:lstStyle/>
          <a:p>
            <a:pPr>
              <a:spcAft>
                <a:spcPts val="600"/>
              </a:spcAft>
            </a:pPr>
            <a:r>
              <a:rPr sz="1200" b="1" dirty="0">
                <a:solidFill>
                  <a:srgbClr val="E8901E"/>
                </a:solidFill>
                <a:latin typeface="Arial"/>
              </a:rPr>
              <a:t>▸  </a:t>
            </a:r>
            <a:r>
              <a:rPr sz="1200" dirty="0">
                <a:solidFill>
                  <a:srgbClr val="272727"/>
                </a:solidFill>
                <a:latin typeface="Arial"/>
              </a:rPr>
              <a:t>AI prepares 5-yr </a:t>
            </a:r>
            <a:r>
              <a:rPr lang="en-US" sz="1200" dirty="0">
                <a:solidFill>
                  <a:srgbClr val="272727"/>
                </a:solidFill>
                <a:latin typeface="Arial"/>
              </a:rPr>
              <a:t>group company</a:t>
            </a:r>
            <a:r>
              <a:rPr sz="1200" dirty="0">
                <a:solidFill>
                  <a:srgbClr val="272727"/>
                </a:solidFill>
                <a:latin typeface="Arial"/>
              </a:rPr>
              <a:t> context, diagnoses likely problem, retrieves similar programs, drafts route + journey + proposal.</a:t>
            </a:r>
          </a:p>
          <a:p>
            <a:pPr>
              <a:spcAft>
                <a:spcPts val="600"/>
              </a:spcAft>
            </a:pPr>
            <a:r>
              <a:rPr sz="1200" b="1" dirty="0">
                <a:solidFill>
                  <a:srgbClr val="E8901E"/>
                </a:solidFill>
                <a:latin typeface="Arial"/>
              </a:rPr>
              <a:t>▸  </a:t>
            </a:r>
            <a:r>
              <a:rPr sz="1200" dirty="0">
                <a:solidFill>
                  <a:srgbClr val="272727"/>
                </a:solidFill>
                <a:latin typeface="Arial"/>
              </a:rPr>
              <a:t>Feedback structured, benchmarked, linked to faculty/content, fed back into next program.</a:t>
            </a:r>
          </a:p>
          <a:p>
            <a:pPr>
              <a:spcAft>
                <a:spcPts val="600"/>
              </a:spcAft>
            </a:pPr>
            <a:r>
              <a:rPr sz="1200" b="1" dirty="0">
                <a:solidFill>
                  <a:srgbClr val="E8901E"/>
                </a:solidFill>
                <a:latin typeface="Arial"/>
              </a:rPr>
              <a:t>▸  </a:t>
            </a:r>
            <a:r>
              <a:rPr sz="1200" dirty="0">
                <a:solidFill>
                  <a:srgbClr val="272727"/>
                </a:solidFill>
                <a:latin typeface="Arial"/>
              </a:rPr>
              <a:t>Faculty intelligence: live recommendation layer with ratings, expertise, cost, fit, reuse rights.</a:t>
            </a:r>
          </a:p>
          <a:p>
            <a:pPr>
              <a:spcAft>
                <a:spcPts val="600"/>
              </a:spcAft>
            </a:pPr>
            <a:r>
              <a:rPr sz="1200" b="1" dirty="0">
                <a:solidFill>
                  <a:srgbClr val="E8901E"/>
                </a:solidFill>
                <a:latin typeface="Arial"/>
              </a:rPr>
              <a:t>▸  </a:t>
            </a:r>
            <a:r>
              <a:rPr sz="1200" dirty="0">
                <a:solidFill>
                  <a:srgbClr val="272727"/>
                </a:solidFill>
                <a:latin typeface="Arial"/>
              </a:rPr>
              <a:t>LMS = one node in a learner profile that supports personalization, readiness, post-program nudges, alumni progression.</a:t>
            </a:r>
          </a:p>
          <a:p>
            <a:pPr>
              <a:spcAft>
                <a:spcPts val="600"/>
              </a:spcAft>
            </a:pPr>
            <a:r>
              <a:rPr sz="1200" b="1" dirty="0">
                <a:solidFill>
                  <a:srgbClr val="E8901E"/>
                </a:solidFill>
                <a:latin typeface="Arial"/>
              </a:rPr>
              <a:t>▸  </a:t>
            </a:r>
            <a:r>
              <a:rPr sz="1200" dirty="0">
                <a:solidFill>
                  <a:srgbClr val="272727"/>
                </a:solidFill>
                <a:latin typeface="Arial"/>
              </a:rPr>
              <a:t>Alumni = continuous engagement graph with next-best-learning, network matching, impact signals.</a:t>
            </a:r>
          </a:p>
        </p:txBody>
      </p:sp>
      <p:sp>
        <p:nvSpPr>
          <p:cNvPr id="14" name="TextBox 13"/>
          <p:cNvSpPr txBox="1"/>
          <p:nvPr/>
        </p:nvSpPr>
        <p:spPr>
          <a:xfrm>
            <a:off x="8046720" y="4864608"/>
            <a:ext cx="914400" cy="195814"/>
          </a:xfrm>
          <a:prstGeom prst="rect">
            <a:avLst/>
          </a:prstGeom>
          <a:noFill/>
        </p:spPr>
        <p:txBody>
          <a:bodyPr wrap="square" lIns="36000" tIns="36000" rIns="36000" bIns="36000" anchor="t">
            <a:spAutoFit/>
          </a:bodyPr>
          <a:lstStyle/>
          <a:p>
            <a:pPr algn="r"/>
            <a:r>
              <a:rPr sz="800" b="0" dirty="0">
                <a:solidFill>
                  <a:srgbClr val="999999"/>
                </a:solidFill>
                <a:latin typeface="Arial"/>
              </a:rPr>
              <a:t>7 / 2</a:t>
            </a:r>
            <a:r>
              <a:rPr lang="en-US" sz="800" b="0" dirty="0">
                <a:solidFill>
                  <a:srgbClr val="999999"/>
                </a:solidFill>
                <a:latin typeface="Arial"/>
              </a:rPr>
              <a:t>7</a:t>
            </a:r>
            <a:endParaRPr sz="800" b="0" dirty="0">
              <a:solidFill>
                <a:srgbClr val="999999"/>
              </a:solidFill>
              <a:latin typeface="Arial"/>
            </a:endParaRPr>
          </a:p>
        </p:txBody>
      </p:sp>
      <p:pic>
        <p:nvPicPr>
          <p:cNvPr id="15" name="Picture 8" descr="Tata logo png, Tata icon transparent png 20975508 PNG">
            <a:extLst>
              <a:ext uri="{FF2B5EF4-FFF2-40B4-BE49-F238E27FC236}">
                <a16:creationId xmlns:a16="http://schemas.microsoft.com/office/drawing/2014/main" id="{8DFB4599-E183-6C2C-04AE-BC822D5E5A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7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0935"/>
            <a:ext cx="8229600" cy="380480"/>
          </a:xfrm>
          <a:prstGeom prst="rect">
            <a:avLst/>
          </a:prstGeom>
          <a:noFill/>
        </p:spPr>
        <p:txBody>
          <a:bodyPr wrap="square" lIns="36000" tIns="36000" rIns="36000" bIns="36000" anchor="t">
            <a:spAutoFit/>
          </a:bodyPr>
          <a:lstStyle/>
          <a:p>
            <a:pPr algn="l"/>
            <a:r>
              <a:rPr sz="2000" b="1" dirty="0">
                <a:solidFill>
                  <a:srgbClr val="001B5B"/>
                </a:solidFill>
                <a:latin typeface="Arial"/>
              </a:rPr>
              <a:t>AI-native TMTC </a:t>
            </a:r>
            <a:r>
              <a:rPr lang="en-US" sz="2000" b="1" dirty="0">
                <a:solidFill>
                  <a:srgbClr val="001B5B"/>
                </a:solidFill>
                <a:latin typeface="Arial"/>
              </a:rPr>
              <a:t>-</a:t>
            </a:r>
            <a:r>
              <a:rPr sz="2000" b="1" dirty="0">
                <a:solidFill>
                  <a:srgbClr val="001B5B"/>
                </a:solidFill>
                <a:latin typeface="Arial"/>
              </a:rPr>
              <a:t> six layers, one closed loop</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algn="l"/>
            <a:r>
              <a:rPr sz="800" b="0" dirty="0">
                <a:solidFill>
                  <a:srgbClr val="999999"/>
                </a:solidFill>
                <a:latin typeface="Arial"/>
              </a:rPr>
              <a:t>AI-NATIVE HR · </a:t>
            </a:r>
            <a:r>
              <a:rPr lang="en-IN" sz="800" b="0" dirty="0">
                <a:solidFill>
                  <a:srgbClr val="999999"/>
                </a:solidFill>
                <a:latin typeface="Arial"/>
              </a:rPr>
              <a:t>FINAL REVIEW</a:t>
            </a:r>
            <a:endParaRPr sz="800" b="0" dirty="0">
              <a:solidFill>
                <a:srgbClr val="999999"/>
              </a:solidFill>
              <a:latin typeface="Arial"/>
            </a:endParaRPr>
          </a:p>
        </p:txBody>
      </p:sp>
      <p:sp>
        <p:nvSpPr>
          <p:cNvPr id="6" name="Rectangle 5"/>
          <p:cNvSpPr/>
          <p:nvPr/>
        </p:nvSpPr>
        <p:spPr>
          <a:xfrm>
            <a:off x="457200" y="1051560"/>
            <a:ext cx="8229600" cy="5486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051560"/>
            <a:ext cx="914400" cy="54864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170432"/>
            <a:ext cx="822960" cy="257369"/>
          </a:xfrm>
          <a:prstGeom prst="rect">
            <a:avLst/>
          </a:prstGeom>
          <a:noFill/>
        </p:spPr>
        <p:txBody>
          <a:bodyPr wrap="square" lIns="36000" tIns="36000" rIns="36000" bIns="36000" anchor="t">
            <a:spAutoFit/>
          </a:bodyPr>
          <a:lstStyle/>
          <a:p>
            <a:pPr algn="l"/>
            <a:r>
              <a:rPr sz="1200" b="1">
                <a:solidFill>
                  <a:srgbClr val="FFFFFF"/>
                </a:solidFill>
                <a:latin typeface="Arial"/>
              </a:rPr>
              <a:t>LAYER 6</a:t>
            </a:r>
          </a:p>
        </p:txBody>
      </p:sp>
      <p:sp>
        <p:nvSpPr>
          <p:cNvPr id="9" name="TextBox 8"/>
          <p:cNvSpPr txBox="1"/>
          <p:nvPr/>
        </p:nvSpPr>
        <p:spPr>
          <a:xfrm>
            <a:off x="1508760" y="1104050"/>
            <a:ext cx="7040880" cy="442035"/>
          </a:xfrm>
          <a:prstGeom prst="rect">
            <a:avLst/>
          </a:prstGeom>
          <a:noFill/>
        </p:spPr>
        <p:txBody>
          <a:bodyPr wrap="square" lIns="36000" tIns="36000" rIns="36000" bIns="36000" anchor="t">
            <a:spAutoFit/>
          </a:bodyPr>
          <a:lstStyle/>
          <a:p>
            <a:pPr algn="l"/>
            <a:r>
              <a:rPr sz="1200" b="0" dirty="0">
                <a:solidFill>
                  <a:srgbClr val="272727"/>
                </a:solidFill>
                <a:latin typeface="Arial"/>
              </a:rPr>
              <a:t>Learning loop</a:t>
            </a:r>
            <a:r>
              <a:rPr lang="en-US" sz="1200" b="0" dirty="0">
                <a:solidFill>
                  <a:srgbClr val="272727"/>
                </a:solidFill>
                <a:latin typeface="Arial"/>
              </a:rPr>
              <a:t>; </a:t>
            </a:r>
            <a:r>
              <a:rPr sz="1200" b="0" dirty="0">
                <a:solidFill>
                  <a:srgbClr val="272727"/>
                </a:solidFill>
                <a:latin typeface="Arial"/>
              </a:rPr>
              <a:t>every program updates content, faculty ratings, cohort insights, </a:t>
            </a:r>
            <a:r>
              <a:rPr lang="en-US" sz="1200" b="0" dirty="0">
                <a:solidFill>
                  <a:srgbClr val="272727"/>
                </a:solidFill>
                <a:latin typeface="Arial"/>
              </a:rPr>
              <a:t>group company </a:t>
            </a:r>
            <a:r>
              <a:rPr sz="1200" b="0" dirty="0">
                <a:solidFill>
                  <a:srgbClr val="272727"/>
                </a:solidFill>
                <a:latin typeface="Arial"/>
              </a:rPr>
              <a:t>history, next recommendations.</a:t>
            </a:r>
          </a:p>
        </p:txBody>
      </p:sp>
      <p:sp>
        <p:nvSpPr>
          <p:cNvPr id="10" name="Rectangle 9"/>
          <p:cNvSpPr/>
          <p:nvPr/>
        </p:nvSpPr>
        <p:spPr>
          <a:xfrm>
            <a:off x="457200" y="1645920"/>
            <a:ext cx="8229600" cy="548640"/>
          </a:xfrm>
          <a:prstGeom prst="rect">
            <a:avLst/>
          </a:prstGeom>
          <a:solidFill>
            <a:srgbClr val="E6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1645920"/>
            <a:ext cx="914400" cy="54864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1764792"/>
            <a:ext cx="822960" cy="257369"/>
          </a:xfrm>
          <a:prstGeom prst="rect">
            <a:avLst/>
          </a:prstGeom>
          <a:noFill/>
        </p:spPr>
        <p:txBody>
          <a:bodyPr wrap="square" lIns="36000" tIns="36000" rIns="36000" bIns="36000" anchor="t">
            <a:spAutoFit/>
          </a:bodyPr>
          <a:lstStyle/>
          <a:p>
            <a:pPr algn="l"/>
            <a:r>
              <a:rPr sz="1200" b="1">
                <a:solidFill>
                  <a:srgbClr val="FFFFFF"/>
                </a:solidFill>
                <a:latin typeface="Arial"/>
              </a:rPr>
              <a:t>LAYER 5</a:t>
            </a:r>
          </a:p>
        </p:txBody>
      </p:sp>
      <p:sp>
        <p:nvSpPr>
          <p:cNvPr id="13" name="TextBox 12"/>
          <p:cNvSpPr txBox="1"/>
          <p:nvPr/>
        </p:nvSpPr>
        <p:spPr>
          <a:xfrm>
            <a:off x="1508760" y="1698410"/>
            <a:ext cx="7040880" cy="442035"/>
          </a:xfrm>
          <a:prstGeom prst="rect">
            <a:avLst/>
          </a:prstGeom>
          <a:noFill/>
        </p:spPr>
        <p:txBody>
          <a:bodyPr wrap="square" lIns="36000" tIns="36000" rIns="36000" bIns="36000" anchor="t">
            <a:spAutoFit/>
          </a:bodyPr>
          <a:lstStyle/>
          <a:p>
            <a:pPr algn="l"/>
            <a:r>
              <a:rPr sz="1200" b="0" dirty="0">
                <a:solidFill>
                  <a:srgbClr val="272727"/>
                </a:solidFill>
                <a:latin typeface="Arial"/>
              </a:rPr>
              <a:t>Human decision gates</a:t>
            </a:r>
            <a:r>
              <a:rPr lang="en-US" sz="1200" b="0" dirty="0">
                <a:solidFill>
                  <a:srgbClr val="272727"/>
                </a:solidFill>
                <a:latin typeface="Arial"/>
              </a:rPr>
              <a:t> -</a:t>
            </a:r>
            <a:r>
              <a:rPr sz="1200" b="0" dirty="0">
                <a:solidFill>
                  <a:srgbClr val="272727"/>
                </a:solidFill>
                <a:latin typeface="Arial"/>
              </a:rPr>
              <a:t> route approval </a:t>
            </a:r>
            <a:r>
              <a:rPr lang="en-US" sz="1200" b="0" dirty="0">
                <a:solidFill>
                  <a:srgbClr val="272727"/>
                </a:solidFill>
                <a:latin typeface="Arial"/>
              </a:rPr>
              <a:t>,</a:t>
            </a:r>
            <a:r>
              <a:rPr sz="1200" b="0" dirty="0">
                <a:solidFill>
                  <a:srgbClr val="272727"/>
                </a:solidFill>
                <a:latin typeface="Arial"/>
              </a:rPr>
              <a:t> design approval </a:t>
            </a:r>
            <a:r>
              <a:rPr lang="en-US" sz="1200" b="0" dirty="0">
                <a:solidFill>
                  <a:srgbClr val="272727"/>
                </a:solidFill>
                <a:latin typeface="Arial"/>
              </a:rPr>
              <a:t>,</a:t>
            </a:r>
            <a:r>
              <a:rPr sz="1200" b="0" dirty="0">
                <a:solidFill>
                  <a:srgbClr val="272727"/>
                </a:solidFill>
                <a:latin typeface="Arial"/>
              </a:rPr>
              <a:t> faculty/vendor approval </a:t>
            </a:r>
            <a:r>
              <a:rPr lang="en-US" sz="1200" b="0" dirty="0">
                <a:solidFill>
                  <a:srgbClr val="272727"/>
                </a:solidFill>
                <a:latin typeface="Arial"/>
              </a:rPr>
              <a:t>,</a:t>
            </a:r>
            <a:r>
              <a:rPr sz="1200" b="0" dirty="0">
                <a:solidFill>
                  <a:srgbClr val="272727"/>
                </a:solidFill>
                <a:latin typeface="Arial"/>
              </a:rPr>
              <a:t> budget approval </a:t>
            </a:r>
            <a:r>
              <a:rPr lang="en-US" sz="1200" b="0" dirty="0">
                <a:solidFill>
                  <a:srgbClr val="272727"/>
                </a:solidFill>
                <a:latin typeface="Arial"/>
              </a:rPr>
              <a:t>,</a:t>
            </a:r>
            <a:r>
              <a:rPr sz="1200" b="0" dirty="0">
                <a:solidFill>
                  <a:srgbClr val="272727"/>
                </a:solidFill>
                <a:latin typeface="Arial"/>
              </a:rPr>
              <a:t> impact-claim approval.</a:t>
            </a:r>
          </a:p>
        </p:txBody>
      </p:sp>
      <p:sp>
        <p:nvSpPr>
          <p:cNvPr id="14" name="Rectangle 13"/>
          <p:cNvSpPr/>
          <p:nvPr/>
        </p:nvSpPr>
        <p:spPr>
          <a:xfrm>
            <a:off x="457200" y="2240280"/>
            <a:ext cx="8229600" cy="5486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2240280"/>
            <a:ext cx="914400" cy="54864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2359152"/>
            <a:ext cx="822960" cy="257369"/>
          </a:xfrm>
          <a:prstGeom prst="rect">
            <a:avLst/>
          </a:prstGeom>
          <a:noFill/>
        </p:spPr>
        <p:txBody>
          <a:bodyPr wrap="square" lIns="36000" tIns="36000" rIns="36000" bIns="36000" anchor="t">
            <a:spAutoFit/>
          </a:bodyPr>
          <a:lstStyle/>
          <a:p>
            <a:pPr algn="l"/>
            <a:r>
              <a:rPr sz="1200" b="1">
                <a:solidFill>
                  <a:srgbClr val="FFFFFF"/>
                </a:solidFill>
                <a:latin typeface="Arial"/>
              </a:rPr>
              <a:t>LAYER 4</a:t>
            </a:r>
          </a:p>
        </p:txBody>
      </p:sp>
      <p:sp>
        <p:nvSpPr>
          <p:cNvPr id="17" name="TextBox 16"/>
          <p:cNvSpPr txBox="1"/>
          <p:nvPr/>
        </p:nvSpPr>
        <p:spPr>
          <a:xfrm>
            <a:off x="1508760" y="2292770"/>
            <a:ext cx="7040880" cy="442035"/>
          </a:xfrm>
          <a:prstGeom prst="rect">
            <a:avLst/>
          </a:prstGeom>
          <a:noFill/>
        </p:spPr>
        <p:txBody>
          <a:bodyPr wrap="square" lIns="36000" tIns="36000" rIns="36000" bIns="36000" anchor="t">
            <a:spAutoFit/>
          </a:bodyPr>
          <a:lstStyle/>
          <a:p>
            <a:pPr algn="l"/>
            <a:r>
              <a:rPr sz="1200" b="0" dirty="0">
                <a:solidFill>
                  <a:srgbClr val="272727"/>
                </a:solidFill>
                <a:latin typeface="Arial"/>
              </a:rPr>
              <a:t>Role </a:t>
            </a:r>
            <a:r>
              <a:rPr lang="en-US" sz="1200" b="0" dirty="0">
                <a:solidFill>
                  <a:srgbClr val="272727"/>
                </a:solidFill>
                <a:latin typeface="Arial"/>
              </a:rPr>
              <a:t>workbenches/interfaces </a:t>
            </a:r>
            <a:r>
              <a:rPr lang="en-US" sz="1200" dirty="0">
                <a:solidFill>
                  <a:srgbClr val="272727"/>
                </a:solidFill>
                <a:latin typeface="Arial"/>
              </a:rPr>
              <a:t>-</a:t>
            </a:r>
            <a:r>
              <a:rPr sz="1200" b="0" dirty="0">
                <a:solidFill>
                  <a:srgbClr val="272727"/>
                </a:solidFill>
                <a:latin typeface="Arial"/>
              </a:rPr>
              <a:t> PD · PM · PC · learner · alumnus · </a:t>
            </a:r>
            <a:r>
              <a:rPr lang="en-US" sz="1200" dirty="0">
                <a:solidFill>
                  <a:srgbClr val="272727"/>
                </a:solidFill>
                <a:latin typeface="Arial"/>
              </a:rPr>
              <a:t>group company </a:t>
            </a:r>
            <a:r>
              <a:rPr lang="en-US" sz="1200" dirty="0" err="1">
                <a:solidFill>
                  <a:srgbClr val="272727"/>
                </a:solidFill>
                <a:latin typeface="Arial"/>
              </a:rPr>
              <a:t>SPoC</a:t>
            </a:r>
            <a:r>
              <a:rPr sz="1200" b="0" dirty="0">
                <a:solidFill>
                  <a:srgbClr val="272727"/>
                </a:solidFill>
                <a:latin typeface="Arial"/>
              </a:rPr>
              <a:t> · faculty · leadership.</a:t>
            </a:r>
          </a:p>
        </p:txBody>
      </p:sp>
      <p:sp>
        <p:nvSpPr>
          <p:cNvPr id="18" name="Rectangle 17"/>
          <p:cNvSpPr/>
          <p:nvPr/>
        </p:nvSpPr>
        <p:spPr>
          <a:xfrm>
            <a:off x="457200" y="2834640"/>
            <a:ext cx="8229600" cy="548640"/>
          </a:xfrm>
          <a:prstGeom prst="rect">
            <a:avLst/>
          </a:prstGeom>
          <a:solidFill>
            <a:srgbClr val="E6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7200" y="2834640"/>
            <a:ext cx="914400" cy="54864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2953512"/>
            <a:ext cx="822960" cy="257369"/>
          </a:xfrm>
          <a:prstGeom prst="rect">
            <a:avLst/>
          </a:prstGeom>
          <a:noFill/>
        </p:spPr>
        <p:txBody>
          <a:bodyPr wrap="square" lIns="36000" tIns="36000" rIns="36000" bIns="36000" anchor="t">
            <a:spAutoFit/>
          </a:bodyPr>
          <a:lstStyle/>
          <a:p>
            <a:pPr algn="l"/>
            <a:r>
              <a:rPr sz="1200" b="1">
                <a:solidFill>
                  <a:srgbClr val="FFFFFF"/>
                </a:solidFill>
                <a:latin typeface="Arial"/>
              </a:rPr>
              <a:t>LAYER 3</a:t>
            </a:r>
          </a:p>
        </p:txBody>
      </p:sp>
      <p:sp>
        <p:nvSpPr>
          <p:cNvPr id="21" name="TextBox 20"/>
          <p:cNvSpPr txBox="1"/>
          <p:nvPr/>
        </p:nvSpPr>
        <p:spPr>
          <a:xfrm>
            <a:off x="1508760" y="2827861"/>
            <a:ext cx="7040880" cy="626701"/>
          </a:xfrm>
          <a:prstGeom prst="rect">
            <a:avLst/>
          </a:prstGeom>
          <a:noFill/>
        </p:spPr>
        <p:txBody>
          <a:bodyPr wrap="square" lIns="36000" tIns="36000" rIns="36000" bIns="36000" anchor="t">
            <a:spAutoFit/>
          </a:bodyPr>
          <a:lstStyle/>
          <a:p>
            <a:r>
              <a:rPr sz="1200" b="0" dirty="0">
                <a:solidFill>
                  <a:srgbClr val="272727"/>
                </a:solidFill>
                <a:latin typeface="Arial"/>
              </a:rPr>
              <a:t>AI intelligence engines </a:t>
            </a:r>
            <a:r>
              <a:rPr lang="en-US" sz="1200" b="0" dirty="0">
                <a:solidFill>
                  <a:srgbClr val="272727"/>
                </a:solidFill>
                <a:latin typeface="Arial"/>
              </a:rPr>
              <a:t>-</a:t>
            </a:r>
            <a:r>
              <a:rPr sz="1200" b="0" dirty="0">
                <a:solidFill>
                  <a:srgbClr val="272727"/>
                </a:solidFill>
                <a:latin typeface="Arial"/>
              </a:rPr>
              <a:t> Demand Brain</a:t>
            </a:r>
            <a:r>
              <a:rPr lang="en-US" sz="1200" b="0" dirty="0">
                <a:solidFill>
                  <a:srgbClr val="272727"/>
                </a:solidFill>
                <a:latin typeface="Arial"/>
              </a:rPr>
              <a:t>(</a:t>
            </a:r>
            <a:r>
              <a:rPr lang="en-US" sz="1200" dirty="0"/>
              <a:t>senses portfolio gaps)</a:t>
            </a:r>
            <a:r>
              <a:rPr sz="1200" b="0" dirty="0">
                <a:solidFill>
                  <a:srgbClr val="272727"/>
                </a:solidFill>
                <a:latin typeface="Arial"/>
              </a:rPr>
              <a:t> · Learning Journey Studio</a:t>
            </a:r>
            <a:r>
              <a:rPr lang="en-US" sz="1200" b="0" dirty="0">
                <a:solidFill>
                  <a:srgbClr val="272727"/>
                </a:solidFill>
                <a:latin typeface="Arial"/>
              </a:rPr>
              <a:t>(</a:t>
            </a:r>
            <a:r>
              <a:rPr lang="en-US" sz="1200" dirty="0"/>
              <a:t>drafts journeys and modules)</a:t>
            </a:r>
            <a:r>
              <a:rPr sz="1200" b="0" dirty="0">
                <a:solidFill>
                  <a:srgbClr val="272727"/>
                </a:solidFill>
                <a:latin typeface="Arial"/>
              </a:rPr>
              <a:t> · Delivery &amp; Impact Engine</a:t>
            </a:r>
            <a:r>
              <a:rPr lang="en-US" sz="1200" b="0" dirty="0">
                <a:solidFill>
                  <a:srgbClr val="272727"/>
                </a:solidFill>
                <a:latin typeface="Arial"/>
              </a:rPr>
              <a:t>(</a:t>
            </a:r>
            <a:r>
              <a:rPr lang="en-US" sz="1200" dirty="0"/>
              <a:t>runs the delivery cockpit and feedback synthesis)</a:t>
            </a:r>
            <a:r>
              <a:rPr sz="1200" b="0" dirty="0">
                <a:solidFill>
                  <a:srgbClr val="272727"/>
                </a:solidFill>
                <a:latin typeface="Arial"/>
              </a:rPr>
              <a:t> · Experience Concierge.</a:t>
            </a:r>
            <a:r>
              <a:rPr lang="en-US" sz="1200" b="0" dirty="0">
                <a:solidFill>
                  <a:srgbClr val="272727"/>
                </a:solidFill>
                <a:latin typeface="Arial"/>
              </a:rPr>
              <a:t> (</a:t>
            </a:r>
            <a:r>
              <a:rPr lang="en-US" sz="1200" dirty="0"/>
              <a:t>learner and alumni engagement)</a:t>
            </a:r>
            <a:endParaRPr sz="1200" b="0" dirty="0">
              <a:solidFill>
                <a:srgbClr val="272727"/>
              </a:solidFill>
              <a:latin typeface="Arial"/>
            </a:endParaRPr>
          </a:p>
        </p:txBody>
      </p:sp>
      <p:sp>
        <p:nvSpPr>
          <p:cNvPr id="22" name="Rectangle 21"/>
          <p:cNvSpPr/>
          <p:nvPr/>
        </p:nvSpPr>
        <p:spPr>
          <a:xfrm>
            <a:off x="457200" y="3429000"/>
            <a:ext cx="8229600" cy="5486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57200" y="3429000"/>
            <a:ext cx="914400" cy="54864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8640" y="3547872"/>
            <a:ext cx="822960" cy="257369"/>
          </a:xfrm>
          <a:prstGeom prst="rect">
            <a:avLst/>
          </a:prstGeom>
          <a:noFill/>
        </p:spPr>
        <p:txBody>
          <a:bodyPr wrap="square" lIns="36000" tIns="36000" rIns="36000" bIns="36000" anchor="t">
            <a:spAutoFit/>
          </a:bodyPr>
          <a:lstStyle/>
          <a:p>
            <a:pPr algn="l"/>
            <a:r>
              <a:rPr sz="1200" b="1">
                <a:solidFill>
                  <a:srgbClr val="FFFFFF"/>
                </a:solidFill>
                <a:latin typeface="Arial"/>
              </a:rPr>
              <a:t>LAYER 2</a:t>
            </a:r>
          </a:p>
        </p:txBody>
      </p:sp>
      <p:sp>
        <p:nvSpPr>
          <p:cNvPr id="25" name="TextBox 24"/>
          <p:cNvSpPr txBox="1"/>
          <p:nvPr/>
        </p:nvSpPr>
        <p:spPr>
          <a:xfrm>
            <a:off x="1508760" y="3481490"/>
            <a:ext cx="7040880" cy="442035"/>
          </a:xfrm>
          <a:prstGeom prst="rect">
            <a:avLst/>
          </a:prstGeom>
          <a:noFill/>
        </p:spPr>
        <p:txBody>
          <a:bodyPr wrap="square" lIns="36000" tIns="36000" rIns="36000" bIns="36000" anchor="t">
            <a:spAutoFit/>
          </a:bodyPr>
          <a:lstStyle/>
          <a:p>
            <a:pPr algn="l"/>
            <a:r>
              <a:rPr sz="1200" b="0" dirty="0">
                <a:solidFill>
                  <a:srgbClr val="272727"/>
                </a:solidFill>
                <a:latin typeface="Arial"/>
              </a:rPr>
              <a:t>Knowledge / data fabric </a:t>
            </a:r>
            <a:r>
              <a:rPr lang="en-US" sz="1200" b="0" dirty="0">
                <a:solidFill>
                  <a:srgbClr val="272727"/>
                </a:solidFill>
                <a:latin typeface="Arial"/>
              </a:rPr>
              <a:t>–</a:t>
            </a:r>
            <a:r>
              <a:rPr sz="1200" b="0" dirty="0">
                <a:solidFill>
                  <a:srgbClr val="272727"/>
                </a:solidFill>
                <a:latin typeface="Arial"/>
              </a:rPr>
              <a:t> program</a:t>
            </a:r>
            <a:r>
              <a:rPr lang="en-US" sz="1200" b="0" dirty="0">
                <a:solidFill>
                  <a:srgbClr val="272727"/>
                </a:solidFill>
                <a:latin typeface="Arial"/>
              </a:rPr>
              <a:t> briefs</a:t>
            </a:r>
            <a:r>
              <a:rPr sz="1200" b="0" dirty="0">
                <a:solidFill>
                  <a:srgbClr val="272727"/>
                </a:solidFill>
                <a:latin typeface="Arial"/>
              </a:rPr>
              <a:t> · dossiers · content · faculty · learners · feedback · alumni · </a:t>
            </a:r>
            <a:r>
              <a:rPr lang="en-US" sz="1200" dirty="0">
                <a:solidFill>
                  <a:srgbClr val="272727"/>
                </a:solidFill>
                <a:latin typeface="Arial"/>
              </a:rPr>
              <a:t>group company interactions</a:t>
            </a:r>
            <a:r>
              <a:rPr sz="1200" b="0" dirty="0">
                <a:solidFill>
                  <a:srgbClr val="272727"/>
                </a:solidFill>
                <a:latin typeface="Arial"/>
              </a:rPr>
              <a:t> · governance metadata.</a:t>
            </a:r>
          </a:p>
        </p:txBody>
      </p:sp>
      <p:sp>
        <p:nvSpPr>
          <p:cNvPr id="26" name="Rectangle 25"/>
          <p:cNvSpPr/>
          <p:nvPr/>
        </p:nvSpPr>
        <p:spPr>
          <a:xfrm>
            <a:off x="457200" y="4023360"/>
            <a:ext cx="8229600" cy="548640"/>
          </a:xfrm>
          <a:prstGeom prst="rect">
            <a:avLst/>
          </a:prstGeom>
          <a:solidFill>
            <a:srgbClr val="E6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57200" y="4023360"/>
            <a:ext cx="914400" cy="54864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48640" y="4142232"/>
            <a:ext cx="822960" cy="257369"/>
          </a:xfrm>
          <a:prstGeom prst="rect">
            <a:avLst/>
          </a:prstGeom>
          <a:noFill/>
        </p:spPr>
        <p:txBody>
          <a:bodyPr wrap="square" lIns="36000" tIns="36000" rIns="36000" bIns="36000" anchor="t">
            <a:spAutoFit/>
          </a:bodyPr>
          <a:lstStyle/>
          <a:p>
            <a:pPr algn="l"/>
            <a:r>
              <a:rPr sz="1200" b="1">
                <a:solidFill>
                  <a:srgbClr val="FFFFFF"/>
                </a:solidFill>
                <a:latin typeface="Arial"/>
              </a:rPr>
              <a:t>LAYER 1</a:t>
            </a:r>
          </a:p>
        </p:txBody>
      </p:sp>
      <p:sp>
        <p:nvSpPr>
          <p:cNvPr id="29" name="TextBox 28"/>
          <p:cNvSpPr txBox="1"/>
          <p:nvPr/>
        </p:nvSpPr>
        <p:spPr>
          <a:xfrm>
            <a:off x="1508760" y="4075850"/>
            <a:ext cx="7040880" cy="442035"/>
          </a:xfrm>
          <a:prstGeom prst="rect">
            <a:avLst/>
          </a:prstGeom>
          <a:noFill/>
        </p:spPr>
        <p:txBody>
          <a:bodyPr wrap="square" lIns="36000" tIns="36000" rIns="36000" bIns="36000" anchor="t">
            <a:spAutoFit/>
          </a:bodyPr>
          <a:lstStyle/>
          <a:p>
            <a:pPr algn="l"/>
            <a:r>
              <a:rPr sz="1200" b="0" dirty="0">
                <a:solidFill>
                  <a:srgbClr val="272727"/>
                </a:solidFill>
                <a:latin typeface="Arial"/>
              </a:rPr>
              <a:t>Signal</a:t>
            </a:r>
            <a:r>
              <a:rPr lang="en-US" sz="1200" b="0" dirty="0">
                <a:solidFill>
                  <a:srgbClr val="272727"/>
                </a:solidFill>
                <a:latin typeface="Arial"/>
              </a:rPr>
              <a:t>s</a:t>
            </a:r>
            <a:r>
              <a:rPr sz="1200" b="0" dirty="0">
                <a:solidFill>
                  <a:srgbClr val="272727"/>
                </a:solidFill>
                <a:latin typeface="Arial"/>
              </a:rPr>
              <a:t> &amp; intake </a:t>
            </a:r>
            <a:r>
              <a:rPr lang="en-US" sz="1200" b="0" dirty="0">
                <a:solidFill>
                  <a:srgbClr val="272727"/>
                </a:solidFill>
                <a:latin typeface="Arial"/>
              </a:rPr>
              <a:t>–</a:t>
            </a:r>
            <a:r>
              <a:rPr sz="1200" b="0" dirty="0">
                <a:solidFill>
                  <a:srgbClr val="272727"/>
                </a:solidFill>
                <a:latin typeface="Arial"/>
              </a:rPr>
              <a:t> </a:t>
            </a:r>
            <a:r>
              <a:rPr lang="en-US" sz="1200" b="0" dirty="0">
                <a:solidFill>
                  <a:srgbClr val="272727"/>
                </a:solidFill>
                <a:latin typeface="Arial"/>
              </a:rPr>
              <a:t>Group Company</a:t>
            </a:r>
            <a:r>
              <a:rPr sz="1200" b="0" dirty="0">
                <a:solidFill>
                  <a:srgbClr val="272727"/>
                </a:solidFill>
                <a:latin typeface="Arial"/>
              </a:rPr>
              <a:t> requests · CHRO inputs · nominations · TTU/LMS searches · feedback · fill rates · alumni moves · company context.</a:t>
            </a:r>
          </a:p>
        </p:txBody>
      </p:sp>
      <p:sp>
        <p:nvSpPr>
          <p:cNvPr id="30" name="TextBox 29"/>
          <p:cNvSpPr txBox="1"/>
          <p:nvPr/>
        </p:nvSpPr>
        <p:spPr>
          <a:xfrm>
            <a:off x="8046720" y="4864608"/>
            <a:ext cx="914400" cy="195814"/>
          </a:xfrm>
          <a:prstGeom prst="rect">
            <a:avLst/>
          </a:prstGeom>
          <a:noFill/>
        </p:spPr>
        <p:txBody>
          <a:bodyPr wrap="square" lIns="36000" tIns="36000" rIns="36000" bIns="36000" anchor="t">
            <a:spAutoFit/>
          </a:bodyPr>
          <a:lstStyle/>
          <a:p>
            <a:pPr algn="r"/>
            <a:r>
              <a:rPr sz="800" b="0" dirty="0">
                <a:solidFill>
                  <a:srgbClr val="999999"/>
                </a:solidFill>
                <a:latin typeface="Arial"/>
              </a:rPr>
              <a:t>8 / 2</a:t>
            </a:r>
            <a:r>
              <a:rPr lang="en-US" sz="800" b="0" dirty="0">
                <a:solidFill>
                  <a:srgbClr val="999999"/>
                </a:solidFill>
                <a:latin typeface="Arial"/>
              </a:rPr>
              <a:t>7</a:t>
            </a:r>
            <a:endParaRPr sz="800" b="0" dirty="0">
              <a:solidFill>
                <a:srgbClr val="999999"/>
              </a:solidFill>
              <a:latin typeface="Arial"/>
            </a:endParaRPr>
          </a:p>
        </p:txBody>
      </p:sp>
      <p:pic>
        <p:nvPicPr>
          <p:cNvPr id="31" name="Picture 8" descr="Tata logo png, Tata icon transparent png 20975508 PNG">
            <a:extLst>
              <a:ext uri="{FF2B5EF4-FFF2-40B4-BE49-F238E27FC236}">
                <a16:creationId xmlns:a16="http://schemas.microsoft.com/office/drawing/2014/main" id="{40F4CCEA-32D9-4DC8-E064-5DCF607CA4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7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82460"/>
            <a:ext cx="8229600" cy="380480"/>
          </a:xfrm>
          <a:prstGeom prst="rect">
            <a:avLst/>
          </a:prstGeom>
          <a:noFill/>
        </p:spPr>
        <p:txBody>
          <a:bodyPr wrap="square" lIns="36000" tIns="36000" rIns="36000" bIns="36000" anchor="t">
            <a:spAutoFit/>
          </a:bodyPr>
          <a:lstStyle/>
          <a:p>
            <a:pPr algn="l"/>
            <a:r>
              <a:rPr sz="2000" b="1" dirty="0">
                <a:solidFill>
                  <a:srgbClr val="001B5B"/>
                </a:solidFill>
                <a:latin typeface="Arial"/>
              </a:rPr>
              <a:t>Five role workbenches, one principle</a:t>
            </a:r>
            <a:r>
              <a:rPr lang="en-US" sz="2000" b="1" dirty="0">
                <a:solidFill>
                  <a:srgbClr val="001B5B"/>
                </a:solidFill>
                <a:latin typeface="Arial"/>
              </a:rPr>
              <a:t> -</a:t>
            </a:r>
            <a:r>
              <a:rPr sz="2000" b="1" dirty="0">
                <a:solidFill>
                  <a:srgbClr val="001B5B"/>
                </a:solidFill>
                <a:latin typeface="Arial"/>
              </a:rPr>
              <a:t> </a:t>
            </a:r>
            <a:endParaRPr lang="en-US" sz="2000" b="1" dirty="0">
              <a:solidFill>
                <a:srgbClr val="001B5B"/>
              </a:solidFill>
              <a:latin typeface="Arial"/>
            </a:endParaRP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algn="l"/>
            <a:r>
              <a:rPr sz="800" b="0" dirty="0">
                <a:solidFill>
                  <a:srgbClr val="999999"/>
                </a:solidFill>
                <a:latin typeface="Arial"/>
              </a:rPr>
              <a:t>AI-NATIVE HR · </a:t>
            </a:r>
            <a:r>
              <a:rPr lang="en-IN" sz="800" b="0" dirty="0">
                <a:solidFill>
                  <a:srgbClr val="999999"/>
                </a:solidFill>
                <a:latin typeface="Arial"/>
              </a:rPr>
              <a:t>FINAL REVIEW</a:t>
            </a:r>
            <a:endParaRPr sz="800" b="0" dirty="0">
              <a:solidFill>
                <a:srgbClr val="999999"/>
              </a:solidFill>
              <a:latin typeface="Arial"/>
            </a:endParaRPr>
          </a:p>
        </p:txBody>
      </p:sp>
      <p:grpSp>
        <p:nvGrpSpPr>
          <p:cNvPr id="33" name="Group 32">
            <a:extLst>
              <a:ext uri="{FF2B5EF4-FFF2-40B4-BE49-F238E27FC236}">
                <a16:creationId xmlns:a16="http://schemas.microsoft.com/office/drawing/2014/main" id="{9CB2E82E-FBEF-B1A2-3882-6AF2B6AC6DE8}"/>
              </a:ext>
            </a:extLst>
          </p:cNvPr>
          <p:cNvGrpSpPr/>
          <p:nvPr/>
        </p:nvGrpSpPr>
        <p:grpSpPr>
          <a:xfrm>
            <a:off x="457200" y="1005840"/>
            <a:ext cx="2743200" cy="1783080"/>
            <a:chOff x="457200" y="1005840"/>
            <a:chExt cx="2743200" cy="1783080"/>
          </a:xfrm>
        </p:grpSpPr>
        <p:sp>
          <p:nvSpPr>
            <p:cNvPr id="6" name="Rectangle 5"/>
            <p:cNvSpPr/>
            <p:nvPr/>
          </p:nvSpPr>
          <p:spPr>
            <a:xfrm>
              <a:off x="457200" y="1005840"/>
              <a:ext cx="2743200" cy="178308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005840"/>
              <a:ext cx="2743200" cy="32004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1042416"/>
              <a:ext cx="2560320" cy="241980"/>
            </a:xfrm>
            <a:prstGeom prst="rect">
              <a:avLst/>
            </a:prstGeom>
            <a:noFill/>
          </p:spPr>
          <p:txBody>
            <a:bodyPr wrap="square" lIns="36000" tIns="36000" rIns="36000" bIns="36000" anchor="t">
              <a:spAutoFit/>
            </a:bodyPr>
            <a:lstStyle/>
            <a:p>
              <a:pPr algn="l"/>
              <a:r>
                <a:rPr sz="1100" b="1" dirty="0">
                  <a:solidFill>
                    <a:srgbClr val="FFFFFF"/>
                  </a:solidFill>
                  <a:latin typeface="Arial"/>
                </a:rPr>
                <a:t>PROGRAM </a:t>
              </a:r>
              <a:r>
                <a:rPr sz="1050" b="1" dirty="0">
                  <a:solidFill>
                    <a:srgbClr val="FFFFFF"/>
                  </a:solidFill>
                  <a:latin typeface="Arial"/>
                </a:rPr>
                <a:t>DIRECTOR</a:t>
              </a:r>
              <a:r>
                <a:rPr sz="1100" b="1" dirty="0">
                  <a:solidFill>
                    <a:srgbClr val="FFFFFF"/>
                  </a:solidFill>
                  <a:latin typeface="Arial"/>
                </a:rPr>
                <a:t> (PD)</a:t>
              </a:r>
            </a:p>
          </p:txBody>
        </p:sp>
        <p:sp>
          <p:nvSpPr>
            <p:cNvPr id="9" name="TextBox 8"/>
            <p:cNvSpPr txBox="1"/>
            <p:nvPr/>
          </p:nvSpPr>
          <p:spPr>
            <a:xfrm>
              <a:off x="566928" y="1389888"/>
              <a:ext cx="2560320" cy="688256"/>
            </a:xfrm>
            <a:prstGeom prst="rect">
              <a:avLst/>
            </a:prstGeom>
            <a:noFill/>
          </p:spPr>
          <p:txBody>
            <a:bodyPr wrap="square" lIns="36000" tIns="36000" rIns="36000" bIns="36000" anchor="t">
              <a:spAutoFit/>
            </a:bodyPr>
            <a:lstStyle/>
            <a:p>
              <a:pPr algn="l"/>
              <a:r>
                <a:rPr sz="1000" b="0" dirty="0">
                  <a:solidFill>
                    <a:srgbClr val="272727"/>
                  </a:solidFill>
                  <a:latin typeface="Arial"/>
                </a:rPr>
                <a:t>AI handles: </a:t>
              </a:r>
              <a:r>
                <a:rPr lang="en-US" sz="1000" dirty="0">
                  <a:solidFill>
                    <a:srgbClr val="272727"/>
                  </a:solidFill>
                  <a:latin typeface="Arial"/>
                </a:rPr>
                <a:t>group company</a:t>
              </a:r>
              <a:r>
                <a:rPr sz="1000" b="0" dirty="0">
                  <a:solidFill>
                    <a:srgbClr val="272727"/>
                  </a:solidFill>
                  <a:latin typeface="Arial"/>
                </a:rPr>
                <a:t> briefs · 5-yr program history · route options · journey drafts · faculty shortlists · proposal/SOW · value narratives.</a:t>
              </a:r>
            </a:p>
          </p:txBody>
        </p:sp>
        <p:sp>
          <p:nvSpPr>
            <p:cNvPr id="10" name="TextBox 9"/>
            <p:cNvSpPr txBox="1"/>
            <p:nvPr/>
          </p:nvSpPr>
          <p:spPr>
            <a:xfrm>
              <a:off x="566928" y="2194560"/>
              <a:ext cx="2560320" cy="534368"/>
            </a:xfrm>
            <a:prstGeom prst="rect">
              <a:avLst/>
            </a:prstGeom>
            <a:noFill/>
          </p:spPr>
          <p:txBody>
            <a:bodyPr wrap="square" lIns="36000" tIns="36000" rIns="36000" bIns="36000" anchor="t">
              <a:spAutoFit/>
            </a:bodyPr>
            <a:lstStyle/>
            <a:p>
              <a:r>
                <a:rPr sz="1000" b="1">
                  <a:solidFill>
                    <a:srgbClr val="001B5B"/>
                  </a:solidFill>
                  <a:latin typeface="Arial"/>
                </a:rPr>
                <a:t>PD owns: business-problem framing · </a:t>
              </a:r>
              <a:r>
                <a:rPr lang="en-US" sz="1000" b="1">
                  <a:solidFill>
                    <a:srgbClr val="001B5B"/>
                  </a:solidFill>
                  <a:latin typeface="Arial"/>
                </a:rPr>
                <a:t>program </a:t>
              </a:r>
              <a:r>
                <a:rPr sz="1000" b="1">
                  <a:solidFill>
                    <a:srgbClr val="001B5B"/>
                  </a:solidFill>
                  <a:latin typeface="Arial"/>
                </a:rPr>
                <a:t>route choice · faculty fit · budget ·</a:t>
              </a:r>
              <a:r>
                <a:rPr lang="en-US" sz="1000" b="1">
                  <a:solidFill>
                    <a:srgbClr val="001B5B"/>
                  </a:solidFill>
                  <a:latin typeface="Arial"/>
                </a:rPr>
                <a:t> client relationship</a:t>
              </a:r>
              <a:r>
                <a:rPr sz="1000" b="1">
                  <a:solidFill>
                    <a:srgbClr val="001B5B"/>
                  </a:solidFill>
                  <a:latin typeface="Arial"/>
                </a:rPr>
                <a:t>.</a:t>
              </a:r>
              <a:endParaRPr sz="1000" b="1" dirty="0">
                <a:solidFill>
                  <a:srgbClr val="001B5B"/>
                </a:solidFill>
                <a:latin typeface="Arial"/>
              </a:endParaRPr>
            </a:p>
          </p:txBody>
        </p:sp>
      </p:grpSp>
      <p:grpSp>
        <p:nvGrpSpPr>
          <p:cNvPr id="34" name="Group 33">
            <a:extLst>
              <a:ext uri="{FF2B5EF4-FFF2-40B4-BE49-F238E27FC236}">
                <a16:creationId xmlns:a16="http://schemas.microsoft.com/office/drawing/2014/main" id="{CF44E063-EEF6-F642-AB7B-D24EF0138520}"/>
              </a:ext>
            </a:extLst>
          </p:cNvPr>
          <p:cNvGrpSpPr/>
          <p:nvPr/>
        </p:nvGrpSpPr>
        <p:grpSpPr>
          <a:xfrm>
            <a:off x="3246120" y="1005840"/>
            <a:ext cx="2743200" cy="1783080"/>
            <a:chOff x="3246120" y="1005840"/>
            <a:chExt cx="2743200" cy="1783080"/>
          </a:xfrm>
        </p:grpSpPr>
        <p:sp>
          <p:nvSpPr>
            <p:cNvPr id="11" name="Rectangle 10"/>
            <p:cNvSpPr/>
            <p:nvPr/>
          </p:nvSpPr>
          <p:spPr>
            <a:xfrm>
              <a:off x="3246120" y="1005840"/>
              <a:ext cx="2743200" cy="178308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46120" y="1005840"/>
              <a:ext cx="2743200" cy="32004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55848" y="1042416"/>
              <a:ext cx="2560320" cy="241980"/>
            </a:xfrm>
            <a:prstGeom prst="rect">
              <a:avLst/>
            </a:prstGeom>
            <a:noFill/>
          </p:spPr>
          <p:txBody>
            <a:bodyPr wrap="square" lIns="36000" tIns="36000" rIns="36000" bIns="36000" anchor="t">
              <a:spAutoFit/>
            </a:bodyPr>
            <a:lstStyle/>
            <a:p>
              <a:pPr algn="l"/>
              <a:r>
                <a:rPr sz="1100" b="1" dirty="0">
                  <a:solidFill>
                    <a:srgbClr val="FFFFFF"/>
                  </a:solidFill>
                  <a:latin typeface="Arial"/>
                </a:rPr>
                <a:t>PROGRAM MANAGER (PM)</a:t>
              </a:r>
            </a:p>
          </p:txBody>
        </p:sp>
        <p:sp>
          <p:nvSpPr>
            <p:cNvPr id="14" name="TextBox 13"/>
            <p:cNvSpPr txBox="1"/>
            <p:nvPr/>
          </p:nvSpPr>
          <p:spPr>
            <a:xfrm>
              <a:off x="3355848" y="1389888"/>
              <a:ext cx="2560320" cy="777240"/>
            </a:xfrm>
            <a:prstGeom prst="rect">
              <a:avLst/>
            </a:prstGeom>
            <a:noFill/>
          </p:spPr>
          <p:txBody>
            <a:bodyPr wrap="square" lIns="36000" tIns="36000" rIns="36000" bIns="36000" anchor="t">
              <a:spAutoFit/>
            </a:bodyPr>
            <a:lstStyle/>
            <a:p>
              <a:pPr algn="l"/>
              <a:r>
                <a:rPr sz="800" b="0">
                  <a:solidFill>
                    <a:srgbClr val="272727"/>
                  </a:solidFill>
                  <a:latin typeface="Arial"/>
                </a:rPr>
                <a:t>AI handles: past-dossier retrieval · journey variants · faculty briefs · cohort synthesis · delivery cockpit · feedback synthesis · memory capture.</a:t>
              </a:r>
            </a:p>
          </p:txBody>
        </p:sp>
        <p:sp>
          <p:nvSpPr>
            <p:cNvPr id="15" name="TextBox 14"/>
            <p:cNvSpPr txBox="1"/>
            <p:nvPr/>
          </p:nvSpPr>
          <p:spPr>
            <a:xfrm>
              <a:off x="3355848" y="2194560"/>
              <a:ext cx="2560320" cy="534368"/>
            </a:xfrm>
            <a:prstGeom prst="rect">
              <a:avLst/>
            </a:prstGeom>
            <a:noFill/>
          </p:spPr>
          <p:txBody>
            <a:bodyPr wrap="square" lIns="36000" tIns="36000" rIns="36000" bIns="36000" anchor="t">
              <a:spAutoFit/>
            </a:bodyPr>
            <a:lstStyle/>
            <a:p>
              <a:pPr algn="l"/>
              <a:r>
                <a:rPr sz="1000" b="1" dirty="0">
                  <a:solidFill>
                    <a:srgbClr val="001B5B"/>
                  </a:solidFill>
                  <a:latin typeface="Arial"/>
                </a:rPr>
                <a:t>PM owns: journey coherence · experience quality · delivery readiness · cohort fit · escalation.</a:t>
              </a:r>
            </a:p>
          </p:txBody>
        </p:sp>
      </p:grpSp>
      <p:grpSp>
        <p:nvGrpSpPr>
          <p:cNvPr id="35" name="Group 34">
            <a:extLst>
              <a:ext uri="{FF2B5EF4-FFF2-40B4-BE49-F238E27FC236}">
                <a16:creationId xmlns:a16="http://schemas.microsoft.com/office/drawing/2014/main" id="{D26520E9-19EE-FFE2-800F-3F47D9FA52F0}"/>
              </a:ext>
            </a:extLst>
          </p:cNvPr>
          <p:cNvGrpSpPr/>
          <p:nvPr/>
        </p:nvGrpSpPr>
        <p:grpSpPr>
          <a:xfrm>
            <a:off x="6035040" y="1005840"/>
            <a:ext cx="2743200" cy="1783080"/>
            <a:chOff x="6035040" y="1005840"/>
            <a:chExt cx="2743200" cy="1783080"/>
          </a:xfrm>
        </p:grpSpPr>
        <p:sp>
          <p:nvSpPr>
            <p:cNvPr id="16" name="Rectangle 15"/>
            <p:cNvSpPr/>
            <p:nvPr/>
          </p:nvSpPr>
          <p:spPr>
            <a:xfrm>
              <a:off x="6035040" y="1005840"/>
              <a:ext cx="2743200" cy="178308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035040" y="1005840"/>
              <a:ext cx="2743200" cy="32004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44768" y="1042416"/>
              <a:ext cx="2560320" cy="241980"/>
            </a:xfrm>
            <a:prstGeom prst="rect">
              <a:avLst/>
            </a:prstGeom>
            <a:noFill/>
          </p:spPr>
          <p:txBody>
            <a:bodyPr wrap="square" lIns="36000" tIns="36000" rIns="36000" bIns="36000" anchor="t">
              <a:spAutoFit/>
            </a:bodyPr>
            <a:lstStyle/>
            <a:p>
              <a:pPr algn="l"/>
              <a:r>
                <a:rPr sz="1100" b="1" dirty="0">
                  <a:solidFill>
                    <a:srgbClr val="FFFFFF"/>
                  </a:solidFill>
                  <a:latin typeface="Arial"/>
                </a:rPr>
                <a:t>PROGRAM</a:t>
              </a:r>
              <a:r>
                <a:rPr sz="900" b="1" dirty="0">
                  <a:solidFill>
                    <a:srgbClr val="FFFFFF"/>
                  </a:solidFill>
                  <a:latin typeface="Arial"/>
                </a:rPr>
                <a:t> COORDINATOR (PC)</a:t>
              </a:r>
            </a:p>
          </p:txBody>
        </p:sp>
        <p:sp>
          <p:nvSpPr>
            <p:cNvPr id="19" name="TextBox 18"/>
            <p:cNvSpPr txBox="1"/>
            <p:nvPr/>
          </p:nvSpPr>
          <p:spPr>
            <a:xfrm>
              <a:off x="6144768" y="1389888"/>
              <a:ext cx="2560320" cy="688256"/>
            </a:xfrm>
            <a:prstGeom prst="rect">
              <a:avLst/>
            </a:prstGeom>
            <a:noFill/>
          </p:spPr>
          <p:txBody>
            <a:bodyPr wrap="square" lIns="36000" tIns="36000" rIns="36000" bIns="36000" anchor="t">
              <a:spAutoFit/>
            </a:bodyPr>
            <a:lstStyle/>
            <a:p>
              <a:pPr algn="l"/>
              <a:r>
                <a:rPr sz="1000" b="0" dirty="0">
                  <a:solidFill>
                    <a:srgbClr val="272727"/>
                  </a:solidFill>
                  <a:latin typeface="Arial"/>
                </a:rPr>
                <a:t>AI handles: nomination tracking · reminders · preference collection · standard comms · dossier generation · certificates · feedback drafts.</a:t>
              </a:r>
            </a:p>
          </p:txBody>
        </p:sp>
        <p:sp>
          <p:nvSpPr>
            <p:cNvPr id="20" name="TextBox 19"/>
            <p:cNvSpPr txBox="1"/>
            <p:nvPr/>
          </p:nvSpPr>
          <p:spPr>
            <a:xfrm>
              <a:off x="6144768" y="2194560"/>
              <a:ext cx="2560320" cy="534368"/>
            </a:xfrm>
            <a:prstGeom prst="rect">
              <a:avLst/>
            </a:prstGeom>
            <a:noFill/>
          </p:spPr>
          <p:txBody>
            <a:bodyPr wrap="square" lIns="36000" tIns="36000" rIns="36000" bIns="36000" anchor="t">
              <a:spAutoFit/>
            </a:bodyPr>
            <a:lstStyle/>
            <a:p>
              <a:pPr algn="l"/>
              <a:r>
                <a:rPr sz="1000" b="1" dirty="0">
                  <a:solidFill>
                    <a:srgbClr val="001B5B"/>
                  </a:solidFill>
                  <a:latin typeface="Arial"/>
                </a:rPr>
                <a:t>PC owns: exception handling · hospitality · on-ground judgement · faculty + participant experience.</a:t>
              </a:r>
            </a:p>
          </p:txBody>
        </p:sp>
      </p:grpSp>
      <p:grpSp>
        <p:nvGrpSpPr>
          <p:cNvPr id="37" name="Group 36">
            <a:extLst>
              <a:ext uri="{FF2B5EF4-FFF2-40B4-BE49-F238E27FC236}">
                <a16:creationId xmlns:a16="http://schemas.microsoft.com/office/drawing/2014/main" id="{1AA31AD4-37B5-615A-9071-B9E8D0966009}"/>
              </a:ext>
            </a:extLst>
          </p:cNvPr>
          <p:cNvGrpSpPr/>
          <p:nvPr/>
        </p:nvGrpSpPr>
        <p:grpSpPr>
          <a:xfrm>
            <a:off x="457200" y="2880360"/>
            <a:ext cx="2743200" cy="1783080"/>
            <a:chOff x="457200" y="2880360"/>
            <a:chExt cx="2743200" cy="1783080"/>
          </a:xfrm>
        </p:grpSpPr>
        <p:sp>
          <p:nvSpPr>
            <p:cNvPr id="21" name="Rectangle 20"/>
            <p:cNvSpPr/>
            <p:nvPr/>
          </p:nvSpPr>
          <p:spPr>
            <a:xfrm>
              <a:off x="457200" y="2880360"/>
              <a:ext cx="2743200" cy="178308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200" y="2880360"/>
              <a:ext cx="2743200" cy="32004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66928" y="2916936"/>
              <a:ext cx="2560320" cy="241980"/>
            </a:xfrm>
            <a:prstGeom prst="rect">
              <a:avLst/>
            </a:prstGeom>
            <a:noFill/>
          </p:spPr>
          <p:txBody>
            <a:bodyPr wrap="square" lIns="36000" tIns="36000" rIns="36000" bIns="36000" anchor="t">
              <a:spAutoFit/>
            </a:bodyPr>
            <a:lstStyle/>
            <a:p>
              <a:pPr algn="l"/>
              <a:r>
                <a:rPr sz="1100" b="1" dirty="0">
                  <a:solidFill>
                    <a:srgbClr val="FFFFFF"/>
                  </a:solidFill>
                  <a:latin typeface="Arial"/>
                </a:rPr>
                <a:t>LEARNER</a:t>
              </a:r>
            </a:p>
          </p:txBody>
        </p:sp>
        <p:sp>
          <p:nvSpPr>
            <p:cNvPr id="24" name="TextBox 23"/>
            <p:cNvSpPr txBox="1"/>
            <p:nvPr/>
          </p:nvSpPr>
          <p:spPr>
            <a:xfrm>
              <a:off x="566928" y="3264408"/>
              <a:ext cx="2560320" cy="534368"/>
            </a:xfrm>
            <a:prstGeom prst="rect">
              <a:avLst/>
            </a:prstGeom>
            <a:noFill/>
          </p:spPr>
          <p:txBody>
            <a:bodyPr wrap="square" lIns="36000" tIns="36000" rIns="36000" bIns="36000" anchor="t">
              <a:spAutoFit/>
            </a:bodyPr>
            <a:lstStyle/>
            <a:p>
              <a:pPr algn="l"/>
              <a:r>
                <a:rPr sz="1000" b="0" dirty="0">
                  <a:solidFill>
                    <a:srgbClr val="272727"/>
                  </a:solidFill>
                  <a:latin typeface="Arial"/>
                </a:rPr>
                <a:t>AI handles: onboarding Q&amp;A · pre-read recommendations · readiness checks · reflection prompts · next-best-learning.</a:t>
              </a:r>
            </a:p>
          </p:txBody>
        </p:sp>
        <p:sp>
          <p:nvSpPr>
            <p:cNvPr id="25" name="TextBox 24"/>
            <p:cNvSpPr txBox="1"/>
            <p:nvPr/>
          </p:nvSpPr>
          <p:spPr>
            <a:xfrm>
              <a:off x="566928" y="4069080"/>
              <a:ext cx="2560320" cy="380480"/>
            </a:xfrm>
            <a:prstGeom prst="rect">
              <a:avLst/>
            </a:prstGeom>
            <a:noFill/>
          </p:spPr>
          <p:txBody>
            <a:bodyPr wrap="square" lIns="36000" tIns="36000" rIns="36000" bIns="36000" anchor="t">
              <a:spAutoFit/>
            </a:bodyPr>
            <a:lstStyle/>
            <a:p>
              <a:pPr algn="l"/>
              <a:r>
                <a:rPr sz="1000" b="1" dirty="0">
                  <a:solidFill>
                    <a:srgbClr val="001B5B"/>
                  </a:solidFill>
                  <a:latin typeface="Arial"/>
                </a:rPr>
                <a:t>Learner owns: goals · application · feedback.</a:t>
              </a:r>
            </a:p>
          </p:txBody>
        </p:sp>
      </p:grpSp>
      <p:grpSp>
        <p:nvGrpSpPr>
          <p:cNvPr id="36" name="Group 35">
            <a:extLst>
              <a:ext uri="{FF2B5EF4-FFF2-40B4-BE49-F238E27FC236}">
                <a16:creationId xmlns:a16="http://schemas.microsoft.com/office/drawing/2014/main" id="{3DFB8BBD-EC86-D529-A3C7-26FAB30A895A}"/>
              </a:ext>
            </a:extLst>
          </p:cNvPr>
          <p:cNvGrpSpPr/>
          <p:nvPr/>
        </p:nvGrpSpPr>
        <p:grpSpPr>
          <a:xfrm>
            <a:off x="6046470" y="2880360"/>
            <a:ext cx="2743200" cy="1783080"/>
            <a:chOff x="3246120" y="2880360"/>
            <a:chExt cx="2743200" cy="1783080"/>
          </a:xfrm>
        </p:grpSpPr>
        <p:sp>
          <p:nvSpPr>
            <p:cNvPr id="26" name="Rectangle 25"/>
            <p:cNvSpPr/>
            <p:nvPr/>
          </p:nvSpPr>
          <p:spPr>
            <a:xfrm>
              <a:off x="3246120" y="2880360"/>
              <a:ext cx="2743200" cy="178308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246120" y="2880360"/>
              <a:ext cx="2743200" cy="32004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355848" y="2916936"/>
              <a:ext cx="2560320" cy="241980"/>
            </a:xfrm>
            <a:prstGeom prst="rect">
              <a:avLst/>
            </a:prstGeom>
            <a:noFill/>
          </p:spPr>
          <p:txBody>
            <a:bodyPr wrap="square" lIns="36000" tIns="36000" rIns="36000" bIns="36000" anchor="t">
              <a:spAutoFit/>
            </a:bodyPr>
            <a:lstStyle/>
            <a:p>
              <a:pPr algn="l"/>
              <a:r>
                <a:rPr sz="1100" b="1" dirty="0">
                  <a:solidFill>
                    <a:srgbClr val="FFFFFF"/>
                  </a:solidFill>
                  <a:latin typeface="Arial"/>
                </a:rPr>
                <a:t>ALU</a:t>
              </a:r>
              <a:r>
                <a:rPr sz="1050" b="1" dirty="0">
                  <a:solidFill>
                    <a:srgbClr val="FFFFFF"/>
                  </a:solidFill>
                  <a:latin typeface="Arial"/>
                </a:rPr>
                <a:t>MNUS</a:t>
              </a:r>
              <a:endParaRPr sz="1200" b="1" dirty="0">
                <a:solidFill>
                  <a:srgbClr val="FFFFFF"/>
                </a:solidFill>
                <a:latin typeface="Arial"/>
              </a:endParaRPr>
            </a:p>
          </p:txBody>
        </p:sp>
        <p:sp>
          <p:nvSpPr>
            <p:cNvPr id="29" name="TextBox 28"/>
            <p:cNvSpPr txBox="1"/>
            <p:nvPr/>
          </p:nvSpPr>
          <p:spPr>
            <a:xfrm>
              <a:off x="3355848" y="3264408"/>
              <a:ext cx="2560320" cy="534368"/>
            </a:xfrm>
            <a:prstGeom prst="rect">
              <a:avLst/>
            </a:prstGeom>
            <a:noFill/>
          </p:spPr>
          <p:txBody>
            <a:bodyPr wrap="square" lIns="36000" tIns="36000" rIns="36000" bIns="36000" anchor="t">
              <a:spAutoFit/>
            </a:bodyPr>
            <a:lstStyle/>
            <a:p>
              <a:pPr algn="l"/>
              <a:r>
                <a:rPr sz="1000" b="0" dirty="0">
                  <a:solidFill>
                    <a:srgbClr val="272727"/>
                  </a:solidFill>
                  <a:latin typeface="Arial"/>
                </a:rPr>
                <a:t>AI handles: profile refresh · </a:t>
              </a:r>
              <a:r>
                <a:rPr sz="1000" b="0" dirty="0" err="1">
                  <a:solidFill>
                    <a:srgbClr val="272727"/>
                  </a:solidFill>
                  <a:latin typeface="Arial"/>
                </a:rPr>
                <a:t>personalised</a:t>
              </a:r>
              <a:r>
                <a:rPr sz="1000" b="0" dirty="0">
                  <a:solidFill>
                    <a:srgbClr val="272727"/>
                  </a:solidFill>
                  <a:latin typeface="Arial"/>
                </a:rPr>
                <a:t> content · network matching · next-tier readiness signals (under consent).</a:t>
              </a:r>
            </a:p>
          </p:txBody>
        </p:sp>
        <p:sp>
          <p:nvSpPr>
            <p:cNvPr id="30" name="TextBox 29"/>
            <p:cNvSpPr txBox="1"/>
            <p:nvPr/>
          </p:nvSpPr>
          <p:spPr>
            <a:xfrm>
              <a:off x="3355848" y="4069080"/>
              <a:ext cx="2560320" cy="380480"/>
            </a:xfrm>
            <a:prstGeom prst="rect">
              <a:avLst/>
            </a:prstGeom>
            <a:noFill/>
          </p:spPr>
          <p:txBody>
            <a:bodyPr wrap="square" lIns="36000" tIns="36000" rIns="36000" bIns="36000" anchor="t">
              <a:spAutoFit/>
            </a:bodyPr>
            <a:lstStyle/>
            <a:p>
              <a:pPr algn="l"/>
              <a:r>
                <a:rPr sz="1000" b="1" dirty="0">
                  <a:solidFill>
                    <a:srgbClr val="001B5B"/>
                  </a:solidFill>
                  <a:latin typeface="Arial"/>
                </a:rPr>
                <a:t>Alumnus owns: relationship · progression decisions.</a:t>
              </a:r>
            </a:p>
          </p:txBody>
        </p:sp>
      </p:grpSp>
      <p:sp>
        <p:nvSpPr>
          <p:cNvPr id="31" name="TextBox 30"/>
          <p:cNvSpPr txBox="1"/>
          <p:nvPr/>
        </p:nvSpPr>
        <p:spPr>
          <a:xfrm>
            <a:off x="8046720" y="4864608"/>
            <a:ext cx="914400" cy="195814"/>
          </a:xfrm>
          <a:prstGeom prst="rect">
            <a:avLst/>
          </a:prstGeom>
          <a:noFill/>
        </p:spPr>
        <p:txBody>
          <a:bodyPr wrap="square" lIns="36000" tIns="36000" rIns="36000" bIns="36000" anchor="t">
            <a:spAutoFit/>
          </a:bodyPr>
          <a:lstStyle/>
          <a:p>
            <a:pPr algn="r"/>
            <a:r>
              <a:rPr sz="800" b="0" dirty="0">
                <a:solidFill>
                  <a:srgbClr val="999999"/>
                </a:solidFill>
                <a:latin typeface="Arial"/>
              </a:rPr>
              <a:t>9 / 2</a:t>
            </a:r>
            <a:r>
              <a:rPr lang="en-US" sz="800" b="0" dirty="0">
                <a:solidFill>
                  <a:srgbClr val="999999"/>
                </a:solidFill>
                <a:latin typeface="Arial"/>
              </a:rPr>
              <a:t>7</a:t>
            </a:r>
            <a:endParaRPr sz="800" b="0" dirty="0">
              <a:solidFill>
                <a:srgbClr val="999999"/>
              </a:solidFill>
              <a:latin typeface="Arial"/>
            </a:endParaRPr>
          </a:p>
        </p:txBody>
      </p:sp>
      <p:pic>
        <p:nvPicPr>
          <p:cNvPr id="32" name="Picture 8" descr="Tata logo png, Tata icon transparent png 20975508 PNG">
            <a:extLst>
              <a:ext uri="{FF2B5EF4-FFF2-40B4-BE49-F238E27FC236}">
                <a16:creationId xmlns:a16="http://schemas.microsoft.com/office/drawing/2014/main" id="{6FB749A3-0CDB-2D4F-2B6D-083D6ACD90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7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BF854A0E-087B-A2A6-F092-4CE19770E4ED}"/>
              </a:ext>
            </a:extLst>
          </p:cNvPr>
          <p:cNvSpPr txBox="1"/>
          <p:nvPr/>
        </p:nvSpPr>
        <p:spPr>
          <a:xfrm>
            <a:off x="3136900" y="3711326"/>
            <a:ext cx="3028950" cy="369332"/>
          </a:xfrm>
          <a:prstGeom prst="rect">
            <a:avLst/>
          </a:prstGeom>
          <a:noFill/>
        </p:spPr>
        <p:txBody>
          <a:bodyPr wrap="square">
            <a:spAutoFit/>
          </a:bodyPr>
          <a:lstStyle/>
          <a:p>
            <a:pPr algn="l"/>
            <a:r>
              <a:rPr lang="en-IN" sz="1800" b="1" dirty="0">
                <a:solidFill>
                  <a:srgbClr val="001B5B"/>
                </a:solidFill>
                <a:latin typeface="Arial"/>
              </a:rPr>
              <a:t>AI drafts. </a:t>
            </a:r>
            <a:r>
              <a:rPr lang="en-IN" b="1" dirty="0">
                <a:solidFill>
                  <a:srgbClr val="001B5B"/>
                </a:solidFill>
                <a:latin typeface="Arial"/>
              </a:rPr>
              <a:t>H</a:t>
            </a:r>
            <a:r>
              <a:rPr lang="en-IN" sz="1800" b="1" dirty="0">
                <a:solidFill>
                  <a:srgbClr val="001B5B"/>
                </a:solidFill>
                <a:latin typeface="Arial"/>
              </a:rPr>
              <a:t>umans decide.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26996"/>
            <a:ext cx="8229600" cy="688256"/>
          </a:xfrm>
          <a:prstGeom prst="rect">
            <a:avLst/>
          </a:prstGeom>
          <a:noFill/>
        </p:spPr>
        <p:txBody>
          <a:bodyPr wrap="square" lIns="36000" tIns="36000" rIns="36000" bIns="36000" anchor="t">
            <a:spAutoFit/>
          </a:bodyPr>
          <a:lstStyle/>
          <a:p>
            <a:pPr algn="l"/>
            <a:r>
              <a:rPr sz="2000" b="1" dirty="0">
                <a:solidFill>
                  <a:srgbClr val="001B5B"/>
                </a:solidFill>
                <a:latin typeface="Arial"/>
              </a:rPr>
              <a:t>From the prototype </a:t>
            </a:r>
            <a:r>
              <a:rPr lang="en-US" sz="2000" b="1" dirty="0">
                <a:solidFill>
                  <a:srgbClr val="001B5B"/>
                </a:solidFill>
                <a:latin typeface="Arial"/>
              </a:rPr>
              <a:t>– t</a:t>
            </a:r>
            <a:r>
              <a:rPr sz="2000" b="1" dirty="0">
                <a:solidFill>
                  <a:srgbClr val="001B5B"/>
                </a:solidFill>
                <a:latin typeface="Arial"/>
              </a:rPr>
              <a:t>he PD workbench: </a:t>
            </a:r>
            <a:endParaRPr lang="en-US" sz="2000" b="1" dirty="0">
              <a:solidFill>
                <a:srgbClr val="001B5B"/>
              </a:solidFill>
              <a:latin typeface="Arial"/>
            </a:endParaRPr>
          </a:p>
          <a:p>
            <a:pPr algn="l"/>
            <a:r>
              <a:rPr sz="2000" b="1" dirty="0">
                <a:solidFill>
                  <a:srgbClr val="001B5B"/>
                </a:solidFill>
                <a:latin typeface="Arial"/>
              </a:rPr>
              <a:t>AI proposes options, PD decides</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algn="l"/>
            <a:r>
              <a:rPr sz="800" b="0" dirty="0">
                <a:solidFill>
                  <a:srgbClr val="999999"/>
                </a:solidFill>
                <a:latin typeface="Arial"/>
              </a:rPr>
              <a:t>AI-NATIVE HR · </a:t>
            </a:r>
            <a:r>
              <a:rPr lang="en-IN" sz="800" b="0" dirty="0">
                <a:solidFill>
                  <a:srgbClr val="999999"/>
                </a:solidFill>
                <a:latin typeface="Arial"/>
              </a:rPr>
              <a:t>FINAL REVIEW</a:t>
            </a:r>
            <a:endParaRPr sz="800" b="0" dirty="0">
              <a:solidFill>
                <a:srgbClr val="999999"/>
              </a:solidFill>
              <a:latin typeface="Arial"/>
            </a:endParaRPr>
          </a:p>
        </p:txBody>
      </p:sp>
      <p:sp>
        <p:nvSpPr>
          <p:cNvPr id="6" name="TextBox 5"/>
          <p:cNvSpPr txBox="1"/>
          <p:nvPr/>
        </p:nvSpPr>
        <p:spPr>
          <a:xfrm>
            <a:off x="457200" y="960120"/>
            <a:ext cx="4023360" cy="380480"/>
          </a:xfrm>
          <a:prstGeom prst="rect">
            <a:avLst/>
          </a:prstGeom>
          <a:noFill/>
        </p:spPr>
        <p:txBody>
          <a:bodyPr wrap="square" lIns="36000" tIns="36000" rIns="36000" bIns="36000" anchor="t">
            <a:spAutoFit/>
          </a:bodyPr>
          <a:lstStyle/>
          <a:p>
            <a:pPr algn="l"/>
            <a:r>
              <a:rPr sz="1000" b="1" dirty="0">
                <a:solidFill>
                  <a:srgbClr val="001B5B"/>
                </a:solidFill>
                <a:latin typeface="Arial"/>
              </a:rPr>
              <a:t>Brief view </a:t>
            </a:r>
            <a:r>
              <a:rPr lang="en-US" sz="1000" b="1" dirty="0">
                <a:solidFill>
                  <a:srgbClr val="001B5B"/>
                </a:solidFill>
                <a:latin typeface="Arial"/>
              </a:rPr>
              <a:t>-</a:t>
            </a:r>
            <a:r>
              <a:rPr sz="1000" b="1" dirty="0">
                <a:solidFill>
                  <a:srgbClr val="001B5B"/>
                </a:solidFill>
                <a:latin typeface="Arial"/>
              </a:rPr>
              <a:t> </a:t>
            </a:r>
            <a:r>
              <a:rPr lang="en-US" sz="1000" b="1" dirty="0">
                <a:solidFill>
                  <a:srgbClr val="001B5B"/>
                </a:solidFill>
                <a:latin typeface="Arial"/>
              </a:rPr>
              <a:t>Group company</a:t>
            </a:r>
            <a:r>
              <a:rPr sz="1000" b="1" dirty="0">
                <a:solidFill>
                  <a:srgbClr val="001B5B"/>
                </a:solidFill>
                <a:latin typeface="Arial"/>
              </a:rPr>
              <a:t> context, business objective, audience.</a:t>
            </a:r>
          </a:p>
        </p:txBody>
      </p:sp>
      <p:pic>
        <p:nvPicPr>
          <p:cNvPr id="7" name="Picture 6" descr="01_PD_Brief.png"/>
          <p:cNvPicPr>
            <a:picLocks noChangeAspect="1"/>
          </p:cNvPicPr>
          <p:nvPr/>
        </p:nvPicPr>
        <p:blipFill>
          <a:blip r:embed="rId3"/>
          <a:stretch>
            <a:fillRect/>
          </a:stretch>
        </p:blipFill>
        <p:spPr>
          <a:xfrm>
            <a:off x="457200" y="1280160"/>
            <a:ext cx="4023360" cy="2514600"/>
          </a:xfrm>
          <a:prstGeom prst="rect">
            <a:avLst/>
          </a:prstGeom>
        </p:spPr>
      </p:pic>
      <p:sp>
        <p:nvSpPr>
          <p:cNvPr id="8" name="TextBox 7"/>
          <p:cNvSpPr txBox="1"/>
          <p:nvPr/>
        </p:nvSpPr>
        <p:spPr>
          <a:xfrm>
            <a:off x="4663440" y="960120"/>
            <a:ext cx="4023360" cy="226591"/>
          </a:xfrm>
          <a:prstGeom prst="rect">
            <a:avLst/>
          </a:prstGeom>
          <a:noFill/>
        </p:spPr>
        <p:txBody>
          <a:bodyPr wrap="square" lIns="36000" tIns="36000" rIns="36000" bIns="36000" anchor="t">
            <a:spAutoFit/>
          </a:bodyPr>
          <a:lstStyle/>
          <a:p>
            <a:pPr algn="l"/>
            <a:r>
              <a:rPr sz="1000" b="1" dirty="0">
                <a:solidFill>
                  <a:srgbClr val="001B5B"/>
                </a:solidFill>
                <a:latin typeface="Arial"/>
              </a:rPr>
              <a:t>Blueprint view </a:t>
            </a:r>
            <a:r>
              <a:rPr lang="en-IN" sz="1000" b="1" dirty="0">
                <a:solidFill>
                  <a:srgbClr val="001B5B"/>
                </a:solidFill>
                <a:latin typeface="Arial"/>
              </a:rPr>
              <a:t>-</a:t>
            </a:r>
            <a:r>
              <a:rPr sz="1000" b="1" dirty="0">
                <a:solidFill>
                  <a:srgbClr val="001B5B"/>
                </a:solidFill>
                <a:latin typeface="Arial"/>
              </a:rPr>
              <a:t> AI drafts Option 1 vs Option 2 with rationale.</a:t>
            </a:r>
          </a:p>
        </p:txBody>
      </p:sp>
      <p:pic>
        <p:nvPicPr>
          <p:cNvPr id="9" name="Picture 8" descr="02_PD_Blueprint.png"/>
          <p:cNvPicPr>
            <a:picLocks noChangeAspect="1"/>
          </p:cNvPicPr>
          <p:nvPr/>
        </p:nvPicPr>
        <p:blipFill>
          <a:blip r:embed="rId4"/>
          <a:stretch>
            <a:fillRect/>
          </a:stretch>
        </p:blipFill>
        <p:spPr>
          <a:xfrm>
            <a:off x="4663440" y="1280160"/>
            <a:ext cx="4023360" cy="4015816"/>
          </a:xfrm>
          <a:prstGeom prst="rect">
            <a:avLst/>
          </a:prstGeom>
        </p:spPr>
      </p:pic>
      <p:sp>
        <p:nvSpPr>
          <p:cNvPr id="10" name="TextBox 9"/>
          <p:cNvSpPr txBox="1"/>
          <p:nvPr/>
        </p:nvSpPr>
        <p:spPr>
          <a:xfrm>
            <a:off x="457200" y="4617720"/>
            <a:ext cx="8229600" cy="211203"/>
          </a:xfrm>
          <a:prstGeom prst="rect">
            <a:avLst/>
          </a:prstGeom>
          <a:noFill/>
        </p:spPr>
        <p:txBody>
          <a:bodyPr wrap="square" lIns="36000" tIns="36000" rIns="36000" bIns="36000" anchor="t">
            <a:spAutoFit/>
          </a:bodyPr>
          <a:lstStyle/>
          <a:p>
            <a:pPr algn="l"/>
            <a:r>
              <a:rPr sz="900" b="1" dirty="0">
                <a:solidFill>
                  <a:srgbClr val="E8901E"/>
                </a:solidFill>
                <a:latin typeface="Arial"/>
              </a:rPr>
              <a:t>AI contributions tagged as ai / accepted / edited / ignored </a:t>
            </a:r>
            <a:r>
              <a:rPr lang="en-US" sz="900" b="1" dirty="0">
                <a:solidFill>
                  <a:srgbClr val="E8901E"/>
                </a:solidFill>
                <a:latin typeface="Arial"/>
              </a:rPr>
              <a:t>,completely</a:t>
            </a:r>
            <a:r>
              <a:rPr sz="900" b="1" dirty="0">
                <a:solidFill>
                  <a:srgbClr val="E8901E"/>
                </a:solidFill>
                <a:latin typeface="Arial"/>
              </a:rPr>
              <a:t> auditable, not opaque.</a:t>
            </a:r>
          </a:p>
        </p:txBody>
      </p:sp>
      <p:sp>
        <p:nvSpPr>
          <p:cNvPr id="11" name="TextBox 10"/>
          <p:cNvSpPr txBox="1"/>
          <p:nvPr/>
        </p:nvSpPr>
        <p:spPr>
          <a:xfrm>
            <a:off x="8046720" y="4864608"/>
            <a:ext cx="914400" cy="195814"/>
          </a:xfrm>
          <a:prstGeom prst="rect">
            <a:avLst/>
          </a:prstGeom>
          <a:noFill/>
        </p:spPr>
        <p:txBody>
          <a:bodyPr wrap="square" lIns="36000" tIns="36000" rIns="36000" bIns="36000" anchor="t">
            <a:spAutoFit/>
          </a:bodyPr>
          <a:lstStyle/>
          <a:p>
            <a:pPr algn="r"/>
            <a:r>
              <a:rPr sz="800" b="0" dirty="0">
                <a:solidFill>
                  <a:srgbClr val="999999"/>
                </a:solidFill>
                <a:latin typeface="Arial"/>
              </a:rPr>
              <a:t>10 / 2</a:t>
            </a:r>
            <a:r>
              <a:rPr lang="en-US" sz="800" b="0" dirty="0">
                <a:solidFill>
                  <a:srgbClr val="999999"/>
                </a:solidFill>
                <a:latin typeface="Arial"/>
              </a:rPr>
              <a:t>7</a:t>
            </a:r>
            <a:endParaRPr sz="800" b="0" dirty="0">
              <a:solidFill>
                <a:srgbClr val="999999"/>
              </a:solidFill>
              <a:latin typeface="Arial"/>
            </a:endParaRPr>
          </a:p>
        </p:txBody>
      </p:sp>
      <p:pic>
        <p:nvPicPr>
          <p:cNvPr id="12" name="Picture 8" descr="Tata logo png, Tata icon transparent png 20975508 PNG">
            <a:extLst>
              <a:ext uri="{FF2B5EF4-FFF2-40B4-BE49-F238E27FC236}">
                <a16:creationId xmlns:a16="http://schemas.microsoft.com/office/drawing/2014/main" id="{A56ED430-DD50-329A-490D-13E3AC6BFF3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47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8229600" cy="640080"/>
          </a:xfrm>
          <a:prstGeom prst="rect">
            <a:avLst/>
          </a:prstGeom>
          <a:noFill/>
        </p:spPr>
        <p:txBody>
          <a:bodyPr wrap="square" lIns="36000" tIns="36000" rIns="36000" bIns="36000" anchor="t">
            <a:spAutoFit/>
          </a:bodyPr>
          <a:lstStyle/>
          <a:p>
            <a:pPr algn="l"/>
            <a:r>
              <a:rPr sz="1800" b="1">
                <a:solidFill>
                  <a:srgbClr val="001B5B"/>
                </a:solidFill>
                <a:latin typeface="Arial"/>
              </a:rPr>
              <a:t>PM and PC workbenches — content reuse, faculty matching, approval gate</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algn="l"/>
            <a:r>
              <a:rPr sz="800" b="0" dirty="0">
                <a:solidFill>
                  <a:srgbClr val="999999"/>
                </a:solidFill>
                <a:latin typeface="Arial"/>
              </a:rPr>
              <a:t>AI-NATIVE HR · </a:t>
            </a:r>
            <a:r>
              <a:rPr lang="en-IN" sz="800" b="0" dirty="0">
                <a:solidFill>
                  <a:srgbClr val="999999"/>
                </a:solidFill>
                <a:latin typeface="Arial"/>
              </a:rPr>
              <a:t>FINAL REVIEW</a:t>
            </a:r>
            <a:endParaRPr sz="800" b="0" dirty="0">
              <a:solidFill>
                <a:srgbClr val="999999"/>
              </a:solidFill>
              <a:latin typeface="Arial"/>
            </a:endParaRPr>
          </a:p>
        </p:txBody>
      </p:sp>
      <p:sp>
        <p:nvSpPr>
          <p:cNvPr id="6" name="TextBox 5"/>
          <p:cNvSpPr txBox="1"/>
          <p:nvPr/>
        </p:nvSpPr>
        <p:spPr>
          <a:xfrm>
            <a:off x="365760" y="960120"/>
            <a:ext cx="2057400" cy="274320"/>
          </a:xfrm>
          <a:prstGeom prst="rect">
            <a:avLst/>
          </a:prstGeom>
          <a:noFill/>
        </p:spPr>
        <p:txBody>
          <a:bodyPr wrap="square" lIns="36000" tIns="36000" rIns="36000" bIns="36000" anchor="t">
            <a:spAutoFit/>
          </a:bodyPr>
          <a:lstStyle/>
          <a:p>
            <a:pPr algn="l"/>
            <a:r>
              <a:rPr sz="900" b="1">
                <a:solidFill>
                  <a:srgbClr val="001B5B"/>
                </a:solidFill>
                <a:latin typeface="Arial"/>
              </a:rPr>
              <a:t>PM · Content</a:t>
            </a:r>
          </a:p>
        </p:txBody>
      </p:sp>
      <p:pic>
        <p:nvPicPr>
          <p:cNvPr id="7" name="Picture 6" descr="03_PM_Content.png"/>
          <p:cNvPicPr>
            <a:picLocks noChangeAspect="1"/>
          </p:cNvPicPr>
          <p:nvPr/>
        </p:nvPicPr>
        <p:blipFill>
          <a:blip r:embed="rId3"/>
          <a:stretch>
            <a:fillRect/>
          </a:stretch>
        </p:blipFill>
        <p:spPr>
          <a:xfrm>
            <a:off x="365760" y="1234440"/>
            <a:ext cx="2057400" cy="1285875"/>
          </a:xfrm>
          <a:prstGeom prst="rect">
            <a:avLst/>
          </a:prstGeom>
        </p:spPr>
      </p:pic>
      <p:sp>
        <p:nvSpPr>
          <p:cNvPr id="8" name="TextBox 7"/>
          <p:cNvSpPr txBox="1"/>
          <p:nvPr/>
        </p:nvSpPr>
        <p:spPr>
          <a:xfrm>
            <a:off x="2514600" y="960120"/>
            <a:ext cx="2057400" cy="274320"/>
          </a:xfrm>
          <a:prstGeom prst="rect">
            <a:avLst/>
          </a:prstGeom>
          <a:noFill/>
        </p:spPr>
        <p:txBody>
          <a:bodyPr wrap="square" lIns="36000" tIns="36000" rIns="36000" bIns="36000" anchor="t">
            <a:spAutoFit/>
          </a:bodyPr>
          <a:lstStyle/>
          <a:p>
            <a:pPr algn="l"/>
            <a:r>
              <a:rPr sz="900" b="1">
                <a:solidFill>
                  <a:srgbClr val="001B5B"/>
                </a:solidFill>
                <a:latin typeface="Arial"/>
              </a:rPr>
              <a:t>PM · Faculty</a:t>
            </a:r>
          </a:p>
        </p:txBody>
      </p:sp>
      <p:pic>
        <p:nvPicPr>
          <p:cNvPr id="9" name="Picture 8" descr="05_PM_Faculty.png"/>
          <p:cNvPicPr>
            <a:picLocks noChangeAspect="1"/>
          </p:cNvPicPr>
          <p:nvPr/>
        </p:nvPicPr>
        <p:blipFill>
          <a:blip r:embed="rId4"/>
          <a:stretch>
            <a:fillRect/>
          </a:stretch>
        </p:blipFill>
        <p:spPr>
          <a:xfrm>
            <a:off x="2514600" y="1234440"/>
            <a:ext cx="2057400" cy="1285875"/>
          </a:xfrm>
          <a:prstGeom prst="rect">
            <a:avLst/>
          </a:prstGeom>
        </p:spPr>
      </p:pic>
      <p:sp>
        <p:nvSpPr>
          <p:cNvPr id="10" name="TextBox 9"/>
          <p:cNvSpPr txBox="1"/>
          <p:nvPr/>
        </p:nvSpPr>
        <p:spPr>
          <a:xfrm>
            <a:off x="4663440" y="960120"/>
            <a:ext cx="2057400" cy="274320"/>
          </a:xfrm>
          <a:prstGeom prst="rect">
            <a:avLst/>
          </a:prstGeom>
          <a:noFill/>
        </p:spPr>
        <p:txBody>
          <a:bodyPr wrap="square" lIns="36000" tIns="36000" rIns="36000" bIns="36000" anchor="t">
            <a:spAutoFit/>
          </a:bodyPr>
          <a:lstStyle/>
          <a:p>
            <a:pPr algn="l"/>
            <a:r>
              <a:rPr sz="900" b="1">
                <a:solidFill>
                  <a:srgbClr val="001B5B"/>
                </a:solidFill>
                <a:latin typeface="Arial"/>
              </a:rPr>
              <a:t>PC · Feedback</a:t>
            </a:r>
          </a:p>
        </p:txBody>
      </p:sp>
      <p:pic>
        <p:nvPicPr>
          <p:cNvPr id="11" name="Picture 10" descr="07_PC_Feedback.png"/>
          <p:cNvPicPr>
            <a:picLocks noChangeAspect="1"/>
          </p:cNvPicPr>
          <p:nvPr/>
        </p:nvPicPr>
        <p:blipFill>
          <a:blip r:embed="rId5"/>
          <a:stretch>
            <a:fillRect/>
          </a:stretch>
        </p:blipFill>
        <p:spPr>
          <a:xfrm>
            <a:off x="4663440" y="1234440"/>
            <a:ext cx="2057400" cy="1285875"/>
          </a:xfrm>
          <a:prstGeom prst="rect">
            <a:avLst/>
          </a:prstGeom>
        </p:spPr>
      </p:pic>
      <p:sp>
        <p:nvSpPr>
          <p:cNvPr id="12" name="TextBox 11"/>
          <p:cNvSpPr txBox="1"/>
          <p:nvPr/>
        </p:nvSpPr>
        <p:spPr>
          <a:xfrm>
            <a:off x="6812280" y="960120"/>
            <a:ext cx="2057400" cy="274320"/>
          </a:xfrm>
          <a:prstGeom prst="rect">
            <a:avLst/>
          </a:prstGeom>
          <a:noFill/>
        </p:spPr>
        <p:txBody>
          <a:bodyPr wrap="square" lIns="36000" tIns="36000" rIns="36000" bIns="36000" anchor="t">
            <a:spAutoFit/>
          </a:bodyPr>
          <a:lstStyle/>
          <a:p>
            <a:pPr algn="l"/>
            <a:r>
              <a:rPr sz="900" b="1">
                <a:solidFill>
                  <a:srgbClr val="001B5B"/>
                </a:solidFill>
                <a:latin typeface="Arial"/>
              </a:rPr>
              <a:t>Approval</a:t>
            </a:r>
          </a:p>
        </p:txBody>
      </p:sp>
      <p:pic>
        <p:nvPicPr>
          <p:cNvPr id="13" name="Picture 12" descr="08_PD_Approval.png"/>
          <p:cNvPicPr>
            <a:picLocks noChangeAspect="1"/>
          </p:cNvPicPr>
          <p:nvPr/>
        </p:nvPicPr>
        <p:blipFill>
          <a:blip r:embed="rId6"/>
          <a:stretch>
            <a:fillRect/>
          </a:stretch>
        </p:blipFill>
        <p:spPr>
          <a:xfrm>
            <a:off x="6812280" y="1234440"/>
            <a:ext cx="2057400" cy="1285875"/>
          </a:xfrm>
          <a:prstGeom prst="rect">
            <a:avLst/>
          </a:prstGeom>
        </p:spPr>
      </p:pic>
      <p:sp>
        <p:nvSpPr>
          <p:cNvPr id="14" name="TextBox 13"/>
          <p:cNvSpPr txBox="1"/>
          <p:nvPr/>
        </p:nvSpPr>
        <p:spPr>
          <a:xfrm>
            <a:off x="365760" y="3611880"/>
            <a:ext cx="2057400" cy="640080"/>
          </a:xfrm>
          <a:prstGeom prst="rect">
            <a:avLst/>
          </a:prstGeom>
          <a:noFill/>
        </p:spPr>
        <p:txBody>
          <a:bodyPr wrap="square" lIns="36000" tIns="36000" rIns="36000" bIns="36000" anchor="t">
            <a:spAutoFit/>
          </a:bodyPr>
          <a:lstStyle/>
          <a:p>
            <a:pPr algn="l"/>
            <a:r>
              <a:rPr sz="900" b="0">
                <a:solidFill>
                  <a:srgbClr val="272727"/>
                </a:solidFill>
                <a:latin typeface="Arial"/>
              </a:rPr>
              <a:t>AI-suggested modules with provenance.</a:t>
            </a:r>
          </a:p>
        </p:txBody>
      </p:sp>
      <p:sp>
        <p:nvSpPr>
          <p:cNvPr id="15" name="TextBox 14"/>
          <p:cNvSpPr txBox="1"/>
          <p:nvPr/>
        </p:nvSpPr>
        <p:spPr>
          <a:xfrm>
            <a:off x="2514600" y="3611880"/>
            <a:ext cx="2057400" cy="640080"/>
          </a:xfrm>
          <a:prstGeom prst="rect">
            <a:avLst/>
          </a:prstGeom>
          <a:noFill/>
        </p:spPr>
        <p:txBody>
          <a:bodyPr wrap="square" lIns="36000" tIns="36000" rIns="36000" bIns="36000" anchor="t">
            <a:spAutoFit/>
          </a:bodyPr>
          <a:lstStyle/>
          <a:p>
            <a:pPr algn="l"/>
            <a:r>
              <a:rPr sz="900" b="0">
                <a:solidFill>
                  <a:srgbClr val="272727"/>
                </a:solidFill>
                <a:latin typeface="Arial"/>
              </a:rPr>
              <a:t>Ranked faculty with reasoning.</a:t>
            </a:r>
          </a:p>
        </p:txBody>
      </p:sp>
      <p:sp>
        <p:nvSpPr>
          <p:cNvPr id="16" name="TextBox 15"/>
          <p:cNvSpPr txBox="1"/>
          <p:nvPr/>
        </p:nvSpPr>
        <p:spPr>
          <a:xfrm>
            <a:off x="4663440" y="3611880"/>
            <a:ext cx="2057400" cy="640080"/>
          </a:xfrm>
          <a:prstGeom prst="rect">
            <a:avLst/>
          </a:prstGeom>
          <a:noFill/>
        </p:spPr>
        <p:txBody>
          <a:bodyPr wrap="square" lIns="36000" tIns="36000" rIns="36000" bIns="36000" anchor="t">
            <a:spAutoFit/>
          </a:bodyPr>
          <a:lstStyle/>
          <a:p>
            <a:pPr algn="l"/>
            <a:r>
              <a:rPr sz="900" b="0">
                <a:solidFill>
                  <a:srgbClr val="272727"/>
                </a:solidFill>
                <a:latin typeface="Arial"/>
              </a:rPr>
              <a:t>AI-extracted feedback themes.</a:t>
            </a:r>
          </a:p>
        </p:txBody>
      </p:sp>
      <p:sp>
        <p:nvSpPr>
          <p:cNvPr id="17" name="TextBox 16"/>
          <p:cNvSpPr txBox="1"/>
          <p:nvPr/>
        </p:nvSpPr>
        <p:spPr>
          <a:xfrm>
            <a:off x="6812280" y="3611880"/>
            <a:ext cx="2057400" cy="640080"/>
          </a:xfrm>
          <a:prstGeom prst="rect">
            <a:avLst/>
          </a:prstGeom>
          <a:noFill/>
        </p:spPr>
        <p:txBody>
          <a:bodyPr wrap="square" lIns="36000" tIns="36000" rIns="36000" bIns="36000" anchor="t">
            <a:spAutoFit/>
          </a:bodyPr>
          <a:lstStyle/>
          <a:p>
            <a:pPr algn="l"/>
            <a:r>
              <a:rPr sz="900" b="0">
                <a:solidFill>
                  <a:srgbClr val="272727"/>
                </a:solidFill>
                <a:latin typeface="Arial"/>
              </a:rPr>
              <a:t>Progressive sign-off locks design.</a:t>
            </a:r>
          </a:p>
        </p:txBody>
      </p:sp>
      <p:sp>
        <p:nvSpPr>
          <p:cNvPr id="18" name="TextBox 17"/>
          <p:cNvSpPr txBox="1"/>
          <p:nvPr/>
        </p:nvSpPr>
        <p:spPr>
          <a:xfrm>
            <a:off x="457200" y="4572000"/>
            <a:ext cx="8229600" cy="274320"/>
          </a:xfrm>
          <a:prstGeom prst="rect">
            <a:avLst/>
          </a:prstGeom>
          <a:noFill/>
        </p:spPr>
        <p:txBody>
          <a:bodyPr wrap="square" lIns="36000" tIns="36000" rIns="36000" bIns="36000" anchor="t">
            <a:spAutoFit/>
          </a:bodyPr>
          <a:lstStyle/>
          <a:p>
            <a:pPr algn="l"/>
            <a:r>
              <a:rPr sz="1000" b="1">
                <a:solidFill>
                  <a:srgbClr val="E8901E"/>
                </a:solidFill>
                <a:latin typeface="Arial"/>
              </a:rPr>
              <a:t>Same field-level provenance pattern across every workbench section.</a:t>
            </a:r>
          </a:p>
        </p:txBody>
      </p:sp>
      <p:sp>
        <p:nvSpPr>
          <p:cNvPr id="19" name="TextBox 18"/>
          <p:cNvSpPr txBox="1"/>
          <p:nvPr/>
        </p:nvSpPr>
        <p:spPr>
          <a:xfrm>
            <a:off x="8046720" y="4864608"/>
            <a:ext cx="914400" cy="195814"/>
          </a:xfrm>
          <a:prstGeom prst="rect">
            <a:avLst/>
          </a:prstGeom>
          <a:noFill/>
        </p:spPr>
        <p:txBody>
          <a:bodyPr wrap="square" lIns="36000" tIns="36000" rIns="36000" bIns="36000" anchor="t">
            <a:spAutoFit/>
          </a:bodyPr>
          <a:lstStyle/>
          <a:p>
            <a:pPr algn="r"/>
            <a:r>
              <a:rPr sz="800" b="0" dirty="0">
                <a:solidFill>
                  <a:srgbClr val="999999"/>
                </a:solidFill>
                <a:latin typeface="Arial"/>
              </a:rPr>
              <a:t>11 / 2</a:t>
            </a:r>
            <a:r>
              <a:rPr lang="en-US" sz="800" b="0" dirty="0">
                <a:solidFill>
                  <a:srgbClr val="999999"/>
                </a:solidFill>
                <a:latin typeface="Arial"/>
              </a:rPr>
              <a:t>7</a:t>
            </a:r>
            <a:endParaRPr sz="800" b="0" dirty="0">
              <a:solidFill>
                <a:srgbClr val="999999"/>
              </a:solidFill>
              <a:latin typeface="Arial"/>
            </a:endParaRPr>
          </a:p>
        </p:txBody>
      </p:sp>
      <p:pic>
        <p:nvPicPr>
          <p:cNvPr id="20" name="Picture 8" descr="Tata logo png, Tata icon transparent png 20975508 PNG">
            <a:extLst>
              <a:ext uri="{FF2B5EF4-FFF2-40B4-BE49-F238E27FC236}">
                <a16:creationId xmlns:a16="http://schemas.microsoft.com/office/drawing/2014/main" id="{222EC3D7-82CB-0308-1FA7-5E036085FA4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47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3332" y="126996"/>
            <a:ext cx="8229600" cy="688256"/>
          </a:xfrm>
          <a:prstGeom prst="rect">
            <a:avLst/>
          </a:prstGeom>
          <a:noFill/>
        </p:spPr>
        <p:txBody>
          <a:bodyPr wrap="square" lIns="36000" tIns="36000" rIns="36000" bIns="36000" anchor="t">
            <a:spAutoFit/>
          </a:bodyPr>
          <a:lstStyle/>
          <a:p>
            <a:pPr algn="l"/>
            <a:r>
              <a:rPr sz="2000" b="1" dirty="0">
                <a:solidFill>
                  <a:srgbClr val="001B5B"/>
                </a:solidFill>
                <a:latin typeface="Arial"/>
              </a:rPr>
              <a:t>Two scenarios on the table </a:t>
            </a:r>
            <a:r>
              <a:rPr lang="en-US" sz="2000" b="1" dirty="0">
                <a:solidFill>
                  <a:srgbClr val="001B5B"/>
                </a:solidFill>
                <a:latin typeface="Arial"/>
              </a:rPr>
              <a:t>-</a:t>
            </a:r>
            <a:r>
              <a:rPr sz="2000" b="1" dirty="0">
                <a:solidFill>
                  <a:srgbClr val="001B5B"/>
                </a:solidFill>
                <a:latin typeface="Arial"/>
              </a:rPr>
              <a:t> Scenario 2 as goal</a:t>
            </a:r>
            <a:r>
              <a:rPr lang="en-US" sz="2000" b="1" dirty="0">
                <a:solidFill>
                  <a:srgbClr val="001B5B"/>
                </a:solidFill>
                <a:latin typeface="Arial"/>
              </a:rPr>
              <a:t>;</a:t>
            </a:r>
          </a:p>
          <a:p>
            <a:pPr algn="l"/>
            <a:r>
              <a:rPr sz="2000" b="1" dirty="0">
                <a:solidFill>
                  <a:srgbClr val="001B5B"/>
                </a:solidFill>
                <a:latin typeface="Arial"/>
              </a:rPr>
              <a:t>Scenario 1 as transition stage</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algn="l"/>
            <a:r>
              <a:rPr sz="800" b="0" dirty="0">
                <a:solidFill>
                  <a:srgbClr val="999999"/>
                </a:solidFill>
                <a:latin typeface="Arial"/>
              </a:rPr>
              <a:t>AI-NATIVE HR · </a:t>
            </a:r>
            <a:r>
              <a:rPr lang="en-IN" sz="800" b="0" dirty="0">
                <a:solidFill>
                  <a:srgbClr val="999999"/>
                </a:solidFill>
                <a:latin typeface="Arial"/>
              </a:rPr>
              <a:t>FINAL REVIEW</a:t>
            </a:r>
            <a:endParaRPr sz="800" b="0" dirty="0">
              <a:solidFill>
                <a:srgbClr val="999999"/>
              </a:solidFill>
              <a:latin typeface="Arial"/>
            </a:endParaRPr>
          </a:p>
        </p:txBody>
      </p:sp>
      <p:sp>
        <p:nvSpPr>
          <p:cNvPr id="6" name="Rectangle 5"/>
          <p:cNvSpPr/>
          <p:nvPr/>
        </p:nvSpPr>
        <p:spPr>
          <a:xfrm>
            <a:off x="457200" y="1005840"/>
            <a:ext cx="4023360" cy="2651760"/>
          </a:xfrm>
          <a:prstGeom prst="rect">
            <a:avLst/>
          </a:prstGeom>
          <a:solidFill>
            <a:srgbClr val="E6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005840"/>
            <a:ext cx="4023360" cy="365760"/>
          </a:xfrm>
          <a:prstGeom prst="rect">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051560"/>
            <a:ext cx="3840480" cy="257369"/>
          </a:xfrm>
          <a:prstGeom prst="rect">
            <a:avLst/>
          </a:prstGeom>
          <a:noFill/>
        </p:spPr>
        <p:txBody>
          <a:bodyPr wrap="square" lIns="36000" tIns="36000" rIns="36000" bIns="36000" anchor="t">
            <a:spAutoFit/>
          </a:bodyPr>
          <a:lstStyle/>
          <a:p>
            <a:pPr algn="ctr"/>
            <a:r>
              <a:rPr sz="1200" b="1" dirty="0">
                <a:solidFill>
                  <a:srgbClr val="FFFFFF"/>
                </a:solidFill>
                <a:latin typeface="Arial"/>
              </a:rPr>
              <a:t>SCENARIO 1  ·  Personal Agents Pack</a:t>
            </a:r>
          </a:p>
        </p:txBody>
      </p:sp>
      <p:grpSp>
        <p:nvGrpSpPr>
          <p:cNvPr id="31" name="Group 30">
            <a:extLst>
              <a:ext uri="{FF2B5EF4-FFF2-40B4-BE49-F238E27FC236}">
                <a16:creationId xmlns:a16="http://schemas.microsoft.com/office/drawing/2014/main" id="{4EF88461-2FA6-3C17-80C0-38F3A8CFBBBF}"/>
              </a:ext>
            </a:extLst>
          </p:cNvPr>
          <p:cNvGrpSpPr/>
          <p:nvPr/>
        </p:nvGrpSpPr>
        <p:grpSpPr>
          <a:xfrm>
            <a:off x="594360" y="1508760"/>
            <a:ext cx="3749040" cy="1997628"/>
            <a:chOff x="594360" y="1508760"/>
            <a:chExt cx="3749040" cy="1997628"/>
          </a:xfrm>
        </p:grpSpPr>
        <p:sp>
          <p:nvSpPr>
            <p:cNvPr id="9" name="TextBox 8"/>
            <p:cNvSpPr txBox="1"/>
            <p:nvPr/>
          </p:nvSpPr>
          <p:spPr>
            <a:xfrm>
              <a:off x="594360" y="1508760"/>
              <a:ext cx="3749040" cy="241980"/>
            </a:xfrm>
            <a:prstGeom prst="rect">
              <a:avLst/>
            </a:prstGeom>
            <a:noFill/>
          </p:spPr>
          <p:txBody>
            <a:bodyPr wrap="square" lIns="36000" tIns="36000" rIns="36000" bIns="36000" anchor="t">
              <a:spAutoFit/>
            </a:bodyPr>
            <a:lstStyle/>
            <a:p>
              <a:pPr algn="l"/>
              <a:r>
                <a:rPr sz="1100" b="0" dirty="0">
                  <a:solidFill>
                    <a:srgbClr val="272727"/>
                  </a:solidFill>
                  <a:latin typeface="Arial"/>
                </a:rPr>
                <a:t>▸  Role-by-role AI assistance</a:t>
              </a:r>
            </a:p>
          </p:txBody>
        </p:sp>
        <p:sp>
          <p:nvSpPr>
            <p:cNvPr id="10" name="TextBox 9"/>
            <p:cNvSpPr txBox="1"/>
            <p:nvPr/>
          </p:nvSpPr>
          <p:spPr>
            <a:xfrm>
              <a:off x="594360" y="1801368"/>
              <a:ext cx="3749040" cy="241980"/>
            </a:xfrm>
            <a:prstGeom prst="rect">
              <a:avLst/>
            </a:prstGeom>
            <a:noFill/>
          </p:spPr>
          <p:txBody>
            <a:bodyPr wrap="square" lIns="36000" tIns="36000" rIns="36000" bIns="36000" anchor="t">
              <a:spAutoFit/>
            </a:bodyPr>
            <a:lstStyle/>
            <a:p>
              <a:pPr algn="l"/>
              <a:r>
                <a:rPr sz="1100" b="0">
                  <a:solidFill>
                    <a:srgbClr val="272727"/>
                  </a:solidFill>
                  <a:latin typeface="Arial"/>
                </a:rPr>
                <a:t>▸  AI inside each existing role workbench</a:t>
              </a:r>
            </a:p>
          </p:txBody>
        </p:sp>
        <p:sp>
          <p:nvSpPr>
            <p:cNvPr id="11" name="TextBox 10"/>
            <p:cNvSpPr txBox="1"/>
            <p:nvPr/>
          </p:nvSpPr>
          <p:spPr>
            <a:xfrm>
              <a:off x="594360" y="2093976"/>
              <a:ext cx="3749040" cy="241980"/>
            </a:xfrm>
            <a:prstGeom prst="rect">
              <a:avLst/>
            </a:prstGeom>
            <a:noFill/>
          </p:spPr>
          <p:txBody>
            <a:bodyPr wrap="square" lIns="36000" tIns="36000" rIns="36000" bIns="36000" anchor="t">
              <a:spAutoFit/>
            </a:bodyPr>
            <a:lstStyle/>
            <a:p>
              <a:pPr algn="l"/>
              <a:r>
                <a:rPr sz="1100" b="0">
                  <a:solidFill>
                    <a:srgbClr val="272727"/>
                  </a:solidFill>
                  <a:latin typeface="Arial"/>
                </a:rPr>
                <a:t>▸  Org chart + lifecycle + systems unchanged</a:t>
              </a:r>
            </a:p>
          </p:txBody>
        </p:sp>
        <p:sp>
          <p:nvSpPr>
            <p:cNvPr id="12" name="TextBox 11"/>
            <p:cNvSpPr txBox="1"/>
            <p:nvPr/>
          </p:nvSpPr>
          <p:spPr>
            <a:xfrm>
              <a:off x="594360" y="2386584"/>
              <a:ext cx="3749040" cy="241980"/>
            </a:xfrm>
            <a:prstGeom prst="rect">
              <a:avLst/>
            </a:prstGeom>
            <a:noFill/>
          </p:spPr>
          <p:txBody>
            <a:bodyPr wrap="square" lIns="36000" tIns="36000" rIns="36000" bIns="36000" anchor="t">
              <a:spAutoFit/>
            </a:bodyPr>
            <a:lstStyle/>
            <a:p>
              <a:pPr algn="l"/>
              <a:r>
                <a:rPr sz="1100" b="0" dirty="0">
                  <a:solidFill>
                    <a:srgbClr val="272727"/>
                  </a:solidFill>
                  <a:latin typeface="Arial"/>
                </a:rPr>
                <a:t>▸  Lower change management · faster trust</a:t>
              </a:r>
            </a:p>
          </p:txBody>
        </p:sp>
        <p:sp>
          <p:nvSpPr>
            <p:cNvPr id="13" name="TextBox 12"/>
            <p:cNvSpPr txBox="1"/>
            <p:nvPr/>
          </p:nvSpPr>
          <p:spPr>
            <a:xfrm>
              <a:off x="594360" y="2679192"/>
              <a:ext cx="3749040" cy="241980"/>
            </a:xfrm>
            <a:prstGeom prst="rect">
              <a:avLst/>
            </a:prstGeom>
            <a:noFill/>
          </p:spPr>
          <p:txBody>
            <a:bodyPr wrap="square" lIns="36000" tIns="36000" rIns="36000" bIns="36000" anchor="t">
              <a:spAutoFit/>
            </a:bodyPr>
            <a:lstStyle/>
            <a:p>
              <a:pPr algn="l"/>
              <a:r>
                <a:rPr sz="1100" b="0">
                  <a:solidFill>
                    <a:srgbClr val="272727"/>
                  </a:solidFill>
                  <a:latin typeface="Arial"/>
                </a:rPr>
                <a:t>▸  Quick wins inside 90 days</a:t>
              </a:r>
            </a:p>
          </p:txBody>
        </p:sp>
        <p:sp>
          <p:nvSpPr>
            <p:cNvPr id="14" name="TextBox 13"/>
            <p:cNvSpPr txBox="1"/>
            <p:nvPr/>
          </p:nvSpPr>
          <p:spPr>
            <a:xfrm>
              <a:off x="594360" y="2971800"/>
              <a:ext cx="3749040" cy="241980"/>
            </a:xfrm>
            <a:prstGeom prst="rect">
              <a:avLst/>
            </a:prstGeom>
            <a:noFill/>
          </p:spPr>
          <p:txBody>
            <a:bodyPr wrap="square" lIns="36000" tIns="36000" rIns="36000" bIns="36000" anchor="t">
              <a:spAutoFit/>
            </a:bodyPr>
            <a:lstStyle/>
            <a:p>
              <a:pPr algn="l"/>
              <a:r>
                <a:rPr sz="1100" b="0">
                  <a:solidFill>
                    <a:srgbClr val="272727"/>
                  </a:solidFill>
                  <a:latin typeface="Arial"/>
                </a:rPr>
                <a:t>▸  Memory + alumni layer remain weak</a:t>
              </a:r>
            </a:p>
          </p:txBody>
        </p:sp>
        <p:sp>
          <p:nvSpPr>
            <p:cNvPr id="15" name="TextBox 14"/>
            <p:cNvSpPr txBox="1"/>
            <p:nvPr/>
          </p:nvSpPr>
          <p:spPr>
            <a:xfrm>
              <a:off x="594360" y="3264408"/>
              <a:ext cx="3749040" cy="241980"/>
            </a:xfrm>
            <a:prstGeom prst="rect">
              <a:avLst/>
            </a:prstGeom>
            <a:noFill/>
          </p:spPr>
          <p:txBody>
            <a:bodyPr wrap="square" lIns="36000" tIns="36000" rIns="36000" bIns="36000" anchor="t">
              <a:spAutoFit/>
            </a:bodyPr>
            <a:lstStyle/>
            <a:p>
              <a:pPr algn="l"/>
              <a:r>
                <a:rPr sz="1100" b="0">
                  <a:solidFill>
                    <a:srgbClr val="272727"/>
                  </a:solidFill>
                  <a:latin typeface="Arial"/>
                </a:rPr>
                <a:t>▸  Each role's AI stays in its silo</a:t>
              </a:r>
            </a:p>
          </p:txBody>
        </p:sp>
      </p:grpSp>
      <p:sp>
        <p:nvSpPr>
          <p:cNvPr id="16" name="Rectangle 15"/>
          <p:cNvSpPr/>
          <p:nvPr/>
        </p:nvSpPr>
        <p:spPr>
          <a:xfrm>
            <a:off x="4663440" y="1005840"/>
            <a:ext cx="4023360" cy="265176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663440" y="1005840"/>
            <a:ext cx="4023360" cy="36576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800600" y="1051560"/>
            <a:ext cx="3840480" cy="257369"/>
          </a:xfrm>
          <a:prstGeom prst="rect">
            <a:avLst/>
          </a:prstGeom>
          <a:noFill/>
        </p:spPr>
        <p:txBody>
          <a:bodyPr wrap="square" lIns="36000" tIns="36000" rIns="36000" bIns="36000" anchor="t">
            <a:spAutoFit/>
          </a:bodyPr>
          <a:lstStyle/>
          <a:p>
            <a:pPr algn="ctr"/>
            <a:r>
              <a:rPr sz="1200" b="1" dirty="0">
                <a:solidFill>
                  <a:srgbClr val="FFFFFF"/>
                </a:solidFill>
                <a:latin typeface="Arial"/>
              </a:rPr>
              <a:t>SCENARIO 2  ·  Learning Program Platform</a:t>
            </a:r>
          </a:p>
        </p:txBody>
      </p:sp>
      <p:grpSp>
        <p:nvGrpSpPr>
          <p:cNvPr id="32" name="Group 31">
            <a:extLst>
              <a:ext uri="{FF2B5EF4-FFF2-40B4-BE49-F238E27FC236}">
                <a16:creationId xmlns:a16="http://schemas.microsoft.com/office/drawing/2014/main" id="{FF90C32D-4FC5-A91E-1CFC-BCB13643E807}"/>
              </a:ext>
            </a:extLst>
          </p:cNvPr>
          <p:cNvGrpSpPr/>
          <p:nvPr/>
        </p:nvGrpSpPr>
        <p:grpSpPr>
          <a:xfrm>
            <a:off x="4800600" y="1508760"/>
            <a:ext cx="3749040" cy="1997628"/>
            <a:chOff x="4800600" y="1508760"/>
            <a:chExt cx="3749040" cy="1997628"/>
          </a:xfrm>
        </p:grpSpPr>
        <p:sp>
          <p:nvSpPr>
            <p:cNvPr id="19" name="TextBox 18"/>
            <p:cNvSpPr txBox="1"/>
            <p:nvPr/>
          </p:nvSpPr>
          <p:spPr>
            <a:xfrm>
              <a:off x="4800600" y="1508760"/>
              <a:ext cx="3749040" cy="241980"/>
            </a:xfrm>
            <a:prstGeom prst="rect">
              <a:avLst/>
            </a:prstGeom>
            <a:noFill/>
          </p:spPr>
          <p:txBody>
            <a:bodyPr wrap="square" lIns="36000" tIns="36000" rIns="36000" bIns="36000" anchor="t">
              <a:spAutoFit/>
            </a:bodyPr>
            <a:lstStyle/>
            <a:p>
              <a:pPr algn="l"/>
              <a:r>
                <a:rPr sz="1100" b="0" dirty="0">
                  <a:solidFill>
                    <a:srgbClr val="272727"/>
                  </a:solidFill>
                  <a:latin typeface="Arial"/>
                </a:rPr>
                <a:t>▸  End-to-end AI orchestration</a:t>
              </a:r>
            </a:p>
          </p:txBody>
        </p:sp>
        <p:sp>
          <p:nvSpPr>
            <p:cNvPr id="20" name="TextBox 19"/>
            <p:cNvSpPr txBox="1"/>
            <p:nvPr/>
          </p:nvSpPr>
          <p:spPr>
            <a:xfrm>
              <a:off x="4800600" y="1801368"/>
              <a:ext cx="3749040" cy="241980"/>
            </a:xfrm>
            <a:prstGeom prst="rect">
              <a:avLst/>
            </a:prstGeom>
            <a:noFill/>
          </p:spPr>
          <p:txBody>
            <a:bodyPr wrap="square" lIns="36000" tIns="36000" rIns="36000" bIns="36000" anchor="t">
              <a:spAutoFit/>
            </a:bodyPr>
            <a:lstStyle/>
            <a:p>
              <a:pPr algn="l"/>
              <a:r>
                <a:rPr sz="1100" b="0">
                  <a:solidFill>
                    <a:srgbClr val="272727"/>
                  </a:solidFill>
                  <a:latin typeface="Arial"/>
                </a:rPr>
                <a:t>▸  AI orchestrates the full lifecycle</a:t>
              </a:r>
            </a:p>
          </p:txBody>
        </p:sp>
        <p:sp>
          <p:nvSpPr>
            <p:cNvPr id="21" name="TextBox 20"/>
            <p:cNvSpPr txBox="1"/>
            <p:nvPr/>
          </p:nvSpPr>
          <p:spPr>
            <a:xfrm>
              <a:off x="4800600" y="2093976"/>
              <a:ext cx="3749040" cy="241980"/>
            </a:xfrm>
            <a:prstGeom prst="rect">
              <a:avLst/>
            </a:prstGeom>
            <a:noFill/>
          </p:spPr>
          <p:txBody>
            <a:bodyPr wrap="square" lIns="36000" tIns="36000" rIns="36000" bIns="36000" anchor="t">
              <a:spAutoFit/>
            </a:bodyPr>
            <a:lstStyle/>
            <a:p>
              <a:pPr algn="l"/>
              <a:r>
                <a:rPr sz="1100" b="0">
                  <a:solidFill>
                    <a:srgbClr val="272727"/>
                  </a:solidFill>
                  <a:latin typeface="Arial"/>
                </a:rPr>
                <a:t>▸  Shared data fabric + shared agents</a:t>
              </a:r>
            </a:p>
          </p:txBody>
        </p:sp>
        <p:sp>
          <p:nvSpPr>
            <p:cNvPr id="22" name="TextBox 21"/>
            <p:cNvSpPr txBox="1"/>
            <p:nvPr/>
          </p:nvSpPr>
          <p:spPr>
            <a:xfrm>
              <a:off x="4800600" y="2386584"/>
              <a:ext cx="3749040" cy="241980"/>
            </a:xfrm>
            <a:prstGeom prst="rect">
              <a:avLst/>
            </a:prstGeom>
            <a:noFill/>
          </p:spPr>
          <p:txBody>
            <a:bodyPr wrap="square" lIns="36000" tIns="36000" rIns="36000" bIns="36000" anchor="t">
              <a:spAutoFit/>
            </a:bodyPr>
            <a:lstStyle/>
            <a:p>
              <a:pPr algn="l"/>
              <a:r>
                <a:rPr sz="1100" b="0">
                  <a:solidFill>
                    <a:srgbClr val="272727"/>
                  </a:solidFill>
                  <a:latin typeface="Arial"/>
                </a:rPr>
                <a:t>▸  Heavier change · higher LMS dependency</a:t>
              </a:r>
            </a:p>
          </p:txBody>
        </p:sp>
        <p:sp>
          <p:nvSpPr>
            <p:cNvPr id="23" name="TextBox 22"/>
            <p:cNvSpPr txBox="1"/>
            <p:nvPr/>
          </p:nvSpPr>
          <p:spPr>
            <a:xfrm>
              <a:off x="4800600" y="2679192"/>
              <a:ext cx="3749040" cy="241980"/>
            </a:xfrm>
            <a:prstGeom prst="rect">
              <a:avLst/>
            </a:prstGeom>
            <a:noFill/>
          </p:spPr>
          <p:txBody>
            <a:bodyPr wrap="square" lIns="36000" tIns="36000" rIns="36000" bIns="36000" anchor="t">
              <a:spAutoFit/>
            </a:bodyPr>
            <a:lstStyle/>
            <a:p>
              <a:pPr algn="l"/>
              <a:r>
                <a:rPr sz="1100" b="0">
                  <a:solidFill>
                    <a:srgbClr val="272727"/>
                  </a:solidFill>
                  <a:latin typeface="Arial"/>
                </a:rPr>
                <a:t>▸  Compounding institutional intelligence</a:t>
              </a:r>
            </a:p>
          </p:txBody>
        </p:sp>
        <p:sp>
          <p:nvSpPr>
            <p:cNvPr id="24" name="TextBox 23"/>
            <p:cNvSpPr txBox="1"/>
            <p:nvPr/>
          </p:nvSpPr>
          <p:spPr>
            <a:xfrm>
              <a:off x="4800600" y="2971800"/>
              <a:ext cx="3749040" cy="241980"/>
            </a:xfrm>
            <a:prstGeom prst="rect">
              <a:avLst/>
            </a:prstGeom>
            <a:noFill/>
          </p:spPr>
          <p:txBody>
            <a:bodyPr wrap="square" lIns="36000" tIns="36000" rIns="36000" bIns="36000" anchor="t">
              <a:spAutoFit/>
            </a:bodyPr>
            <a:lstStyle/>
            <a:p>
              <a:pPr algn="l"/>
              <a:r>
                <a:rPr sz="1100" b="0">
                  <a:solidFill>
                    <a:srgbClr val="272727"/>
                  </a:solidFill>
                  <a:latin typeface="Arial"/>
                </a:rPr>
                <a:t>▸  Built-in post-program + alumni layer</a:t>
              </a:r>
            </a:p>
          </p:txBody>
        </p:sp>
        <p:sp>
          <p:nvSpPr>
            <p:cNvPr id="25" name="TextBox 24"/>
            <p:cNvSpPr txBox="1"/>
            <p:nvPr/>
          </p:nvSpPr>
          <p:spPr>
            <a:xfrm>
              <a:off x="4800600" y="3264408"/>
              <a:ext cx="3749040" cy="241980"/>
            </a:xfrm>
            <a:prstGeom prst="rect">
              <a:avLst/>
            </a:prstGeom>
            <a:noFill/>
          </p:spPr>
          <p:txBody>
            <a:bodyPr wrap="square" lIns="36000" tIns="36000" rIns="36000" bIns="36000" anchor="t">
              <a:spAutoFit/>
            </a:bodyPr>
            <a:lstStyle/>
            <a:p>
              <a:pPr algn="l"/>
              <a:r>
                <a:rPr sz="1100" b="0">
                  <a:solidFill>
                    <a:srgbClr val="272727"/>
                  </a:solidFill>
                  <a:latin typeface="Arial"/>
                </a:rPr>
                <a:t>▸  PC capacity freed for high-judgement work</a:t>
              </a:r>
            </a:p>
          </p:txBody>
        </p:sp>
      </p:grpSp>
      <p:sp>
        <p:nvSpPr>
          <p:cNvPr id="26" name="Rectangle 25"/>
          <p:cNvSpPr/>
          <p:nvPr/>
        </p:nvSpPr>
        <p:spPr>
          <a:xfrm>
            <a:off x="457200" y="3794760"/>
            <a:ext cx="8229600" cy="77724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 y="3840480"/>
            <a:ext cx="7863840" cy="320040"/>
          </a:xfrm>
          <a:prstGeom prst="rect">
            <a:avLst/>
          </a:prstGeom>
          <a:noFill/>
        </p:spPr>
        <p:txBody>
          <a:bodyPr wrap="square" lIns="36000" tIns="36000" rIns="36000" bIns="36000" anchor="t">
            <a:spAutoFit/>
          </a:bodyPr>
          <a:lstStyle/>
          <a:p>
            <a:pPr algn="l"/>
            <a:r>
              <a:rPr sz="900" b="1">
                <a:solidFill>
                  <a:srgbClr val="FFFFFF"/>
                </a:solidFill>
                <a:latin typeface="Arial"/>
              </a:rPr>
              <a:t>RECOMMENDATION</a:t>
            </a:r>
          </a:p>
        </p:txBody>
      </p:sp>
      <p:sp>
        <p:nvSpPr>
          <p:cNvPr id="28" name="TextBox 27"/>
          <p:cNvSpPr txBox="1"/>
          <p:nvPr/>
        </p:nvSpPr>
        <p:spPr>
          <a:xfrm>
            <a:off x="640080" y="4114800"/>
            <a:ext cx="7863840" cy="457200"/>
          </a:xfrm>
          <a:prstGeom prst="rect">
            <a:avLst/>
          </a:prstGeom>
          <a:noFill/>
        </p:spPr>
        <p:txBody>
          <a:bodyPr wrap="square" lIns="36000" tIns="36000" rIns="36000" bIns="36000" anchor="t">
            <a:spAutoFit/>
          </a:bodyPr>
          <a:lstStyle/>
          <a:p>
            <a:pPr algn="l"/>
            <a:r>
              <a:rPr sz="1200" b="1" dirty="0">
                <a:solidFill>
                  <a:srgbClr val="FFFFFF"/>
                </a:solidFill>
                <a:latin typeface="Arial"/>
              </a:rPr>
              <a:t>Learning Program Platform as the destination · Personal Agents Pack as the trust-building 90-day ramp.</a:t>
            </a:r>
          </a:p>
        </p:txBody>
      </p:sp>
      <p:sp>
        <p:nvSpPr>
          <p:cNvPr id="29" name="TextBox 28"/>
          <p:cNvSpPr txBox="1"/>
          <p:nvPr/>
        </p:nvSpPr>
        <p:spPr>
          <a:xfrm>
            <a:off x="8046720" y="4864608"/>
            <a:ext cx="914400" cy="195814"/>
          </a:xfrm>
          <a:prstGeom prst="rect">
            <a:avLst/>
          </a:prstGeom>
          <a:noFill/>
        </p:spPr>
        <p:txBody>
          <a:bodyPr wrap="square" lIns="36000" tIns="36000" rIns="36000" bIns="36000" anchor="t">
            <a:spAutoFit/>
          </a:bodyPr>
          <a:lstStyle/>
          <a:p>
            <a:pPr algn="r"/>
            <a:r>
              <a:rPr sz="800" b="0" dirty="0">
                <a:solidFill>
                  <a:srgbClr val="999999"/>
                </a:solidFill>
                <a:latin typeface="Arial"/>
              </a:rPr>
              <a:t>12 / 2</a:t>
            </a:r>
            <a:r>
              <a:rPr lang="en-US" sz="800" b="0" dirty="0">
                <a:solidFill>
                  <a:srgbClr val="999999"/>
                </a:solidFill>
                <a:latin typeface="Arial"/>
              </a:rPr>
              <a:t>7</a:t>
            </a:r>
            <a:endParaRPr sz="800" b="0" dirty="0">
              <a:solidFill>
                <a:srgbClr val="999999"/>
              </a:solidFill>
              <a:latin typeface="Arial"/>
            </a:endParaRPr>
          </a:p>
        </p:txBody>
      </p:sp>
      <p:pic>
        <p:nvPicPr>
          <p:cNvPr id="30" name="Picture 8" descr="Tata logo png, Tata icon transparent png 20975508 PNG">
            <a:extLst>
              <a:ext uri="{FF2B5EF4-FFF2-40B4-BE49-F238E27FC236}">
                <a16:creationId xmlns:a16="http://schemas.microsoft.com/office/drawing/2014/main" id="{E97FF223-C3AE-420B-C52A-655AD90E9E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7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18529"/>
            <a:ext cx="8229600" cy="688256"/>
          </a:xfrm>
          <a:prstGeom prst="rect">
            <a:avLst/>
          </a:prstGeom>
          <a:noFill/>
        </p:spPr>
        <p:txBody>
          <a:bodyPr wrap="square" lIns="36000" tIns="36000" rIns="36000" bIns="36000" anchor="t">
            <a:spAutoFit/>
          </a:bodyPr>
          <a:lstStyle/>
          <a:p>
            <a:pPr algn="l"/>
            <a:r>
              <a:rPr sz="2000" b="1" dirty="0">
                <a:solidFill>
                  <a:srgbClr val="001B5B"/>
                </a:solidFill>
                <a:latin typeface="Arial"/>
              </a:rPr>
              <a:t>TAS today </a:t>
            </a:r>
            <a:r>
              <a:rPr lang="en-US" sz="2000" b="1" dirty="0">
                <a:solidFill>
                  <a:srgbClr val="001B5B"/>
                </a:solidFill>
                <a:latin typeface="Arial"/>
              </a:rPr>
              <a:t>-</a:t>
            </a:r>
            <a:r>
              <a:rPr sz="2000" b="1" dirty="0">
                <a:solidFill>
                  <a:srgbClr val="001B5B"/>
                </a:solidFill>
                <a:latin typeface="Arial"/>
              </a:rPr>
              <a:t> 8-stage lifecycle, 4 manual bottlenecks,</a:t>
            </a:r>
            <a:endParaRPr lang="en-US" sz="2000" b="1" dirty="0">
              <a:solidFill>
                <a:srgbClr val="001B5B"/>
              </a:solidFill>
              <a:latin typeface="Arial"/>
            </a:endParaRPr>
          </a:p>
          <a:p>
            <a:pPr algn="l"/>
            <a:r>
              <a:rPr sz="2000" b="1" dirty="0">
                <a:solidFill>
                  <a:srgbClr val="001B5B"/>
                </a:solidFill>
                <a:latin typeface="Arial"/>
              </a:rPr>
              <a:t> ~300 CVs screened by hand per campus</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algn="l"/>
            <a:r>
              <a:rPr sz="800" b="0" dirty="0">
                <a:solidFill>
                  <a:srgbClr val="999999"/>
                </a:solidFill>
                <a:latin typeface="Arial"/>
              </a:rPr>
              <a:t>AI-NATIVE HR · </a:t>
            </a:r>
            <a:r>
              <a:rPr lang="en-IN" sz="800" b="0" dirty="0">
                <a:solidFill>
                  <a:srgbClr val="999999"/>
                </a:solidFill>
                <a:latin typeface="Arial"/>
              </a:rPr>
              <a:t>FINAL REVIEW</a:t>
            </a:r>
            <a:endParaRPr sz="800" b="0" dirty="0">
              <a:solidFill>
                <a:srgbClr val="999999"/>
              </a:solidFill>
              <a:latin typeface="Arial"/>
            </a:endParaRPr>
          </a:p>
        </p:txBody>
      </p:sp>
      <p:grpSp>
        <p:nvGrpSpPr>
          <p:cNvPr id="50" name="Group 49">
            <a:extLst>
              <a:ext uri="{FF2B5EF4-FFF2-40B4-BE49-F238E27FC236}">
                <a16:creationId xmlns:a16="http://schemas.microsoft.com/office/drawing/2014/main" id="{CD895517-A322-41ED-3092-C17AF1966990}"/>
              </a:ext>
            </a:extLst>
          </p:cNvPr>
          <p:cNvGrpSpPr/>
          <p:nvPr/>
        </p:nvGrpSpPr>
        <p:grpSpPr>
          <a:xfrm>
            <a:off x="365760" y="1874519"/>
            <a:ext cx="8412480" cy="658368"/>
            <a:chOff x="365760" y="1874519"/>
            <a:chExt cx="8412480" cy="658368"/>
          </a:xfrm>
        </p:grpSpPr>
        <p:sp>
          <p:nvSpPr>
            <p:cNvPr id="22" name="Rectangle 21"/>
            <p:cNvSpPr/>
            <p:nvPr/>
          </p:nvSpPr>
          <p:spPr>
            <a:xfrm>
              <a:off x="365760" y="1874519"/>
              <a:ext cx="8412480" cy="658368"/>
            </a:xfrm>
            <a:prstGeom prst="rect">
              <a:avLst/>
            </a:prstGeom>
            <a:solidFill>
              <a:srgbClr val="E6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65760" y="1874519"/>
              <a:ext cx="73152" cy="658368"/>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9371" y="2064235"/>
              <a:ext cx="2194560" cy="288147"/>
            </a:xfrm>
            <a:prstGeom prst="rect">
              <a:avLst/>
            </a:prstGeom>
            <a:noFill/>
          </p:spPr>
          <p:txBody>
            <a:bodyPr wrap="square" lIns="36000" tIns="36000" rIns="36000" bIns="36000" anchor="t">
              <a:spAutoFit/>
            </a:bodyPr>
            <a:lstStyle/>
            <a:p>
              <a:pPr algn="ctr"/>
              <a:r>
                <a:rPr sz="1400" b="1" dirty="0">
                  <a:solidFill>
                    <a:srgbClr val="001B5B"/>
                  </a:solidFill>
                  <a:latin typeface="Arial"/>
                </a:rPr>
                <a:t>No vendor integration</a:t>
              </a:r>
            </a:p>
          </p:txBody>
        </p:sp>
        <p:sp>
          <p:nvSpPr>
            <p:cNvPr id="25" name="TextBox 24"/>
            <p:cNvSpPr txBox="1"/>
            <p:nvPr/>
          </p:nvSpPr>
          <p:spPr>
            <a:xfrm>
              <a:off x="2743200" y="1918410"/>
              <a:ext cx="5943600" cy="557451"/>
            </a:xfrm>
            <a:prstGeom prst="rect">
              <a:avLst/>
            </a:prstGeom>
            <a:noFill/>
          </p:spPr>
          <p:txBody>
            <a:bodyPr wrap="square" lIns="36000" tIns="36000" rIns="36000" bIns="36000" anchor="t">
              <a:spAutoFit/>
            </a:bodyPr>
            <a:lstStyle/>
            <a:p>
              <a:pPr algn="l"/>
              <a:r>
                <a:rPr lang="en-US" sz="1050" dirty="0">
                  <a:solidFill>
                    <a:srgbClr val="272727"/>
                  </a:solidFill>
                  <a:latin typeface="Arial"/>
                </a:rPr>
                <a:t>T</a:t>
              </a:r>
              <a:r>
                <a:rPr sz="1050" b="0" dirty="0">
                  <a:solidFill>
                    <a:srgbClr val="272727"/>
                  </a:solidFill>
                  <a:latin typeface="Arial"/>
                </a:rPr>
                <a:t>hree vendor platforms </a:t>
              </a:r>
              <a:r>
                <a:rPr lang="en-US" sz="1050" b="0" dirty="0">
                  <a:solidFill>
                    <a:srgbClr val="272727"/>
                  </a:solidFill>
                  <a:latin typeface="Arial"/>
                </a:rPr>
                <a:t>with</a:t>
              </a:r>
              <a:r>
                <a:rPr sz="1050" b="0" dirty="0">
                  <a:solidFill>
                    <a:srgbClr val="272727"/>
                  </a:solidFill>
                  <a:latin typeface="Arial"/>
                </a:rPr>
                <a:t> zero integration. Prospect.ai</a:t>
              </a:r>
              <a:r>
                <a:rPr lang="en-US" sz="1050" b="0" dirty="0">
                  <a:solidFill>
                    <a:srgbClr val="272727"/>
                  </a:solidFill>
                  <a:latin typeface="Arial"/>
                </a:rPr>
                <a:t>/</a:t>
              </a:r>
              <a:r>
                <a:rPr sz="1050" b="0" dirty="0">
                  <a:solidFill>
                    <a:srgbClr val="272727"/>
                  </a:solidFill>
                  <a:latin typeface="Arial"/>
                </a:rPr>
                <a:t>Unstop</a:t>
              </a:r>
              <a:r>
                <a:rPr lang="en-US" sz="1050" b="0" dirty="0">
                  <a:solidFill>
                    <a:srgbClr val="272727"/>
                  </a:solidFill>
                  <a:latin typeface="Arial"/>
                </a:rPr>
                <a:t>/</a:t>
              </a:r>
              <a:r>
                <a:rPr sz="1050" b="0" dirty="0" err="1">
                  <a:solidFill>
                    <a:srgbClr val="272727"/>
                  </a:solidFill>
                  <a:latin typeface="Arial"/>
                </a:rPr>
                <a:t>InsideIIM</a:t>
              </a:r>
              <a:r>
                <a:rPr lang="en-US" sz="1050" dirty="0">
                  <a:solidFill>
                    <a:srgbClr val="272727"/>
                  </a:solidFill>
                  <a:latin typeface="Arial"/>
                </a:rPr>
                <a:t>/</a:t>
              </a:r>
              <a:r>
                <a:rPr sz="1050" b="0" dirty="0" err="1">
                  <a:solidFill>
                    <a:srgbClr val="272727"/>
                  </a:solidFill>
                  <a:latin typeface="Arial"/>
                </a:rPr>
                <a:t>iON</a:t>
              </a:r>
              <a:r>
                <a:rPr sz="1050" b="0" dirty="0">
                  <a:solidFill>
                    <a:srgbClr val="272727"/>
                  </a:solidFill>
                  <a:latin typeface="Arial"/>
                </a:rPr>
                <a:t> connected only by Excel-merge. ~14 colleges × ~300 CVs </a:t>
              </a:r>
              <a:r>
                <a:rPr lang="en-US" sz="1050" b="0" dirty="0">
                  <a:solidFill>
                    <a:srgbClr val="272727"/>
                  </a:solidFill>
                  <a:latin typeface="Arial"/>
                </a:rPr>
                <a:t>reviewed </a:t>
              </a:r>
              <a:r>
                <a:rPr sz="1050" b="0" dirty="0">
                  <a:solidFill>
                    <a:srgbClr val="272727"/>
                  </a:solidFill>
                  <a:latin typeface="Arial"/>
                </a:rPr>
                <a:t>each</a:t>
              </a:r>
              <a:r>
                <a:rPr lang="en-US" sz="1050" b="0" dirty="0">
                  <a:solidFill>
                    <a:srgbClr val="272727"/>
                  </a:solidFill>
                  <a:latin typeface="Arial"/>
                </a:rPr>
                <a:t> recruiting</a:t>
              </a:r>
              <a:r>
                <a:rPr sz="1050" b="0" dirty="0">
                  <a:solidFill>
                    <a:srgbClr val="272727"/>
                  </a:solidFill>
                  <a:latin typeface="Arial"/>
                </a:rPr>
                <a:t> season</a:t>
              </a:r>
              <a:r>
                <a:rPr lang="en-US" sz="1050" b="0" dirty="0">
                  <a:solidFill>
                    <a:srgbClr val="272727"/>
                  </a:solidFill>
                  <a:latin typeface="Arial"/>
                </a:rPr>
                <a:t> with </a:t>
              </a:r>
              <a:r>
                <a:rPr sz="1050" b="0" dirty="0">
                  <a:solidFill>
                    <a:srgbClr val="272727"/>
                  </a:solidFill>
                  <a:latin typeface="Arial"/>
                </a:rPr>
                <a:t>single screener per campus, no second-eye check.</a:t>
              </a:r>
            </a:p>
          </p:txBody>
        </p:sp>
      </p:grpSp>
      <p:grpSp>
        <p:nvGrpSpPr>
          <p:cNvPr id="51" name="Group 50">
            <a:extLst>
              <a:ext uri="{FF2B5EF4-FFF2-40B4-BE49-F238E27FC236}">
                <a16:creationId xmlns:a16="http://schemas.microsoft.com/office/drawing/2014/main" id="{75FEC99E-4E73-4D2F-D4AA-B147D268C756}"/>
              </a:ext>
            </a:extLst>
          </p:cNvPr>
          <p:cNvGrpSpPr/>
          <p:nvPr/>
        </p:nvGrpSpPr>
        <p:grpSpPr>
          <a:xfrm>
            <a:off x="365760" y="2578607"/>
            <a:ext cx="8412480" cy="658368"/>
            <a:chOff x="365760" y="2578607"/>
            <a:chExt cx="8412480" cy="658368"/>
          </a:xfrm>
        </p:grpSpPr>
        <p:sp>
          <p:nvSpPr>
            <p:cNvPr id="26" name="Rectangle 25"/>
            <p:cNvSpPr/>
            <p:nvPr/>
          </p:nvSpPr>
          <p:spPr>
            <a:xfrm>
              <a:off x="365760" y="2578607"/>
              <a:ext cx="8412480" cy="658368"/>
            </a:xfrm>
            <a:prstGeom prst="rect">
              <a:avLst/>
            </a:prstGeom>
            <a:solidFill>
              <a:srgbClr val="E6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65760" y="2578607"/>
              <a:ext cx="73152" cy="658368"/>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2669377"/>
              <a:ext cx="2194560" cy="503590"/>
            </a:xfrm>
            <a:prstGeom prst="rect">
              <a:avLst/>
            </a:prstGeom>
            <a:noFill/>
          </p:spPr>
          <p:txBody>
            <a:bodyPr wrap="square" lIns="36000" tIns="36000" rIns="36000" bIns="36000" anchor="t">
              <a:spAutoFit/>
            </a:bodyPr>
            <a:lstStyle/>
            <a:p>
              <a:pPr algn="ctr"/>
              <a:r>
                <a:rPr lang="en-US" sz="1400" b="1" dirty="0">
                  <a:solidFill>
                    <a:srgbClr val="001B5B"/>
                  </a:solidFill>
                  <a:latin typeface="Arial"/>
                </a:rPr>
                <a:t>Manual </a:t>
              </a:r>
              <a:r>
                <a:rPr sz="1400" b="1" dirty="0">
                  <a:solidFill>
                    <a:srgbClr val="001B5B"/>
                  </a:solidFill>
                  <a:latin typeface="Arial"/>
                </a:rPr>
                <a:t>panelist engagement</a:t>
              </a:r>
            </a:p>
          </p:txBody>
        </p:sp>
        <p:sp>
          <p:nvSpPr>
            <p:cNvPr id="29" name="TextBox 28"/>
            <p:cNvSpPr txBox="1"/>
            <p:nvPr/>
          </p:nvSpPr>
          <p:spPr>
            <a:xfrm>
              <a:off x="2743200" y="2710279"/>
              <a:ext cx="5943600" cy="380480"/>
            </a:xfrm>
            <a:prstGeom prst="rect">
              <a:avLst/>
            </a:prstGeom>
            <a:noFill/>
          </p:spPr>
          <p:txBody>
            <a:bodyPr wrap="square" lIns="36000" tIns="36000" rIns="36000" bIns="36000" anchor="t">
              <a:spAutoFit/>
            </a:bodyPr>
            <a:lstStyle/>
            <a:p>
              <a:pPr algn="l"/>
              <a:r>
                <a:rPr sz="1000" b="0" dirty="0">
                  <a:solidFill>
                    <a:srgbClr val="272727"/>
                  </a:solidFill>
                  <a:latin typeface="Arial"/>
                </a:rPr>
                <a:t>T-25 outreach to CXO panelists by email · T-20 to T-2 manual travel + accommodation · candidate resume shared 5 minutes before interview · no system to track confirmations.</a:t>
              </a:r>
            </a:p>
          </p:txBody>
        </p:sp>
      </p:grpSp>
      <p:grpSp>
        <p:nvGrpSpPr>
          <p:cNvPr id="52" name="Group 51">
            <a:extLst>
              <a:ext uri="{FF2B5EF4-FFF2-40B4-BE49-F238E27FC236}">
                <a16:creationId xmlns:a16="http://schemas.microsoft.com/office/drawing/2014/main" id="{AFAA1191-DDD5-13D1-EE03-F3328F4F3B1F}"/>
              </a:ext>
            </a:extLst>
          </p:cNvPr>
          <p:cNvGrpSpPr/>
          <p:nvPr/>
        </p:nvGrpSpPr>
        <p:grpSpPr>
          <a:xfrm>
            <a:off x="365760" y="3275380"/>
            <a:ext cx="8412480" cy="665683"/>
            <a:chOff x="365760" y="3275380"/>
            <a:chExt cx="8412480" cy="665683"/>
          </a:xfrm>
        </p:grpSpPr>
        <p:sp>
          <p:nvSpPr>
            <p:cNvPr id="30" name="Rectangle 29"/>
            <p:cNvSpPr/>
            <p:nvPr/>
          </p:nvSpPr>
          <p:spPr>
            <a:xfrm>
              <a:off x="365760" y="3275380"/>
              <a:ext cx="8412480" cy="658368"/>
            </a:xfrm>
            <a:prstGeom prst="rect">
              <a:avLst/>
            </a:prstGeom>
            <a:solidFill>
              <a:srgbClr val="E6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365760" y="3282695"/>
              <a:ext cx="73152" cy="658368"/>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02920" y="3319271"/>
              <a:ext cx="2194560" cy="503590"/>
            </a:xfrm>
            <a:prstGeom prst="rect">
              <a:avLst/>
            </a:prstGeom>
            <a:noFill/>
          </p:spPr>
          <p:txBody>
            <a:bodyPr wrap="square" lIns="36000" tIns="36000" rIns="36000" bIns="36000" anchor="t">
              <a:spAutoFit/>
            </a:bodyPr>
            <a:lstStyle/>
            <a:p>
              <a:pPr algn="ctr"/>
              <a:r>
                <a:rPr sz="1400" b="1" dirty="0">
                  <a:solidFill>
                    <a:srgbClr val="001B5B"/>
                  </a:solidFill>
                  <a:latin typeface="Arial"/>
                </a:rPr>
                <a:t>Manual </a:t>
              </a:r>
              <a:r>
                <a:rPr lang="en-US" sz="1400" b="1" dirty="0">
                  <a:solidFill>
                    <a:srgbClr val="001B5B"/>
                  </a:solidFill>
                  <a:latin typeface="Arial"/>
                </a:rPr>
                <a:t>candidate-</a:t>
              </a:r>
              <a:r>
                <a:rPr sz="1400" b="1" dirty="0">
                  <a:solidFill>
                    <a:srgbClr val="001B5B"/>
                  </a:solidFill>
                  <a:latin typeface="Arial"/>
                </a:rPr>
                <a:t>stint matching</a:t>
              </a:r>
            </a:p>
          </p:txBody>
        </p:sp>
        <p:sp>
          <p:nvSpPr>
            <p:cNvPr id="33" name="TextBox 32"/>
            <p:cNvSpPr txBox="1"/>
            <p:nvPr/>
          </p:nvSpPr>
          <p:spPr>
            <a:xfrm>
              <a:off x="2743200" y="3407051"/>
              <a:ext cx="5943600" cy="395869"/>
            </a:xfrm>
            <a:prstGeom prst="rect">
              <a:avLst/>
            </a:prstGeom>
            <a:noFill/>
          </p:spPr>
          <p:txBody>
            <a:bodyPr wrap="square" lIns="36000" tIns="36000" rIns="36000" bIns="36000" anchor="t">
              <a:spAutoFit/>
            </a:bodyPr>
            <a:lstStyle/>
            <a:p>
              <a:pPr algn="l"/>
              <a:r>
                <a:rPr sz="1050" b="0" dirty="0">
                  <a:solidFill>
                    <a:srgbClr val="272727"/>
                  </a:solidFill>
                  <a:latin typeface="Arial"/>
                </a:rPr>
                <a:t>4 cycles × 45–50 companies × 2× projects vs candidates · entire flow over email · matching rule unwritten · candidate preference resolves conflicts.</a:t>
              </a:r>
            </a:p>
          </p:txBody>
        </p:sp>
      </p:grpSp>
      <p:grpSp>
        <p:nvGrpSpPr>
          <p:cNvPr id="53" name="Group 52">
            <a:extLst>
              <a:ext uri="{FF2B5EF4-FFF2-40B4-BE49-F238E27FC236}">
                <a16:creationId xmlns:a16="http://schemas.microsoft.com/office/drawing/2014/main" id="{9998D6F0-CCDD-E930-6768-F41C073CF7A1}"/>
              </a:ext>
            </a:extLst>
          </p:cNvPr>
          <p:cNvGrpSpPr/>
          <p:nvPr/>
        </p:nvGrpSpPr>
        <p:grpSpPr>
          <a:xfrm>
            <a:off x="365760" y="3986783"/>
            <a:ext cx="8412480" cy="658368"/>
            <a:chOff x="365760" y="3986783"/>
            <a:chExt cx="8412480" cy="658368"/>
          </a:xfrm>
        </p:grpSpPr>
        <p:sp>
          <p:nvSpPr>
            <p:cNvPr id="34" name="Rectangle 33"/>
            <p:cNvSpPr/>
            <p:nvPr/>
          </p:nvSpPr>
          <p:spPr>
            <a:xfrm>
              <a:off x="365760" y="3986783"/>
              <a:ext cx="8412480" cy="658368"/>
            </a:xfrm>
            <a:prstGeom prst="rect">
              <a:avLst/>
            </a:prstGeom>
            <a:solidFill>
              <a:srgbClr val="E6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365760" y="3986783"/>
              <a:ext cx="73152" cy="658368"/>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02920" y="4023359"/>
              <a:ext cx="2194560" cy="503590"/>
            </a:xfrm>
            <a:prstGeom prst="rect">
              <a:avLst/>
            </a:prstGeom>
            <a:noFill/>
          </p:spPr>
          <p:txBody>
            <a:bodyPr wrap="square" lIns="36000" tIns="36000" rIns="36000" bIns="36000" anchor="t">
              <a:spAutoFit/>
            </a:bodyPr>
            <a:lstStyle/>
            <a:p>
              <a:pPr algn="ctr"/>
              <a:r>
                <a:rPr sz="1400" b="1" dirty="0">
                  <a:solidFill>
                    <a:srgbClr val="001B5B"/>
                  </a:solidFill>
                  <a:latin typeface="Arial"/>
                </a:rPr>
                <a:t>Chroma + </a:t>
              </a:r>
              <a:r>
                <a:rPr lang="en-US" sz="1400" b="1" dirty="0">
                  <a:solidFill>
                    <a:srgbClr val="001B5B"/>
                  </a:solidFill>
                  <a:latin typeface="Arial"/>
                </a:rPr>
                <a:t>manual </a:t>
              </a:r>
              <a:r>
                <a:rPr sz="1400" b="1" dirty="0">
                  <a:solidFill>
                    <a:srgbClr val="001B5B"/>
                  </a:solidFill>
                  <a:latin typeface="Arial"/>
                </a:rPr>
                <a:t>manpower</a:t>
              </a:r>
              <a:r>
                <a:rPr lang="en-US" sz="1400" b="1" dirty="0">
                  <a:solidFill>
                    <a:srgbClr val="001B5B"/>
                  </a:solidFill>
                  <a:latin typeface="Arial"/>
                </a:rPr>
                <a:t> reports</a:t>
              </a:r>
              <a:endParaRPr sz="1400" b="1" dirty="0">
                <a:solidFill>
                  <a:srgbClr val="001B5B"/>
                </a:solidFill>
                <a:latin typeface="Arial"/>
              </a:endParaRPr>
            </a:p>
          </p:txBody>
        </p:sp>
        <p:sp>
          <p:nvSpPr>
            <p:cNvPr id="37" name="TextBox 36"/>
            <p:cNvSpPr txBox="1"/>
            <p:nvPr/>
          </p:nvSpPr>
          <p:spPr>
            <a:xfrm>
              <a:off x="2743200" y="4096509"/>
              <a:ext cx="5943600" cy="395869"/>
            </a:xfrm>
            <a:prstGeom prst="rect">
              <a:avLst/>
            </a:prstGeom>
            <a:noFill/>
          </p:spPr>
          <p:txBody>
            <a:bodyPr wrap="square" lIns="36000" tIns="36000" rIns="36000" bIns="36000" anchor="t">
              <a:spAutoFit/>
            </a:bodyPr>
            <a:lstStyle/>
            <a:p>
              <a:pPr algn="l"/>
              <a:r>
                <a:rPr sz="1050" b="0" dirty="0">
                  <a:solidFill>
                    <a:srgbClr val="272727"/>
                  </a:solidFill>
                  <a:latin typeface="Arial"/>
                </a:rPr>
                <a:t>Per-candidate × stint × stakeholder appraisal provisioning</a:t>
              </a:r>
              <a:r>
                <a:rPr lang="en-US" sz="1050" b="0" dirty="0">
                  <a:solidFill>
                    <a:srgbClr val="272727"/>
                  </a:solidFill>
                  <a:latin typeface="Arial"/>
                </a:rPr>
                <a:t> done manually</a:t>
              </a:r>
              <a:r>
                <a:rPr sz="1050" b="0" dirty="0">
                  <a:solidFill>
                    <a:srgbClr val="272727"/>
                  </a:solidFill>
                  <a:latin typeface="Arial"/>
                </a:rPr>
                <a:t> </a:t>
              </a:r>
              <a:r>
                <a:rPr lang="en-IN" sz="1050" b="0" dirty="0">
                  <a:solidFill>
                    <a:srgbClr val="272727"/>
                  </a:solidFill>
                  <a:latin typeface="Arial"/>
                </a:rPr>
                <a:t>·</a:t>
              </a:r>
              <a:r>
                <a:rPr sz="1050" b="0" dirty="0">
                  <a:solidFill>
                    <a:srgbClr val="272727"/>
                  </a:solidFill>
                  <a:latin typeface="Arial"/>
                </a:rPr>
                <a:t> </a:t>
              </a:r>
              <a:r>
                <a:rPr lang="en-US" sz="1050" b="0" dirty="0">
                  <a:solidFill>
                    <a:srgbClr val="272727"/>
                  </a:solidFill>
                  <a:latin typeface="Arial"/>
                </a:rPr>
                <a:t>Q</a:t>
              </a:r>
              <a:r>
                <a:rPr sz="1050" b="0" dirty="0">
                  <a:solidFill>
                    <a:srgbClr val="272727"/>
                  </a:solidFill>
                  <a:latin typeface="Arial"/>
                </a:rPr>
                <a:t>uarterly Excel-by-email manpower with no SPOC change channel · paper personal files.</a:t>
              </a:r>
            </a:p>
          </p:txBody>
        </p:sp>
      </p:grpSp>
      <p:sp>
        <p:nvSpPr>
          <p:cNvPr id="38" name="TextBox 37"/>
          <p:cNvSpPr txBox="1"/>
          <p:nvPr/>
        </p:nvSpPr>
        <p:spPr>
          <a:xfrm>
            <a:off x="8046720" y="4864608"/>
            <a:ext cx="914400" cy="195814"/>
          </a:xfrm>
          <a:prstGeom prst="rect">
            <a:avLst/>
          </a:prstGeom>
          <a:noFill/>
        </p:spPr>
        <p:txBody>
          <a:bodyPr wrap="square" lIns="36000" tIns="36000" rIns="36000" bIns="36000" anchor="t">
            <a:spAutoFit/>
          </a:bodyPr>
          <a:lstStyle/>
          <a:p>
            <a:pPr algn="r"/>
            <a:r>
              <a:rPr sz="800" b="0" dirty="0">
                <a:solidFill>
                  <a:srgbClr val="999999"/>
                </a:solidFill>
                <a:latin typeface="Arial"/>
              </a:rPr>
              <a:t>13 / 2</a:t>
            </a:r>
            <a:r>
              <a:rPr lang="en-US" sz="800" b="0" dirty="0">
                <a:solidFill>
                  <a:srgbClr val="999999"/>
                </a:solidFill>
                <a:latin typeface="Arial"/>
              </a:rPr>
              <a:t>7</a:t>
            </a:r>
            <a:endParaRPr sz="800" b="0" dirty="0">
              <a:solidFill>
                <a:srgbClr val="999999"/>
              </a:solidFill>
              <a:latin typeface="Arial"/>
            </a:endParaRPr>
          </a:p>
        </p:txBody>
      </p:sp>
      <p:pic>
        <p:nvPicPr>
          <p:cNvPr id="39" name="Picture 8" descr="Tata logo png, Tata icon transparent png 20975508 PNG">
            <a:extLst>
              <a:ext uri="{FF2B5EF4-FFF2-40B4-BE49-F238E27FC236}">
                <a16:creationId xmlns:a16="http://schemas.microsoft.com/office/drawing/2014/main" id="{EA5C481D-9FD1-1EE2-3EC6-93E89C8A0C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7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grpSp>
        <p:nvGrpSpPr>
          <p:cNvPr id="49" name="Group 48">
            <a:extLst>
              <a:ext uri="{FF2B5EF4-FFF2-40B4-BE49-F238E27FC236}">
                <a16:creationId xmlns:a16="http://schemas.microsoft.com/office/drawing/2014/main" id="{328B482B-7E11-A601-6854-CC831A6F7A9C}"/>
              </a:ext>
            </a:extLst>
          </p:cNvPr>
          <p:cNvGrpSpPr/>
          <p:nvPr/>
        </p:nvGrpSpPr>
        <p:grpSpPr>
          <a:xfrm>
            <a:off x="278892" y="1005840"/>
            <a:ext cx="8586216" cy="640080"/>
            <a:chOff x="278892" y="1005840"/>
            <a:chExt cx="8586216" cy="640080"/>
          </a:xfrm>
        </p:grpSpPr>
        <p:grpSp>
          <p:nvGrpSpPr>
            <p:cNvPr id="40" name="Group 39">
              <a:extLst>
                <a:ext uri="{FF2B5EF4-FFF2-40B4-BE49-F238E27FC236}">
                  <a16:creationId xmlns:a16="http://schemas.microsoft.com/office/drawing/2014/main" id="{0B737097-5FA4-2D6B-C316-D6D8E2D51242}"/>
                </a:ext>
              </a:extLst>
            </p:cNvPr>
            <p:cNvGrpSpPr/>
            <p:nvPr/>
          </p:nvGrpSpPr>
          <p:grpSpPr>
            <a:xfrm>
              <a:off x="278892" y="1005840"/>
              <a:ext cx="8586216" cy="640080"/>
              <a:chOff x="365760" y="1005840"/>
              <a:chExt cx="8586216" cy="640080"/>
            </a:xfrm>
          </p:grpSpPr>
          <p:sp>
            <p:nvSpPr>
              <p:cNvPr id="6" name="Rectangle 5"/>
              <p:cNvSpPr/>
              <p:nvPr/>
            </p:nvSpPr>
            <p:spPr>
              <a:xfrm>
                <a:off x="365760" y="1005840"/>
                <a:ext cx="1033272" cy="64008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365760" y="1119294"/>
                <a:ext cx="1033272" cy="380480"/>
              </a:xfrm>
              <a:prstGeom prst="rect">
                <a:avLst/>
              </a:prstGeom>
              <a:noFill/>
            </p:spPr>
            <p:txBody>
              <a:bodyPr wrap="square" lIns="36000" tIns="36000" rIns="36000" bIns="36000" anchor="ctr">
                <a:spAutoFit/>
              </a:bodyPr>
              <a:lstStyle/>
              <a:p>
                <a:pPr algn="ctr"/>
                <a:r>
                  <a:rPr sz="1000" b="1" dirty="0">
                    <a:solidFill>
                      <a:srgbClr val="FFFFFF"/>
                    </a:solidFill>
                    <a:latin typeface="Arial"/>
                  </a:rPr>
                  <a:t>Application</a:t>
                </a:r>
              </a:p>
              <a:p>
                <a:pPr algn="ctr"/>
                <a:r>
                  <a:rPr sz="1000" b="1" dirty="0">
                    <a:solidFill>
                      <a:srgbClr val="FFFFFF"/>
                    </a:solidFill>
                    <a:latin typeface="Arial"/>
                  </a:rPr>
                  <a:t>(6 channels)</a:t>
                </a:r>
              </a:p>
            </p:txBody>
          </p:sp>
          <p:sp>
            <p:nvSpPr>
              <p:cNvPr id="8" name="Rectangle 7"/>
              <p:cNvSpPr/>
              <p:nvPr/>
            </p:nvSpPr>
            <p:spPr>
              <a:xfrm>
                <a:off x="1444752" y="1005840"/>
                <a:ext cx="1033272" cy="64008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p:cNvSpPr txBox="1"/>
              <p:nvPr/>
            </p:nvSpPr>
            <p:spPr>
              <a:xfrm>
                <a:off x="1444752" y="1119294"/>
                <a:ext cx="1033272" cy="380480"/>
              </a:xfrm>
              <a:prstGeom prst="rect">
                <a:avLst/>
              </a:prstGeom>
              <a:noFill/>
            </p:spPr>
            <p:txBody>
              <a:bodyPr wrap="square" lIns="36000" tIns="36000" rIns="36000" bIns="36000" anchor="ctr">
                <a:spAutoFit/>
              </a:bodyPr>
              <a:lstStyle/>
              <a:p>
                <a:pPr algn="ctr"/>
                <a:r>
                  <a:rPr sz="1000" b="1">
                    <a:solidFill>
                      <a:srgbClr val="FFFFFF"/>
                    </a:solidFill>
                    <a:latin typeface="Arial"/>
                  </a:rPr>
                  <a:t>Vendor</a:t>
                </a:r>
              </a:p>
              <a:p>
                <a:pPr algn="ctr"/>
                <a:r>
                  <a:rPr sz="1000" b="1">
                    <a:solidFill>
                      <a:srgbClr val="FFFFFF"/>
                    </a:solidFill>
                    <a:latin typeface="Arial"/>
                  </a:rPr>
                  <a:t>Assessment</a:t>
                </a:r>
              </a:p>
            </p:txBody>
          </p:sp>
          <p:sp>
            <p:nvSpPr>
              <p:cNvPr id="10" name="Rectangle 9"/>
              <p:cNvSpPr/>
              <p:nvPr/>
            </p:nvSpPr>
            <p:spPr>
              <a:xfrm>
                <a:off x="2523744" y="1005840"/>
                <a:ext cx="1033272" cy="64008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TextBox 10"/>
              <p:cNvSpPr txBox="1"/>
              <p:nvPr/>
            </p:nvSpPr>
            <p:spPr>
              <a:xfrm>
                <a:off x="2523744" y="1119294"/>
                <a:ext cx="1033272" cy="380480"/>
              </a:xfrm>
              <a:prstGeom prst="rect">
                <a:avLst/>
              </a:prstGeom>
              <a:noFill/>
            </p:spPr>
            <p:txBody>
              <a:bodyPr wrap="square" lIns="36000" tIns="36000" rIns="36000" bIns="36000" anchor="ctr">
                <a:spAutoFit/>
              </a:bodyPr>
              <a:lstStyle/>
              <a:p>
                <a:pPr algn="ctr"/>
                <a:r>
                  <a:rPr sz="1000" b="1" dirty="0">
                    <a:solidFill>
                      <a:srgbClr val="FFFFFF"/>
                    </a:solidFill>
                    <a:latin typeface="Arial"/>
                  </a:rPr>
                  <a:t>Manual</a:t>
                </a:r>
              </a:p>
              <a:p>
                <a:pPr algn="ctr"/>
                <a:r>
                  <a:rPr sz="1000" b="1" dirty="0">
                    <a:solidFill>
                      <a:srgbClr val="FFFFFF"/>
                    </a:solidFill>
                    <a:latin typeface="Arial"/>
                  </a:rPr>
                  <a:t>Screening</a:t>
                </a:r>
              </a:p>
            </p:txBody>
          </p:sp>
          <p:sp>
            <p:nvSpPr>
              <p:cNvPr id="12" name="Rectangle 11"/>
              <p:cNvSpPr/>
              <p:nvPr/>
            </p:nvSpPr>
            <p:spPr>
              <a:xfrm>
                <a:off x="3602736" y="1005840"/>
                <a:ext cx="1033272" cy="64008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TextBox 12"/>
              <p:cNvSpPr txBox="1"/>
              <p:nvPr/>
            </p:nvSpPr>
            <p:spPr>
              <a:xfrm>
                <a:off x="3602736" y="1119294"/>
                <a:ext cx="1033272" cy="380480"/>
              </a:xfrm>
              <a:prstGeom prst="rect">
                <a:avLst/>
              </a:prstGeom>
              <a:noFill/>
            </p:spPr>
            <p:txBody>
              <a:bodyPr wrap="square" lIns="36000" tIns="36000" rIns="36000" bIns="36000" anchor="ctr">
                <a:spAutoFit/>
              </a:bodyPr>
              <a:lstStyle/>
              <a:p>
                <a:pPr algn="ctr"/>
                <a:r>
                  <a:rPr sz="1000" b="1" dirty="0">
                    <a:solidFill>
                      <a:srgbClr val="FFFFFF"/>
                    </a:solidFill>
                    <a:latin typeface="Arial"/>
                  </a:rPr>
                  <a:t>Campus</a:t>
                </a:r>
              </a:p>
              <a:p>
                <a:pPr algn="ctr"/>
                <a:r>
                  <a:rPr sz="1000" b="1" dirty="0">
                    <a:solidFill>
                      <a:srgbClr val="FFFFFF"/>
                    </a:solidFill>
                    <a:latin typeface="Arial"/>
                  </a:rPr>
                  <a:t>Interviews</a:t>
                </a:r>
              </a:p>
            </p:txBody>
          </p:sp>
          <p:sp>
            <p:nvSpPr>
              <p:cNvPr id="14" name="Rectangle 13"/>
              <p:cNvSpPr/>
              <p:nvPr/>
            </p:nvSpPr>
            <p:spPr>
              <a:xfrm>
                <a:off x="4681728" y="1005840"/>
                <a:ext cx="1033272" cy="64008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TextBox 14"/>
              <p:cNvSpPr txBox="1"/>
              <p:nvPr/>
            </p:nvSpPr>
            <p:spPr>
              <a:xfrm>
                <a:off x="4681728" y="1119294"/>
                <a:ext cx="1033272" cy="380480"/>
              </a:xfrm>
              <a:prstGeom prst="rect">
                <a:avLst/>
              </a:prstGeom>
              <a:noFill/>
            </p:spPr>
            <p:txBody>
              <a:bodyPr wrap="square" lIns="36000" tIns="36000" rIns="36000" bIns="36000" anchor="ctr">
                <a:spAutoFit/>
              </a:bodyPr>
              <a:lstStyle/>
              <a:p>
                <a:pPr algn="ctr"/>
                <a:r>
                  <a:rPr sz="1000" b="1">
                    <a:solidFill>
                      <a:srgbClr val="FFFFFF"/>
                    </a:solidFill>
                    <a:latin typeface="Arial"/>
                  </a:rPr>
                  <a:t>Project</a:t>
                </a:r>
              </a:p>
              <a:p>
                <a:pPr algn="ctr"/>
                <a:r>
                  <a:rPr sz="1000" b="1">
                    <a:solidFill>
                      <a:srgbClr val="FFFFFF"/>
                    </a:solidFill>
                    <a:latin typeface="Arial"/>
                  </a:rPr>
                  <a:t>Matching</a:t>
                </a:r>
              </a:p>
            </p:txBody>
          </p:sp>
          <p:sp>
            <p:nvSpPr>
              <p:cNvPr id="16" name="Rectangle 15"/>
              <p:cNvSpPr/>
              <p:nvPr/>
            </p:nvSpPr>
            <p:spPr>
              <a:xfrm>
                <a:off x="5760720" y="1005840"/>
                <a:ext cx="1033272" cy="64008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7" name="TextBox 16"/>
              <p:cNvSpPr txBox="1"/>
              <p:nvPr/>
            </p:nvSpPr>
            <p:spPr>
              <a:xfrm>
                <a:off x="5760720" y="1119294"/>
                <a:ext cx="1033272" cy="380480"/>
              </a:xfrm>
              <a:prstGeom prst="rect">
                <a:avLst/>
              </a:prstGeom>
              <a:noFill/>
            </p:spPr>
            <p:txBody>
              <a:bodyPr wrap="square" lIns="36000" tIns="36000" rIns="36000" bIns="36000" anchor="ctr">
                <a:spAutoFit/>
              </a:bodyPr>
              <a:lstStyle/>
              <a:p>
                <a:pPr algn="ctr"/>
                <a:r>
                  <a:rPr sz="1000" b="1">
                    <a:solidFill>
                      <a:srgbClr val="FFFFFF"/>
                    </a:solidFill>
                    <a:latin typeface="Arial"/>
                  </a:rPr>
                  <a:t>Year 1</a:t>
                </a:r>
              </a:p>
              <a:p>
                <a:pPr algn="ctr"/>
                <a:r>
                  <a:rPr sz="1000" b="1">
                    <a:solidFill>
                      <a:srgbClr val="FFFFFF"/>
                    </a:solidFill>
                    <a:latin typeface="Arial"/>
                  </a:rPr>
                  <a:t>Performance</a:t>
                </a:r>
              </a:p>
            </p:txBody>
          </p:sp>
          <p:sp>
            <p:nvSpPr>
              <p:cNvPr id="18" name="Rectangle 17"/>
              <p:cNvSpPr/>
              <p:nvPr/>
            </p:nvSpPr>
            <p:spPr>
              <a:xfrm>
                <a:off x="6839712" y="1005840"/>
                <a:ext cx="1033272" cy="64008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9" name="TextBox 18"/>
              <p:cNvSpPr txBox="1"/>
              <p:nvPr/>
            </p:nvSpPr>
            <p:spPr>
              <a:xfrm>
                <a:off x="6839712" y="1119294"/>
                <a:ext cx="1033272" cy="380480"/>
              </a:xfrm>
              <a:prstGeom prst="rect">
                <a:avLst/>
              </a:prstGeom>
              <a:noFill/>
            </p:spPr>
            <p:txBody>
              <a:bodyPr wrap="square" lIns="36000" tIns="36000" rIns="36000" bIns="36000" anchor="ctr">
                <a:spAutoFit/>
              </a:bodyPr>
              <a:lstStyle/>
              <a:p>
                <a:pPr algn="ctr"/>
                <a:r>
                  <a:rPr sz="1000" b="1">
                    <a:solidFill>
                      <a:srgbClr val="FFFFFF"/>
                    </a:solidFill>
                    <a:latin typeface="Arial"/>
                  </a:rPr>
                  <a:t>Year 2</a:t>
                </a:r>
              </a:p>
              <a:p>
                <a:pPr algn="ctr"/>
                <a:r>
                  <a:rPr sz="1000" b="1">
                    <a:solidFill>
                      <a:srgbClr val="FFFFFF"/>
                    </a:solidFill>
                    <a:latin typeface="Arial"/>
                  </a:rPr>
                  <a:t>Placements</a:t>
                </a:r>
              </a:p>
            </p:txBody>
          </p:sp>
          <p:sp>
            <p:nvSpPr>
              <p:cNvPr id="20" name="Rectangle 19"/>
              <p:cNvSpPr/>
              <p:nvPr/>
            </p:nvSpPr>
            <p:spPr>
              <a:xfrm>
                <a:off x="7918704" y="1005840"/>
                <a:ext cx="1033272" cy="64008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1" name="TextBox 20"/>
              <p:cNvSpPr txBox="1"/>
              <p:nvPr/>
            </p:nvSpPr>
            <p:spPr>
              <a:xfrm>
                <a:off x="7918704" y="1119294"/>
                <a:ext cx="1033272" cy="380480"/>
              </a:xfrm>
              <a:prstGeom prst="rect">
                <a:avLst/>
              </a:prstGeom>
              <a:noFill/>
            </p:spPr>
            <p:txBody>
              <a:bodyPr wrap="square" lIns="36000" tIns="36000" rIns="36000" bIns="36000" anchor="ctr">
                <a:spAutoFit/>
              </a:bodyPr>
              <a:lstStyle/>
              <a:p>
                <a:pPr algn="ctr"/>
                <a:r>
                  <a:rPr sz="1000" b="1">
                    <a:solidFill>
                      <a:srgbClr val="FFFFFF"/>
                    </a:solidFill>
                    <a:latin typeface="Arial"/>
                  </a:rPr>
                  <a:t>Reporting &amp;</a:t>
                </a:r>
              </a:p>
              <a:p>
                <a:pPr algn="ctr"/>
                <a:r>
                  <a:rPr sz="1000" b="1">
                    <a:solidFill>
                      <a:srgbClr val="FFFFFF"/>
                    </a:solidFill>
                    <a:latin typeface="Arial"/>
                  </a:rPr>
                  <a:t>Cost-Recovery</a:t>
                </a:r>
              </a:p>
            </p:txBody>
          </p:sp>
        </p:grpSp>
        <p:sp>
          <p:nvSpPr>
            <p:cNvPr id="41" name="Isosceles Triangle 40">
              <a:extLst>
                <a:ext uri="{FF2B5EF4-FFF2-40B4-BE49-F238E27FC236}">
                  <a16:creationId xmlns:a16="http://schemas.microsoft.com/office/drawing/2014/main" id="{016C2790-4F64-A856-CCEE-6EBE504DC5BB}"/>
                </a:ext>
              </a:extLst>
            </p:cNvPr>
            <p:cNvSpPr/>
            <p:nvPr/>
          </p:nvSpPr>
          <p:spPr>
            <a:xfrm rot="5400000">
              <a:off x="1305391" y="1305727"/>
              <a:ext cx="59266" cy="45719"/>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3" name="Isosceles Triangle 42">
              <a:extLst>
                <a:ext uri="{FF2B5EF4-FFF2-40B4-BE49-F238E27FC236}">
                  <a16:creationId xmlns:a16="http://schemas.microsoft.com/office/drawing/2014/main" id="{6D9AB33C-5D12-1E22-ADAA-A216F44985EB}"/>
                </a:ext>
              </a:extLst>
            </p:cNvPr>
            <p:cNvSpPr/>
            <p:nvPr/>
          </p:nvSpPr>
          <p:spPr>
            <a:xfrm rot="5400000">
              <a:off x="2384383" y="1305727"/>
              <a:ext cx="59266" cy="45719"/>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4" name="Isosceles Triangle 43">
              <a:extLst>
                <a:ext uri="{FF2B5EF4-FFF2-40B4-BE49-F238E27FC236}">
                  <a16:creationId xmlns:a16="http://schemas.microsoft.com/office/drawing/2014/main" id="{E2EFDCFE-8144-DCF7-9785-248549CACD5D}"/>
                </a:ext>
              </a:extLst>
            </p:cNvPr>
            <p:cNvSpPr/>
            <p:nvPr/>
          </p:nvSpPr>
          <p:spPr>
            <a:xfrm rot="5400000">
              <a:off x="3463375" y="1309281"/>
              <a:ext cx="59266" cy="45719"/>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5" name="Isosceles Triangle 44">
              <a:extLst>
                <a:ext uri="{FF2B5EF4-FFF2-40B4-BE49-F238E27FC236}">
                  <a16:creationId xmlns:a16="http://schemas.microsoft.com/office/drawing/2014/main" id="{DA8F2B72-B69C-ECDD-AA91-BF465D70374A}"/>
                </a:ext>
              </a:extLst>
            </p:cNvPr>
            <p:cNvSpPr/>
            <p:nvPr/>
          </p:nvSpPr>
          <p:spPr>
            <a:xfrm rot="5400000">
              <a:off x="4542366" y="1309282"/>
              <a:ext cx="59266" cy="45719"/>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6" name="Isosceles Triangle 45">
              <a:extLst>
                <a:ext uri="{FF2B5EF4-FFF2-40B4-BE49-F238E27FC236}">
                  <a16:creationId xmlns:a16="http://schemas.microsoft.com/office/drawing/2014/main" id="{DFEF2B6D-4013-0305-6B19-C08408B05FD0}"/>
                </a:ext>
              </a:extLst>
            </p:cNvPr>
            <p:cNvSpPr/>
            <p:nvPr/>
          </p:nvSpPr>
          <p:spPr>
            <a:xfrm rot="5400000">
              <a:off x="6700352" y="1305727"/>
              <a:ext cx="59266" cy="45719"/>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7" name="Isosceles Triangle 46">
              <a:extLst>
                <a:ext uri="{FF2B5EF4-FFF2-40B4-BE49-F238E27FC236}">
                  <a16:creationId xmlns:a16="http://schemas.microsoft.com/office/drawing/2014/main" id="{930432FA-C14A-4AA4-C73F-B1D74E044AD2}"/>
                </a:ext>
              </a:extLst>
            </p:cNvPr>
            <p:cNvSpPr/>
            <p:nvPr/>
          </p:nvSpPr>
          <p:spPr>
            <a:xfrm rot="5400000">
              <a:off x="5621359" y="1305727"/>
              <a:ext cx="59266" cy="45719"/>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8" name="Isosceles Triangle 47">
              <a:extLst>
                <a:ext uri="{FF2B5EF4-FFF2-40B4-BE49-F238E27FC236}">
                  <a16:creationId xmlns:a16="http://schemas.microsoft.com/office/drawing/2014/main" id="{6ACA59FC-20BF-ABD4-68A1-913FD92B883F}"/>
                </a:ext>
              </a:extLst>
            </p:cNvPr>
            <p:cNvSpPr/>
            <p:nvPr/>
          </p:nvSpPr>
          <p:spPr>
            <a:xfrm rot="5400000">
              <a:off x="7779342" y="1305728"/>
              <a:ext cx="59266" cy="45719"/>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28600"/>
            <a:ext cx="8229600" cy="380480"/>
          </a:xfrm>
          <a:prstGeom prst="rect">
            <a:avLst/>
          </a:prstGeom>
          <a:noFill/>
        </p:spPr>
        <p:txBody>
          <a:bodyPr wrap="square" lIns="36000" tIns="36000" rIns="36000" bIns="36000" anchor="t">
            <a:spAutoFit/>
          </a:bodyPr>
          <a:lstStyle/>
          <a:p>
            <a:pPr algn="l"/>
            <a:r>
              <a:rPr sz="2000" b="1" dirty="0">
                <a:solidFill>
                  <a:srgbClr val="001B5B"/>
                </a:solidFill>
                <a:latin typeface="Arial"/>
              </a:rPr>
              <a:t>AI-native TA</a:t>
            </a:r>
            <a:r>
              <a:rPr lang="en-US" sz="2000" b="1" dirty="0">
                <a:solidFill>
                  <a:srgbClr val="001B5B"/>
                </a:solidFill>
                <a:latin typeface="Arial"/>
              </a:rPr>
              <a:t>S</a:t>
            </a:r>
            <a:r>
              <a:rPr sz="2000" b="1" dirty="0">
                <a:solidFill>
                  <a:srgbClr val="001B5B"/>
                </a:solidFill>
                <a:latin typeface="Arial"/>
              </a:rPr>
              <a:t> </a:t>
            </a:r>
            <a:r>
              <a:rPr lang="en-US" sz="2000" b="1" dirty="0">
                <a:solidFill>
                  <a:srgbClr val="001B5B"/>
                </a:solidFill>
                <a:latin typeface="Arial"/>
              </a:rPr>
              <a:t>– sense-</a:t>
            </a:r>
            <a:r>
              <a:rPr sz="2000" b="1" dirty="0">
                <a:solidFill>
                  <a:srgbClr val="001B5B"/>
                </a:solidFill>
                <a:latin typeface="Arial"/>
              </a:rPr>
              <a:t>demand</a:t>
            </a:r>
            <a:r>
              <a:rPr lang="en-US" sz="2000" b="1" dirty="0">
                <a:solidFill>
                  <a:srgbClr val="001B5B"/>
                </a:solidFill>
                <a:latin typeface="Arial"/>
              </a:rPr>
              <a:t>,</a:t>
            </a:r>
            <a:r>
              <a:rPr sz="2000" b="1" dirty="0">
                <a:solidFill>
                  <a:srgbClr val="001B5B"/>
                </a:solidFill>
                <a:latin typeface="Arial"/>
              </a:rPr>
              <a:t> orchestrate, deliver, prioritize</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algn="l"/>
            <a:r>
              <a:rPr sz="800" b="0" dirty="0">
                <a:solidFill>
                  <a:srgbClr val="999999"/>
                </a:solidFill>
                <a:latin typeface="Arial"/>
              </a:rPr>
              <a:t>AI-NATIVE HR · </a:t>
            </a:r>
            <a:r>
              <a:rPr lang="en-IN" sz="800" b="0" dirty="0">
                <a:solidFill>
                  <a:srgbClr val="999999"/>
                </a:solidFill>
                <a:latin typeface="Arial"/>
              </a:rPr>
              <a:t>FINAL REVIEW</a:t>
            </a:r>
            <a:endParaRPr sz="800" b="0" dirty="0">
              <a:solidFill>
                <a:srgbClr val="999999"/>
              </a:solidFill>
              <a:latin typeface="Arial"/>
            </a:endParaRPr>
          </a:p>
        </p:txBody>
      </p:sp>
      <p:grpSp>
        <p:nvGrpSpPr>
          <p:cNvPr id="30" name="Group 29">
            <a:extLst>
              <a:ext uri="{FF2B5EF4-FFF2-40B4-BE49-F238E27FC236}">
                <a16:creationId xmlns:a16="http://schemas.microsoft.com/office/drawing/2014/main" id="{B32E736D-C728-F82D-5554-8387F5660F30}"/>
              </a:ext>
            </a:extLst>
          </p:cNvPr>
          <p:cNvGrpSpPr/>
          <p:nvPr/>
        </p:nvGrpSpPr>
        <p:grpSpPr>
          <a:xfrm>
            <a:off x="457200" y="1051560"/>
            <a:ext cx="5943600" cy="594360"/>
            <a:chOff x="457200" y="1051560"/>
            <a:chExt cx="5943600" cy="594360"/>
          </a:xfrm>
        </p:grpSpPr>
        <p:sp>
          <p:nvSpPr>
            <p:cNvPr id="6" name="Rectangle 5"/>
            <p:cNvSpPr/>
            <p:nvPr/>
          </p:nvSpPr>
          <p:spPr>
            <a:xfrm>
              <a:off x="457200" y="1051560"/>
              <a:ext cx="5943600" cy="59436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051560"/>
              <a:ext cx="1554480" cy="59436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4010" y="1225295"/>
              <a:ext cx="1371600" cy="241980"/>
            </a:xfrm>
            <a:prstGeom prst="rect">
              <a:avLst/>
            </a:prstGeom>
            <a:noFill/>
          </p:spPr>
          <p:txBody>
            <a:bodyPr wrap="square" lIns="36000" tIns="36000" rIns="36000" bIns="36000" anchor="t">
              <a:spAutoFit/>
            </a:bodyPr>
            <a:lstStyle/>
            <a:p>
              <a:pPr algn="ctr"/>
              <a:r>
                <a:rPr sz="1100" b="1" dirty="0">
                  <a:solidFill>
                    <a:srgbClr val="FFFFFF"/>
                  </a:solidFill>
                  <a:latin typeface="Arial"/>
                </a:rPr>
                <a:t>4. PRIORITI</a:t>
              </a:r>
              <a:r>
                <a:rPr lang="en-US" sz="1100" b="1" dirty="0">
                  <a:solidFill>
                    <a:srgbClr val="FFFFFF"/>
                  </a:solidFill>
                  <a:latin typeface="Arial"/>
                </a:rPr>
                <a:t>Z</a:t>
              </a:r>
              <a:r>
                <a:rPr sz="1100" b="1" dirty="0">
                  <a:solidFill>
                    <a:srgbClr val="FFFFFF"/>
                  </a:solidFill>
                  <a:latin typeface="Arial"/>
                </a:rPr>
                <a:t>E</a:t>
              </a:r>
            </a:p>
          </p:txBody>
        </p:sp>
      </p:grpSp>
      <p:sp>
        <p:nvSpPr>
          <p:cNvPr id="9" name="TextBox 8"/>
          <p:cNvSpPr txBox="1"/>
          <p:nvPr/>
        </p:nvSpPr>
        <p:spPr>
          <a:xfrm>
            <a:off x="2148840" y="1143000"/>
            <a:ext cx="4114800" cy="395869"/>
          </a:xfrm>
          <a:prstGeom prst="rect">
            <a:avLst/>
          </a:prstGeom>
          <a:noFill/>
        </p:spPr>
        <p:txBody>
          <a:bodyPr wrap="square" lIns="36000" tIns="36000" rIns="36000" bIns="36000" anchor="t">
            <a:spAutoFit/>
          </a:bodyPr>
          <a:lstStyle/>
          <a:p>
            <a:pPr algn="l"/>
            <a:r>
              <a:rPr lang="en-US" sz="1050" dirty="0">
                <a:solidFill>
                  <a:srgbClr val="272727"/>
                </a:solidFill>
                <a:latin typeface="Arial"/>
              </a:rPr>
              <a:t>E</a:t>
            </a:r>
            <a:r>
              <a:rPr sz="1050" b="0" dirty="0">
                <a:solidFill>
                  <a:srgbClr val="272727"/>
                </a:solidFill>
                <a:latin typeface="Arial"/>
              </a:rPr>
              <a:t>vidence</a:t>
            </a:r>
            <a:r>
              <a:rPr lang="en-US" sz="1050" b="0" dirty="0">
                <a:solidFill>
                  <a:srgbClr val="272727"/>
                </a:solidFill>
                <a:latin typeface="Arial"/>
              </a:rPr>
              <a:t> based</a:t>
            </a:r>
            <a:r>
              <a:rPr sz="1050" b="0" dirty="0">
                <a:solidFill>
                  <a:srgbClr val="272727"/>
                </a:solidFill>
                <a:latin typeface="Arial"/>
              </a:rPr>
              <a:t> selection · candidate guidance · panelist scheduling · </a:t>
            </a:r>
            <a:r>
              <a:rPr lang="en-US" sz="1050" b="0" dirty="0">
                <a:solidFill>
                  <a:srgbClr val="272727"/>
                </a:solidFill>
                <a:latin typeface="Arial"/>
              </a:rPr>
              <a:t>group </a:t>
            </a:r>
            <a:r>
              <a:rPr sz="1050" b="0" dirty="0">
                <a:solidFill>
                  <a:srgbClr val="272727"/>
                </a:solidFill>
                <a:latin typeface="Arial"/>
              </a:rPr>
              <a:t>company SPOC project/role intake.</a:t>
            </a:r>
          </a:p>
        </p:txBody>
      </p:sp>
      <p:grpSp>
        <p:nvGrpSpPr>
          <p:cNvPr id="31" name="Group 30">
            <a:extLst>
              <a:ext uri="{FF2B5EF4-FFF2-40B4-BE49-F238E27FC236}">
                <a16:creationId xmlns:a16="http://schemas.microsoft.com/office/drawing/2014/main" id="{C5A06799-B983-45AE-CCD6-560DCBD55BC1}"/>
              </a:ext>
            </a:extLst>
          </p:cNvPr>
          <p:cNvGrpSpPr/>
          <p:nvPr/>
        </p:nvGrpSpPr>
        <p:grpSpPr>
          <a:xfrm>
            <a:off x="457200" y="1709928"/>
            <a:ext cx="5943600" cy="594360"/>
            <a:chOff x="457200" y="1709928"/>
            <a:chExt cx="5943600" cy="594360"/>
          </a:xfrm>
        </p:grpSpPr>
        <p:sp>
          <p:nvSpPr>
            <p:cNvPr id="10" name="Rectangle 9"/>
            <p:cNvSpPr/>
            <p:nvPr/>
          </p:nvSpPr>
          <p:spPr>
            <a:xfrm>
              <a:off x="457200" y="1709928"/>
              <a:ext cx="5943600" cy="594360"/>
            </a:xfrm>
            <a:prstGeom prst="rect">
              <a:avLst/>
            </a:prstGeom>
            <a:solidFill>
              <a:srgbClr val="E6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1709928"/>
              <a:ext cx="1554480" cy="59436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1883663"/>
              <a:ext cx="1371600" cy="241980"/>
            </a:xfrm>
            <a:prstGeom prst="rect">
              <a:avLst/>
            </a:prstGeom>
            <a:noFill/>
          </p:spPr>
          <p:txBody>
            <a:bodyPr wrap="square" lIns="36000" tIns="36000" rIns="36000" bIns="36000" anchor="t">
              <a:spAutoFit/>
            </a:bodyPr>
            <a:lstStyle/>
            <a:p>
              <a:pPr algn="ctr"/>
              <a:r>
                <a:rPr sz="1100" b="1" dirty="0">
                  <a:solidFill>
                    <a:srgbClr val="FFFFFF"/>
                  </a:solidFill>
                  <a:latin typeface="Arial"/>
                </a:rPr>
                <a:t>3. DELIVER</a:t>
              </a:r>
            </a:p>
          </p:txBody>
        </p:sp>
        <p:sp>
          <p:nvSpPr>
            <p:cNvPr id="13" name="TextBox 12"/>
            <p:cNvSpPr txBox="1"/>
            <p:nvPr/>
          </p:nvSpPr>
          <p:spPr>
            <a:xfrm>
              <a:off x="2148840" y="1801368"/>
              <a:ext cx="4114800" cy="395869"/>
            </a:xfrm>
            <a:prstGeom prst="rect">
              <a:avLst/>
            </a:prstGeom>
            <a:noFill/>
          </p:spPr>
          <p:txBody>
            <a:bodyPr wrap="square" lIns="36000" tIns="36000" rIns="36000" bIns="36000" anchor="t">
              <a:spAutoFit/>
            </a:bodyPr>
            <a:lstStyle/>
            <a:p>
              <a:pPr algn="l"/>
              <a:r>
                <a:rPr sz="1050" b="0" dirty="0">
                  <a:solidFill>
                    <a:srgbClr val="272727"/>
                  </a:solidFill>
                  <a:latin typeface="Arial"/>
                </a:rPr>
                <a:t>AI </a:t>
              </a:r>
              <a:r>
                <a:rPr lang="en-US" sz="1050" b="0" dirty="0">
                  <a:solidFill>
                    <a:srgbClr val="272727"/>
                  </a:solidFill>
                  <a:latin typeface="Arial"/>
                </a:rPr>
                <a:t>based project-candidate </a:t>
              </a:r>
              <a:r>
                <a:rPr sz="1050" b="0" dirty="0">
                  <a:solidFill>
                    <a:srgbClr val="272727"/>
                  </a:solidFill>
                  <a:latin typeface="Arial"/>
                </a:rPr>
                <a:t>matching · </a:t>
              </a:r>
              <a:r>
                <a:rPr lang="en-US" sz="1050" b="0" dirty="0">
                  <a:solidFill>
                    <a:srgbClr val="272727"/>
                  </a:solidFill>
                  <a:latin typeface="Arial"/>
                </a:rPr>
                <a:t>A</a:t>
              </a:r>
              <a:r>
                <a:rPr sz="1050" b="0" dirty="0">
                  <a:solidFill>
                    <a:srgbClr val="272727"/>
                  </a:solidFill>
                  <a:latin typeface="Arial"/>
                </a:rPr>
                <a:t>utomated Chroma </a:t>
              </a:r>
              <a:r>
                <a:rPr lang="en-US" sz="1050" b="0" dirty="0">
                  <a:solidFill>
                    <a:srgbClr val="272727"/>
                  </a:solidFill>
                  <a:latin typeface="Arial"/>
                </a:rPr>
                <a:t>a</a:t>
              </a:r>
              <a:r>
                <a:rPr lang="en-US" sz="1050" dirty="0">
                  <a:solidFill>
                    <a:srgbClr val="272727"/>
                  </a:solidFill>
                  <a:latin typeface="Arial"/>
                </a:rPr>
                <a:t>lerts</a:t>
              </a:r>
              <a:r>
                <a:rPr sz="1050" b="0" dirty="0">
                  <a:solidFill>
                    <a:srgbClr val="272727"/>
                  </a:solidFill>
                  <a:latin typeface="Arial"/>
                </a:rPr>
                <a:t> · L&amp;D + readiness · placement decision support.</a:t>
              </a:r>
            </a:p>
          </p:txBody>
        </p:sp>
      </p:grpSp>
      <p:grpSp>
        <p:nvGrpSpPr>
          <p:cNvPr id="32" name="Group 31">
            <a:extLst>
              <a:ext uri="{FF2B5EF4-FFF2-40B4-BE49-F238E27FC236}">
                <a16:creationId xmlns:a16="http://schemas.microsoft.com/office/drawing/2014/main" id="{A27F4B5E-C8C6-F28A-6782-0C3786922295}"/>
              </a:ext>
            </a:extLst>
          </p:cNvPr>
          <p:cNvGrpSpPr/>
          <p:nvPr/>
        </p:nvGrpSpPr>
        <p:grpSpPr>
          <a:xfrm>
            <a:off x="457200" y="2368296"/>
            <a:ext cx="5943600" cy="594360"/>
            <a:chOff x="457200" y="2368296"/>
            <a:chExt cx="5943600" cy="594360"/>
          </a:xfrm>
        </p:grpSpPr>
        <p:sp>
          <p:nvSpPr>
            <p:cNvPr id="14" name="Rectangle 13"/>
            <p:cNvSpPr/>
            <p:nvPr/>
          </p:nvSpPr>
          <p:spPr>
            <a:xfrm>
              <a:off x="457200" y="2368296"/>
              <a:ext cx="5943600" cy="59436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2368296"/>
              <a:ext cx="1554480" cy="59436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2527401"/>
              <a:ext cx="1371600" cy="241980"/>
            </a:xfrm>
            <a:prstGeom prst="rect">
              <a:avLst/>
            </a:prstGeom>
            <a:noFill/>
          </p:spPr>
          <p:txBody>
            <a:bodyPr wrap="square" lIns="36000" tIns="36000" rIns="36000" bIns="36000" anchor="t">
              <a:spAutoFit/>
            </a:bodyPr>
            <a:lstStyle/>
            <a:p>
              <a:pPr algn="l"/>
              <a:r>
                <a:rPr sz="1100" b="1" dirty="0">
                  <a:solidFill>
                    <a:srgbClr val="FFFFFF"/>
                  </a:solidFill>
                  <a:latin typeface="Arial"/>
                </a:rPr>
                <a:t>2. ORCHESTRATE</a:t>
              </a:r>
            </a:p>
          </p:txBody>
        </p:sp>
      </p:grpSp>
      <p:sp>
        <p:nvSpPr>
          <p:cNvPr id="17" name="TextBox 16"/>
          <p:cNvSpPr txBox="1"/>
          <p:nvPr/>
        </p:nvSpPr>
        <p:spPr>
          <a:xfrm>
            <a:off x="2148840" y="2459736"/>
            <a:ext cx="4114800" cy="395869"/>
          </a:xfrm>
          <a:prstGeom prst="rect">
            <a:avLst/>
          </a:prstGeom>
          <a:noFill/>
        </p:spPr>
        <p:txBody>
          <a:bodyPr wrap="square" lIns="36000" tIns="36000" rIns="36000" bIns="36000" anchor="t">
            <a:spAutoFit/>
          </a:bodyPr>
          <a:lstStyle/>
          <a:p>
            <a:pPr algn="l"/>
            <a:r>
              <a:rPr sz="1050" b="0" dirty="0">
                <a:solidFill>
                  <a:srgbClr val="272727"/>
                </a:solidFill>
                <a:latin typeface="Arial"/>
              </a:rPr>
              <a:t>Multi-channel application windows · vendor data ingestion · eligibility + bias rules · rubric</a:t>
            </a:r>
            <a:r>
              <a:rPr lang="en-US" sz="1050" b="0" dirty="0">
                <a:solidFill>
                  <a:srgbClr val="272727"/>
                </a:solidFill>
                <a:latin typeface="Arial"/>
              </a:rPr>
              <a:t> based</a:t>
            </a:r>
            <a:r>
              <a:rPr sz="1050" b="0" dirty="0">
                <a:solidFill>
                  <a:srgbClr val="272727"/>
                </a:solidFill>
                <a:latin typeface="Arial"/>
              </a:rPr>
              <a:t> scoring · shortlist </a:t>
            </a:r>
            <a:r>
              <a:rPr lang="en-IN" sz="1050" b="0" dirty="0">
                <a:solidFill>
                  <a:srgbClr val="272727"/>
                </a:solidFill>
                <a:latin typeface="Arial"/>
              </a:rPr>
              <a:t>with</a:t>
            </a:r>
            <a:r>
              <a:rPr sz="1050" b="0" dirty="0">
                <a:solidFill>
                  <a:srgbClr val="272727"/>
                </a:solidFill>
                <a:latin typeface="Arial"/>
              </a:rPr>
              <a:t> rationale.</a:t>
            </a:r>
          </a:p>
        </p:txBody>
      </p:sp>
      <p:grpSp>
        <p:nvGrpSpPr>
          <p:cNvPr id="33" name="Group 32">
            <a:extLst>
              <a:ext uri="{FF2B5EF4-FFF2-40B4-BE49-F238E27FC236}">
                <a16:creationId xmlns:a16="http://schemas.microsoft.com/office/drawing/2014/main" id="{AB3F60AC-717D-E4A4-1E93-6F288C3BD099}"/>
              </a:ext>
            </a:extLst>
          </p:cNvPr>
          <p:cNvGrpSpPr/>
          <p:nvPr/>
        </p:nvGrpSpPr>
        <p:grpSpPr>
          <a:xfrm>
            <a:off x="457200" y="3026664"/>
            <a:ext cx="5943600" cy="594360"/>
            <a:chOff x="457200" y="3026664"/>
            <a:chExt cx="5943600" cy="594360"/>
          </a:xfrm>
        </p:grpSpPr>
        <p:sp>
          <p:nvSpPr>
            <p:cNvPr id="18" name="Rectangle 17"/>
            <p:cNvSpPr/>
            <p:nvPr/>
          </p:nvSpPr>
          <p:spPr>
            <a:xfrm>
              <a:off x="457200" y="3026664"/>
              <a:ext cx="5943600" cy="594360"/>
            </a:xfrm>
            <a:prstGeom prst="rect">
              <a:avLst/>
            </a:prstGeom>
            <a:solidFill>
              <a:srgbClr val="E6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7200" y="3026664"/>
              <a:ext cx="1554480" cy="59436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3193084"/>
              <a:ext cx="1371600" cy="241980"/>
            </a:xfrm>
            <a:prstGeom prst="rect">
              <a:avLst/>
            </a:prstGeom>
            <a:noFill/>
          </p:spPr>
          <p:txBody>
            <a:bodyPr wrap="square" lIns="36000" tIns="36000" rIns="36000" bIns="36000" anchor="t">
              <a:spAutoFit/>
            </a:bodyPr>
            <a:lstStyle/>
            <a:p>
              <a:pPr algn="ctr"/>
              <a:r>
                <a:rPr sz="1100" b="1" dirty="0">
                  <a:solidFill>
                    <a:srgbClr val="FFFFFF"/>
                  </a:solidFill>
                  <a:latin typeface="Arial"/>
                </a:rPr>
                <a:t>1. DEMAND</a:t>
              </a:r>
            </a:p>
          </p:txBody>
        </p:sp>
        <p:sp>
          <p:nvSpPr>
            <p:cNvPr id="21" name="TextBox 20"/>
            <p:cNvSpPr txBox="1"/>
            <p:nvPr/>
          </p:nvSpPr>
          <p:spPr>
            <a:xfrm>
              <a:off x="2148840" y="3118104"/>
              <a:ext cx="4114800" cy="395869"/>
            </a:xfrm>
            <a:prstGeom prst="rect">
              <a:avLst/>
            </a:prstGeom>
            <a:noFill/>
          </p:spPr>
          <p:txBody>
            <a:bodyPr wrap="square" lIns="36000" tIns="36000" rIns="36000" bIns="36000" anchor="t">
              <a:spAutoFit/>
            </a:bodyPr>
            <a:lstStyle/>
            <a:p>
              <a:pPr algn="l"/>
              <a:r>
                <a:rPr sz="1050" b="0" dirty="0">
                  <a:solidFill>
                    <a:srgbClr val="272727"/>
                  </a:solidFill>
                  <a:latin typeface="Arial"/>
                </a:rPr>
                <a:t>Sense </a:t>
              </a:r>
              <a:r>
                <a:rPr lang="en-US" sz="1050" b="0" dirty="0">
                  <a:solidFill>
                    <a:srgbClr val="272727"/>
                  </a:solidFill>
                  <a:latin typeface="Arial"/>
                </a:rPr>
                <a:t>hiring </a:t>
              </a:r>
              <a:r>
                <a:rPr sz="1050" b="0" dirty="0">
                  <a:solidFill>
                    <a:srgbClr val="272727"/>
                  </a:solidFill>
                  <a:latin typeface="Arial"/>
                </a:rPr>
                <a:t>channel </a:t>
              </a:r>
              <a:r>
                <a:rPr lang="en-US" sz="1050" dirty="0">
                  <a:solidFill>
                    <a:srgbClr val="272727"/>
                  </a:solidFill>
                  <a:latin typeface="Arial"/>
                </a:rPr>
                <a:t>quality</a:t>
              </a:r>
              <a:r>
                <a:rPr sz="1050" b="0" dirty="0">
                  <a:solidFill>
                    <a:srgbClr val="272727"/>
                  </a:solidFill>
                  <a:latin typeface="Arial"/>
                </a:rPr>
                <a:t> + hiring capacity · </a:t>
              </a:r>
              <a:r>
                <a:rPr lang="en-US" sz="1050" b="0" dirty="0">
                  <a:solidFill>
                    <a:srgbClr val="272727"/>
                  </a:solidFill>
                  <a:latin typeface="Arial"/>
                </a:rPr>
                <a:t>R</a:t>
              </a:r>
              <a:r>
                <a:rPr sz="1050" b="0" dirty="0">
                  <a:solidFill>
                    <a:srgbClr val="272727"/>
                  </a:solidFill>
                  <a:latin typeface="Arial"/>
                </a:rPr>
                <a:t>ecommend channel mix · TAS lead </a:t>
              </a:r>
              <a:r>
                <a:rPr lang="en-US" sz="1050" b="0" dirty="0">
                  <a:solidFill>
                    <a:srgbClr val="272727"/>
                  </a:solidFill>
                  <a:latin typeface="Arial"/>
                </a:rPr>
                <a:t>reviews and </a:t>
              </a:r>
              <a:r>
                <a:rPr sz="1050" b="0" dirty="0">
                  <a:solidFill>
                    <a:srgbClr val="272727"/>
                  </a:solidFill>
                  <a:latin typeface="Arial"/>
                </a:rPr>
                <a:t>approves plan.</a:t>
              </a:r>
            </a:p>
          </p:txBody>
        </p:sp>
      </p:grpSp>
      <p:sp>
        <p:nvSpPr>
          <p:cNvPr id="22" name="Rectangle 21"/>
          <p:cNvSpPr/>
          <p:nvPr/>
        </p:nvSpPr>
        <p:spPr>
          <a:xfrm>
            <a:off x="6537960" y="1051560"/>
            <a:ext cx="2148840" cy="27432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629400" y="1143000"/>
            <a:ext cx="1965960" cy="442035"/>
          </a:xfrm>
          <a:prstGeom prst="rect">
            <a:avLst/>
          </a:prstGeom>
          <a:noFill/>
        </p:spPr>
        <p:txBody>
          <a:bodyPr wrap="square" lIns="36000" tIns="36000" rIns="36000" bIns="36000" anchor="t">
            <a:spAutoFit/>
          </a:bodyPr>
          <a:lstStyle/>
          <a:p>
            <a:pPr algn="ctr"/>
            <a:r>
              <a:rPr sz="1200" b="1" dirty="0">
                <a:solidFill>
                  <a:srgbClr val="FFFFFF"/>
                </a:solidFill>
                <a:latin typeface="Arial"/>
              </a:rPr>
              <a:t>TAS KNOWLEDGE</a:t>
            </a:r>
            <a:r>
              <a:rPr lang="en-US" sz="1200" b="1" dirty="0">
                <a:solidFill>
                  <a:srgbClr val="FFFFFF"/>
                </a:solidFill>
                <a:latin typeface="Arial"/>
              </a:rPr>
              <a:t>,</a:t>
            </a:r>
            <a:endParaRPr sz="1200" b="1" dirty="0">
              <a:solidFill>
                <a:srgbClr val="FFFFFF"/>
              </a:solidFill>
              <a:latin typeface="Arial"/>
            </a:endParaRPr>
          </a:p>
          <a:p>
            <a:pPr algn="ctr"/>
            <a:r>
              <a:rPr sz="1200" b="1" dirty="0">
                <a:solidFill>
                  <a:srgbClr val="FFFFFF"/>
                </a:solidFill>
                <a:latin typeface="Arial"/>
              </a:rPr>
              <a:t>DATA + GOVERNANCE</a:t>
            </a:r>
          </a:p>
        </p:txBody>
      </p:sp>
      <p:sp>
        <p:nvSpPr>
          <p:cNvPr id="24" name="TextBox 23"/>
          <p:cNvSpPr txBox="1"/>
          <p:nvPr/>
        </p:nvSpPr>
        <p:spPr>
          <a:xfrm>
            <a:off x="6629400" y="1691640"/>
            <a:ext cx="1965960" cy="1526947"/>
          </a:xfrm>
          <a:prstGeom prst="rect">
            <a:avLst/>
          </a:prstGeom>
          <a:noFill/>
        </p:spPr>
        <p:txBody>
          <a:bodyPr wrap="square" lIns="36000" tIns="36000" rIns="36000" bIns="36000" anchor="t">
            <a:spAutoFit/>
          </a:bodyPr>
          <a:lstStyle/>
          <a:p>
            <a:pPr algn="l"/>
            <a:r>
              <a:rPr sz="1050" b="0" dirty="0">
                <a:solidFill>
                  <a:srgbClr val="FFFFFF"/>
                </a:solidFill>
                <a:latin typeface="Arial"/>
              </a:rPr>
              <a:t>Living TAS graph: candidate · project · company · stakeholder · manpower</a:t>
            </a:r>
          </a:p>
          <a:p>
            <a:pPr algn="l"/>
            <a:endParaRPr sz="1050" b="0" dirty="0">
              <a:solidFill>
                <a:srgbClr val="FFFFFF"/>
              </a:solidFill>
              <a:latin typeface="Arial"/>
            </a:endParaRPr>
          </a:p>
          <a:p>
            <a:pPr algn="l"/>
            <a:r>
              <a:rPr sz="1050" b="0" dirty="0">
                <a:solidFill>
                  <a:srgbClr val="FFFFFF"/>
                </a:solidFill>
                <a:latin typeface="Arial"/>
              </a:rPr>
              <a:t>Rubric AI Worker: sealed scoring; rubric never </a:t>
            </a:r>
            <a:r>
              <a:rPr lang="en-US" sz="1050" dirty="0">
                <a:solidFill>
                  <a:srgbClr val="FFFFFF"/>
                </a:solidFill>
                <a:latin typeface="Arial"/>
              </a:rPr>
              <a:t>accessed by an</a:t>
            </a:r>
            <a:r>
              <a:rPr sz="1050" b="0" dirty="0">
                <a:solidFill>
                  <a:srgbClr val="FFFFFF"/>
                </a:solidFill>
                <a:latin typeface="Arial"/>
              </a:rPr>
              <a:t> LLM</a:t>
            </a:r>
            <a:r>
              <a:rPr lang="en-US" sz="1050" b="0" dirty="0">
                <a:solidFill>
                  <a:srgbClr val="FFFFFF"/>
                </a:solidFill>
                <a:latin typeface="Arial"/>
              </a:rPr>
              <a:t> chat</a:t>
            </a:r>
            <a:r>
              <a:rPr sz="1050" b="0" dirty="0">
                <a:solidFill>
                  <a:srgbClr val="FFFFFF"/>
                </a:solidFill>
                <a:latin typeface="Arial"/>
              </a:rPr>
              <a:t>.</a:t>
            </a:r>
          </a:p>
          <a:p>
            <a:pPr algn="l"/>
            <a:endParaRPr sz="1050" b="0" dirty="0">
              <a:solidFill>
                <a:srgbClr val="FFFFFF"/>
              </a:solidFill>
              <a:latin typeface="Arial"/>
            </a:endParaRPr>
          </a:p>
          <a:p>
            <a:pPr algn="l"/>
            <a:r>
              <a:rPr sz="1050" b="0" dirty="0">
                <a:solidFill>
                  <a:srgbClr val="FFFFFF"/>
                </a:solidFill>
                <a:latin typeface="Arial"/>
              </a:rPr>
              <a:t>Consent · PII · bias · audit logs</a:t>
            </a:r>
          </a:p>
        </p:txBody>
      </p:sp>
      <p:grpSp>
        <p:nvGrpSpPr>
          <p:cNvPr id="34" name="Group 33">
            <a:extLst>
              <a:ext uri="{FF2B5EF4-FFF2-40B4-BE49-F238E27FC236}">
                <a16:creationId xmlns:a16="http://schemas.microsoft.com/office/drawing/2014/main" id="{1551895F-C0A8-861D-72B1-08C65B319617}"/>
              </a:ext>
            </a:extLst>
          </p:cNvPr>
          <p:cNvGrpSpPr/>
          <p:nvPr/>
        </p:nvGrpSpPr>
        <p:grpSpPr>
          <a:xfrm>
            <a:off x="457200" y="3922775"/>
            <a:ext cx="8229600" cy="795528"/>
            <a:chOff x="457200" y="3886200"/>
            <a:chExt cx="8229600" cy="795528"/>
          </a:xfrm>
        </p:grpSpPr>
        <p:sp>
          <p:nvSpPr>
            <p:cNvPr id="25" name="Rectangle 24"/>
            <p:cNvSpPr/>
            <p:nvPr/>
          </p:nvSpPr>
          <p:spPr>
            <a:xfrm>
              <a:off x="457200" y="3886200"/>
              <a:ext cx="8229600" cy="795528"/>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 y="3931920"/>
              <a:ext cx="7863840" cy="241980"/>
            </a:xfrm>
            <a:prstGeom prst="rect">
              <a:avLst/>
            </a:prstGeom>
            <a:noFill/>
          </p:spPr>
          <p:txBody>
            <a:bodyPr wrap="square" lIns="36000" tIns="36000" rIns="36000" bIns="36000" anchor="t">
              <a:spAutoFit/>
            </a:bodyPr>
            <a:lstStyle/>
            <a:p>
              <a:pPr algn="l"/>
              <a:r>
                <a:rPr sz="1100" b="1" dirty="0">
                  <a:solidFill>
                    <a:srgbClr val="E8901E"/>
                  </a:solidFill>
                  <a:latin typeface="Arial"/>
                </a:rPr>
                <a:t>THE HARD CONSTRAINT </a:t>
              </a:r>
              <a:r>
                <a:rPr lang="en-US" sz="1100" b="1" dirty="0">
                  <a:solidFill>
                    <a:srgbClr val="E8901E"/>
                  </a:solidFill>
                  <a:latin typeface="Arial"/>
                </a:rPr>
                <a:t>-</a:t>
              </a:r>
              <a:r>
                <a:rPr sz="1100" b="1" dirty="0">
                  <a:solidFill>
                    <a:srgbClr val="E8901E"/>
                  </a:solidFill>
                  <a:latin typeface="Arial"/>
                </a:rPr>
                <a:t> THE </a:t>
              </a:r>
              <a:r>
                <a:rPr lang="en-US" sz="1100" b="1" dirty="0">
                  <a:solidFill>
                    <a:srgbClr val="E8901E"/>
                  </a:solidFill>
                  <a:latin typeface="Arial"/>
                </a:rPr>
                <a:t>SHORTLISTING </a:t>
              </a:r>
              <a:r>
                <a:rPr sz="1100" b="1" dirty="0">
                  <a:solidFill>
                    <a:srgbClr val="E8901E"/>
                  </a:solidFill>
                  <a:latin typeface="Arial"/>
                </a:rPr>
                <a:t>RUBRIC STAYS </a:t>
              </a:r>
              <a:r>
                <a:rPr lang="en-US" sz="1100" b="1" dirty="0">
                  <a:solidFill>
                    <a:srgbClr val="E8901E"/>
                  </a:solidFill>
                  <a:latin typeface="Arial"/>
                </a:rPr>
                <a:t>SECURED </a:t>
              </a:r>
              <a:endParaRPr sz="1100" b="1" dirty="0">
                <a:solidFill>
                  <a:srgbClr val="E8901E"/>
                </a:solidFill>
                <a:latin typeface="Arial"/>
              </a:endParaRPr>
            </a:p>
          </p:txBody>
        </p:sp>
        <p:sp>
          <p:nvSpPr>
            <p:cNvPr id="27" name="TextBox 26"/>
            <p:cNvSpPr txBox="1"/>
            <p:nvPr/>
          </p:nvSpPr>
          <p:spPr>
            <a:xfrm>
              <a:off x="640080" y="4160520"/>
              <a:ext cx="7863840" cy="411257"/>
            </a:xfrm>
            <a:prstGeom prst="rect">
              <a:avLst/>
            </a:prstGeom>
            <a:noFill/>
          </p:spPr>
          <p:txBody>
            <a:bodyPr wrap="square" lIns="36000" tIns="36000" rIns="36000" bIns="36000" anchor="t">
              <a:spAutoFit/>
            </a:bodyPr>
            <a:lstStyle/>
            <a:p>
              <a:pPr algn="l"/>
              <a:r>
                <a:rPr sz="1100" b="0" dirty="0">
                  <a:solidFill>
                    <a:srgbClr val="FFFFFF"/>
                  </a:solidFill>
                  <a:latin typeface="Arial"/>
                </a:rPr>
                <a:t>The TAS screening rubric is never </a:t>
              </a:r>
              <a:r>
                <a:rPr lang="en-US" sz="1100" dirty="0">
                  <a:solidFill>
                    <a:srgbClr val="FFFFFF"/>
                  </a:solidFill>
                  <a:latin typeface="Arial"/>
                </a:rPr>
                <a:t>interfaced via</a:t>
              </a:r>
              <a:r>
                <a:rPr sz="1100" b="0" dirty="0">
                  <a:solidFill>
                    <a:srgbClr val="FFFFFF"/>
                  </a:solidFill>
                  <a:latin typeface="Arial"/>
                </a:rPr>
                <a:t> LLM</a:t>
              </a:r>
              <a:r>
                <a:rPr lang="en-US" sz="1100" b="0" dirty="0">
                  <a:solidFill>
                    <a:srgbClr val="FFFFFF"/>
                  </a:solidFill>
                  <a:latin typeface="Arial"/>
                </a:rPr>
                <a:t> chat</a:t>
              </a:r>
              <a:r>
                <a:rPr sz="1100" b="0" dirty="0">
                  <a:solidFill>
                    <a:srgbClr val="FFFFFF"/>
                  </a:solidFill>
                  <a:latin typeface="Arial"/>
                </a:rPr>
                <a:t>. Scoring is done by a deterministic Rubric AI Worker</a:t>
              </a:r>
              <a:r>
                <a:rPr lang="en-US" sz="1100" b="0" dirty="0">
                  <a:solidFill>
                    <a:srgbClr val="FFFFFF"/>
                  </a:solidFill>
                  <a:latin typeface="Arial"/>
                </a:rPr>
                <a:t> having specific API</a:t>
              </a:r>
              <a:r>
                <a:rPr sz="1100" b="0" dirty="0">
                  <a:solidFill>
                    <a:srgbClr val="FFFFFF"/>
                  </a:solidFill>
                  <a:latin typeface="Arial"/>
                </a:rPr>
                <a:t> </a:t>
              </a:r>
              <a:r>
                <a:rPr lang="en-US" sz="1100" b="0" dirty="0">
                  <a:solidFill>
                    <a:srgbClr val="FFFFFF"/>
                  </a:solidFill>
                  <a:latin typeface="Arial"/>
                </a:rPr>
                <a:t>interfaces</a:t>
              </a:r>
              <a:r>
                <a:rPr sz="1100" b="0" dirty="0">
                  <a:solidFill>
                    <a:srgbClr val="FFFFFF"/>
                  </a:solidFill>
                  <a:latin typeface="Arial"/>
                </a:rPr>
                <a:t>. </a:t>
              </a:r>
              <a:r>
                <a:rPr lang="en-US" sz="1100" dirty="0">
                  <a:solidFill>
                    <a:srgbClr val="FFFFFF"/>
                  </a:solidFill>
                  <a:latin typeface="Arial"/>
                </a:rPr>
                <a:t>The rubric never directly used outside of the worker environment</a:t>
              </a:r>
              <a:r>
                <a:rPr sz="1100" b="0" dirty="0">
                  <a:solidFill>
                    <a:srgbClr val="FFFFFF"/>
                  </a:solidFill>
                  <a:latin typeface="Arial"/>
                </a:rPr>
                <a:t>.</a:t>
              </a:r>
            </a:p>
          </p:txBody>
        </p:sp>
      </p:grpSp>
      <p:sp>
        <p:nvSpPr>
          <p:cNvPr id="28" name="TextBox 27"/>
          <p:cNvSpPr txBox="1"/>
          <p:nvPr/>
        </p:nvSpPr>
        <p:spPr>
          <a:xfrm>
            <a:off x="8046720" y="4864608"/>
            <a:ext cx="914400" cy="195814"/>
          </a:xfrm>
          <a:prstGeom prst="rect">
            <a:avLst/>
          </a:prstGeom>
          <a:noFill/>
        </p:spPr>
        <p:txBody>
          <a:bodyPr wrap="square" lIns="36000" tIns="36000" rIns="36000" bIns="36000" anchor="t">
            <a:spAutoFit/>
          </a:bodyPr>
          <a:lstStyle/>
          <a:p>
            <a:pPr algn="r"/>
            <a:r>
              <a:rPr sz="800" b="0" dirty="0">
                <a:solidFill>
                  <a:srgbClr val="999999"/>
                </a:solidFill>
                <a:latin typeface="Arial"/>
              </a:rPr>
              <a:t>14 / </a:t>
            </a:r>
            <a:r>
              <a:rPr lang="en-US" sz="800" dirty="0">
                <a:solidFill>
                  <a:srgbClr val="999999"/>
                </a:solidFill>
                <a:latin typeface="Arial"/>
              </a:rPr>
              <a:t>27</a:t>
            </a:r>
            <a:endParaRPr sz="800" b="0" dirty="0">
              <a:solidFill>
                <a:srgbClr val="999999"/>
              </a:solidFill>
              <a:latin typeface="Arial"/>
            </a:endParaRPr>
          </a:p>
        </p:txBody>
      </p:sp>
      <p:pic>
        <p:nvPicPr>
          <p:cNvPr id="29" name="Picture 8" descr="Tata logo png, Tata icon transparent png 20975508 PNG">
            <a:extLst>
              <a:ext uri="{FF2B5EF4-FFF2-40B4-BE49-F238E27FC236}">
                <a16:creationId xmlns:a16="http://schemas.microsoft.com/office/drawing/2014/main" id="{60F8649D-DF52-2930-22A5-9B0F3B8F8B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7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28600"/>
            <a:ext cx="8229600" cy="380480"/>
          </a:xfrm>
          <a:prstGeom prst="rect">
            <a:avLst/>
          </a:prstGeom>
          <a:noFill/>
        </p:spPr>
        <p:txBody>
          <a:bodyPr wrap="square" lIns="36000" tIns="36000" rIns="36000" bIns="36000" anchor="t">
            <a:spAutoFit/>
          </a:bodyPr>
          <a:lstStyle/>
          <a:p>
            <a:pPr algn="l"/>
            <a:r>
              <a:rPr sz="2000" b="1" dirty="0">
                <a:solidFill>
                  <a:srgbClr val="001B5B"/>
                </a:solidFill>
                <a:latin typeface="Arial"/>
              </a:rPr>
              <a:t>TAS role workbenches mirror TMTC</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algn="l"/>
            <a:r>
              <a:rPr sz="800" b="0" dirty="0">
                <a:solidFill>
                  <a:srgbClr val="999999"/>
                </a:solidFill>
                <a:latin typeface="Arial"/>
              </a:rPr>
              <a:t>AI-NATIVE HR · </a:t>
            </a:r>
            <a:r>
              <a:rPr lang="en-IN" sz="800" b="0" dirty="0">
                <a:solidFill>
                  <a:srgbClr val="999999"/>
                </a:solidFill>
                <a:latin typeface="Arial"/>
              </a:rPr>
              <a:t>FINAL REVIEW</a:t>
            </a:r>
            <a:endParaRPr sz="800" b="0" dirty="0">
              <a:solidFill>
                <a:srgbClr val="999999"/>
              </a:solidFill>
              <a:latin typeface="Arial"/>
            </a:endParaRPr>
          </a:p>
        </p:txBody>
      </p:sp>
      <p:grpSp>
        <p:nvGrpSpPr>
          <p:cNvPr id="34" name="Group 33">
            <a:extLst>
              <a:ext uri="{FF2B5EF4-FFF2-40B4-BE49-F238E27FC236}">
                <a16:creationId xmlns:a16="http://schemas.microsoft.com/office/drawing/2014/main" id="{A8D340D0-1A63-C494-9245-801B974FBD8E}"/>
              </a:ext>
            </a:extLst>
          </p:cNvPr>
          <p:cNvGrpSpPr/>
          <p:nvPr/>
        </p:nvGrpSpPr>
        <p:grpSpPr>
          <a:xfrm>
            <a:off x="457200" y="960120"/>
            <a:ext cx="2743200" cy="1783080"/>
            <a:chOff x="457200" y="960120"/>
            <a:chExt cx="2743200" cy="1783080"/>
          </a:xfrm>
        </p:grpSpPr>
        <p:sp>
          <p:nvSpPr>
            <p:cNvPr id="6" name="Rectangle 5"/>
            <p:cNvSpPr/>
            <p:nvPr/>
          </p:nvSpPr>
          <p:spPr>
            <a:xfrm>
              <a:off x="457200" y="960120"/>
              <a:ext cx="2743200" cy="178308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960120"/>
              <a:ext cx="2743200" cy="32004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996696"/>
              <a:ext cx="2560320" cy="234286"/>
            </a:xfrm>
            <a:prstGeom prst="rect">
              <a:avLst/>
            </a:prstGeom>
            <a:noFill/>
          </p:spPr>
          <p:txBody>
            <a:bodyPr wrap="square" lIns="36000" tIns="36000" rIns="36000" bIns="36000" anchor="t">
              <a:spAutoFit/>
            </a:bodyPr>
            <a:lstStyle/>
            <a:p>
              <a:pPr algn="ctr"/>
              <a:r>
                <a:rPr sz="1050" b="1" dirty="0">
                  <a:solidFill>
                    <a:srgbClr val="FFFFFF"/>
                  </a:solidFill>
                  <a:latin typeface="Arial"/>
                </a:rPr>
                <a:t>RECRUITING &amp; SELECTION LEAD</a:t>
              </a:r>
            </a:p>
          </p:txBody>
        </p:sp>
        <p:sp>
          <p:nvSpPr>
            <p:cNvPr id="9" name="TextBox 8"/>
            <p:cNvSpPr txBox="1"/>
            <p:nvPr/>
          </p:nvSpPr>
          <p:spPr>
            <a:xfrm>
              <a:off x="566928" y="1344168"/>
              <a:ext cx="2560320" cy="534368"/>
            </a:xfrm>
            <a:prstGeom prst="rect">
              <a:avLst/>
            </a:prstGeom>
            <a:noFill/>
          </p:spPr>
          <p:txBody>
            <a:bodyPr wrap="square" lIns="36000" tIns="36000" rIns="36000" bIns="36000" anchor="t">
              <a:spAutoFit/>
            </a:bodyPr>
            <a:lstStyle/>
            <a:p>
              <a:pPr algn="l"/>
              <a:r>
                <a:rPr sz="1000" b="0" dirty="0">
                  <a:solidFill>
                    <a:srgbClr val="272727"/>
                  </a:solidFill>
                  <a:latin typeface="Arial"/>
                </a:rPr>
                <a:t>AI: channel calendar · vendor collation · rubric-blind triage · </a:t>
              </a:r>
              <a:r>
                <a:rPr sz="1000" b="0" dirty="0" err="1">
                  <a:solidFill>
                    <a:srgbClr val="272727"/>
                  </a:solidFill>
                  <a:latin typeface="Arial"/>
                </a:rPr>
                <a:t>panellist</a:t>
              </a:r>
              <a:r>
                <a:rPr sz="1000" b="0" dirty="0">
                  <a:solidFill>
                    <a:srgbClr val="272727"/>
                  </a:solidFill>
                  <a:latin typeface="Arial"/>
                </a:rPr>
                <a:t> concierge · TIC video triage.</a:t>
              </a:r>
            </a:p>
          </p:txBody>
        </p:sp>
        <p:sp>
          <p:nvSpPr>
            <p:cNvPr id="10" name="TextBox 9"/>
            <p:cNvSpPr txBox="1"/>
            <p:nvPr/>
          </p:nvSpPr>
          <p:spPr>
            <a:xfrm>
              <a:off x="566928" y="2148840"/>
              <a:ext cx="2560320" cy="380480"/>
            </a:xfrm>
            <a:prstGeom prst="rect">
              <a:avLst/>
            </a:prstGeom>
            <a:noFill/>
          </p:spPr>
          <p:txBody>
            <a:bodyPr wrap="square" lIns="36000" tIns="36000" rIns="36000" bIns="36000" anchor="t">
              <a:spAutoFit/>
            </a:bodyPr>
            <a:lstStyle/>
            <a:p>
              <a:pPr algn="l"/>
              <a:r>
                <a:rPr sz="1000" b="1" dirty="0">
                  <a:solidFill>
                    <a:srgbClr val="001B5B"/>
                  </a:solidFill>
                  <a:latin typeface="Arial"/>
                </a:rPr>
                <a:t>Owns: se</a:t>
              </a:r>
              <a:r>
                <a:rPr lang="en-US" sz="1000" b="1" dirty="0">
                  <a:solidFill>
                    <a:srgbClr val="001B5B"/>
                  </a:solidFill>
                  <a:latin typeface="Arial"/>
                </a:rPr>
                <a:t>cured</a:t>
              </a:r>
              <a:r>
                <a:rPr sz="1000" b="1" dirty="0">
                  <a:solidFill>
                    <a:srgbClr val="001B5B"/>
                  </a:solidFill>
                  <a:latin typeface="Arial"/>
                </a:rPr>
                <a:t> rubric · screening calls · </a:t>
              </a:r>
              <a:r>
                <a:rPr sz="1000" b="1" dirty="0" err="1">
                  <a:solidFill>
                    <a:srgbClr val="001B5B"/>
                  </a:solidFill>
                  <a:latin typeface="Arial"/>
                </a:rPr>
                <a:t>panellist</a:t>
              </a:r>
              <a:r>
                <a:rPr sz="1000" b="1" dirty="0">
                  <a:solidFill>
                    <a:srgbClr val="001B5B"/>
                  </a:solidFill>
                  <a:latin typeface="Arial"/>
                </a:rPr>
                <a:t> briefing · channel quality.</a:t>
              </a:r>
            </a:p>
          </p:txBody>
        </p:sp>
      </p:grpSp>
      <p:grpSp>
        <p:nvGrpSpPr>
          <p:cNvPr id="35" name="Group 34">
            <a:extLst>
              <a:ext uri="{FF2B5EF4-FFF2-40B4-BE49-F238E27FC236}">
                <a16:creationId xmlns:a16="http://schemas.microsoft.com/office/drawing/2014/main" id="{BB2243B1-EF13-6B35-BC6B-42F9C68982A3}"/>
              </a:ext>
            </a:extLst>
          </p:cNvPr>
          <p:cNvGrpSpPr/>
          <p:nvPr/>
        </p:nvGrpSpPr>
        <p:grpSpPr>
          <a:xfrm>
            <a:off x="3246120" y="960120"/>
            <a:ext cx="2743200" cy="1783080"/>
            <a:chOff x="3246120" y="960120"/>
            <a:chExt cx="2743200" cy="1783080"/>
          </a:xfrm>
        </p:grpSpPr>
        <p:sp>
          <p:nvSpPr>
            <p:cNvPr id="11" name="Rectangle 10"/>
            <p:cNvSpPr/>
            <p:nvPr/>
          </p:nvSpPr>
          <p:spPr>
            <a:xfrm>
              <a:off x="3246120" y="960120"/>
              <a:ext cx="2743200" cy="178308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46120" y="960120"/>
              <a:ext cx="2743200" cy="32004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55848" y="996696"/>
              <a:ext cx="2560320" cy="234286"/>
            </a:xfrm>
            <a:prstGeom prst="rect">
              <a:avLst/>
            </a:prstGeom>
            <a:noFill/>
          </p:spPr>
          <p:txBody>
            <a:bodyPr wrap="square" lIns="36000" tIns="36000" rIns="36000" bIns="36000" anchor="t">
              <a:spAutoFit/>
            </a:bodyPr>
            <a:lstStyle/>
            <a:p>
              <a:pPr algn="ctr"/>
              <a:r>
                <a:rPr sz="1050" b="1" dirty="0">
                  <a:solidFill>
                    <a:srgbClr val="FFFFFF"/>
                  </a:solidFill>
                  <a:latin typeface="Arial"/>
                </a:rPr>
                <a:t>YEAR 1–2 PROGRAM </a:t>
              </a:r>
              <a:r>
                <a:rPr lang="en-US" sz="1050" b="1" dirty="0">
                  <a:solidFill>
                    <a:srgbClr val="FFFFFF"/>
                  </a:solidFill>
                  <a:latin typeface="Arial"/>
                </a:rPr>
                <a:t>LEAD</a:t>
              </a:r>
              <a:endParaRPr sz="1050" b="1" dirty="0">
                <a:solidFill>
                  <a:srgbClr val="FFFFFF"/>
                </a:solidFill>
                <a:latin typeface="Arial"/>
              </a:endParaRPr>
            </a:p>
          </p:txBody>
        </p:sp>
        <p:sp>
          <p:nvSpPr>
            <p:cNvPr id="14" name="TextBox 13"/>
            <p:cNvSpPr txBox="1"/>
            <p:nvPr/>
          </p:nvSpPr>
          <p:spPr>
            <a:xfrm>
              <a:off x="3355848" y="1344168"/>
              <a:ext cx="2560320" cy="777240"/>
            </a:xfrm>
            <a:prstGeom prst="rect">
              <a:avLst/>
            </a:prstGeom>
            <a:noFill/>
          </p:spPr>
          <p:txBody>
            <a:bodyPr wrap="square" lIns="36000" tIns="36000" rIns="36000" bIns="36000" anchor="t">
              <a:spAutoFit/>
            </a:bodyPr>
            <a:lstStyle/>
            <a:p>
              <a:pPr algn="l"/>
              <a:r>
                <a:rPr sz="800" b="0">
                  <a:solidFill>
                    <a:srgbClr val="272727"/>
                  </a:solidFill>
                  <a:latin typeface="Arial"/>
                </a:rPr>
                <a:t>AI: stint matching graph · appraisal orchestrator · transfer concierge · manpower reconciliation · Tata Sons billing draft.</a:t>
              </a:r>
            </a:p>
          </p:txBody>
        </p:sp>
        <p:sp>
          <p:nvSpPr>
            <p:cNvPr id="15" name="TextBox 14"/>
            <p:cNvSpPr txBox="1"/>
            <p:nvPr/>
          </p:nvSpPr>
          <p:spPr>
            <a:xfrm>
              <a:off x="3355848" y="2104950"/>
              <a:ext cx="2560320" cy="534368"/>
            </a:xfrm>
            <a:prstGeom prst="rect">
              <a:avLst/>
            </a:prstGeom>
            <a:noFill/>
          </p:spPr>
          <p:txBody>
            <a:bodyPr wrap="square" lIns="36000" tIns="36000" rIns="36000" bIns="36000" anchor="t">
              <a:spAutoFit/>
            </a:bodyPr>
            <a:lstStyle/>
            <a:p>
              <a:pPr algn="l"/>
              <a:r>
                <a:rPr sz="1000" b="1" dirty="0">
                  <a:solidFill>
                    <a:srgbClr val="001B5B"/>
                  </a:solidFill>
                  <a:latin typeface="Arial"/>
                </a:rPr>
                <a:t>Owns: matching conversations · appraisal narrative · Y2 exceptions · finance approvals · alumni.</a:t>
              </a:r>
            </a:p>
          </p:txBody>
        </p:sp>
      </p:grpSp>
      <p:grpSp>
        <p:nvGrpSpPr>
          <p:cNvPr id="36" name="Group 35">
            <a:extLst>
              <a:ext uri="{FF2B5EF4-FFF2-40B4-BE49-F238E27FC236}">
                <a16:creationId xmlns:a16="http://schemas.microsoft.com/office/drawing/2014/main" id="{056E54F7-7966-B5D9-6F3D-DD66C5C75938}"/>
              </a:ext>
            </a:extLst>
          </p:cNvPr>
          <p:cNvGrpSpPr/>
          <p:nvPr/>
        </p:nvGrpSpPr>
        <p:grpSpPr>
          <a:xfrm>
            <a:off x="6035040" y="960120"/>
            <a:ext cx="2743200" cy="1783080"/>
            <a:chOff x="6035040" y="960120"/>
            <a:chExt cx="2743200" cy="1783080"/>
          </a:xfrm>
        </p:grpSpPr>
        <p:sp>
          <p:nvSpPr>
            <p:cNvPr id="16" name="Rectangle 15"/>
            <p:cNvSpPr/>
            <p:nvPr/>
          </p:nvSpPr>
          <p:spPr>
            <a:xfrm>
              <a:off x="6035040" y="960120"/>
              <a:ext cx="2743200" cy="178308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035040" y="960120"/>
              <a:ext cx="2743200" cy="32004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44768" y="996696"/>
              <a:ext cx="2560320" cy="234286"/>
            </a:xfrm>
            <a:prstGeom prst="rect">
              <a:avLst/>
            </a:prstGeom>
            <a:noFill/>
          </p:spPr>
          <p:txBody>
            <a:bodyPr wrap="square" lIns="36000" tIns="36000" rIns="36000" bIns="36000" anchor="t">
              <a:spAutoFit/>
            </a:bodyPr>
            <a:lstStyle/>
            <a:p>
              <a:pPr algn="ctr"/>
              <a:r>
                <a:rPr lang="en-US" sz="1050" b="1" dirty="0">
                  <a:solidFill>
                    <a:srgbClr val="FFFFFF"/>
                  </a:solidFill>
                  <a:latin typeface="Arial"/>
                </a:rPr>
                <a:t>INTERVIEW </a:t>
              </a:r>
              <a:r>
                <a:rPr sz="1050" b="1" dirty="0">
                  <a:solidFill>
                    <a:srgbClr val="FFFFFF"/>
                  </a:solidFill>
                  <a:latin typeface="Arial"/>
                </a:rPr>
                <a:t>PANEL</a:t>
              </a:r>
              <a:r>
                <a:rPr lang="en-US" sz="1050" b="1" dirty="0">
                  <a:solidFill>
                    <a:srgbClr val="FFFFFF"/>
                  </a:solidFill>
                  <a:latin typeface="Arial"/>
                </a:rPr>
                <a:t>ISTS</a:t>
              </a:r>
              <a:endParaRPr sz="1050" b="1" dirty="0">
                <a:solidFill>
                  <a:srgbClr val="FFFFFF"/>
                </a:solidFill>
                <a:latin typeface="Arial"/>
              </a:endParaRPr>
            </a:p>
          </p:txBody>
        </p:sp>
        <p:sp>
          <p:nvSpPr>
            <p:cNvPr id="19" name="TextBox 18"/>
            <p:cNvSpPr txBox="1"/>
            <p:nvPr/>
          </p:nvSpPr>
          <p:spPr>
            <a:xfrm>
              <a:off x="6144768" y="1344168"/>
              <a:ext cx="2560320" cy="380480"/>
            </a:xfrm>
            <a:prstGeom prst="rect">
              <a:avLst/>
            </a:prstGeom>
            <a:noFill/>
          </p:spPr>
          <p:txBody>
            <a:bodyPr wrap="square" lIns="36000" tIns="36000" rIns="36000" bIns="36000" anchor="t">
              <a:spAutoFit/>
            </a:bodyPr>
            <a:lstStyle/>
            <a:p>
              <a:pPr algn="l"/>
              <a:r>
                <a:rPr sz="1000" b="0" dirty="0">
                  <a:solidFill>
                    <a:srgbClr val="272727"/>
                  </a:solidFill>
                  <a:latin typeface="Arial"/>
                </a:rPr>
                <a:t>AI: pre-briefed dossier · calendar logistics · </a:t>
              </a:r>
              <a:r>
                <a:rPr sz="1000" b="0" dirty="0" err="1">
                  <a:solidFill>
                    <a:srgbClr val="272727"/>
                  </a:solidFill>
                  <a:latin typeface="Arial"/>
                </a:rPr>
                <a:t>iON</a:t>
              </a:r>
              <a:r>
                <a:rPr sz="1000" b="0" dirty="0">
                  <a:solidFill>
                    <a:srgbClr val="272727"/>
                  </a:solidFill>
                  <a:latin typeface="Arial"/>
                </a:rPr>
                <a:t> evaluation capture.</a:t>
              </a:r>
            </a:p>
          </p:txBody>
        </p:sp>
        <p:sp>
          <p:nvSpPr>
            <p:cNvPr id="20" name="TextBox 19"/>
            <p:cNvSpPr txBox="1"/>
            <p:nvPr/>
          </p:nvSpPr>
          <p:spPr>
            <a:xfrm>
              <a:off x="6144768" y="2148840"/>
              <a:ext cx="2560320" cy="380480"/>
            </a:xfrm>
            <a:prstGeom prst="rect">
              <a:avLst/>
            </a:prstGeom>
            <a:noFill/>
          </p:spPr>
          <p:txBody>
            <a:bodyPr wrap="square" lIns="36000" tIns="36000" rIns="36000" bIns="36000" anchor="t">
              <a:spAutoFit/>
            </a:bodyPr>
            <a:lstStyle/>
            <a:p>
              <a:pPr algn="l"/>
              <a:r>
                <a:rPr sz="1000" b="1" dirty="0">
                  <a:solidFill>
                    <a:srgbClr val="001B5B"/>
                  </a:solidFill>
                  <a:latin typeface="Arial"/>
                </a:rPr>
                <a:t>Owns: evaluation · conversation · reasoning trace.</a:t>
              </a:r>
            </a:p>
          </p:txBody>
        </p:sp>
      </p:grpSp>
      <p:grpSp>
        <p:nvGrpSpPr>
          <p:cNvPr id="38" name="Group 37">
            <a:extLst>
              <a:ext uri="{FF2B5EF4-FFF2-40B4-BE49-F238E27FC236}">
                <a16:creationId xmlns:a16="http://schemas.microsoft.com/office/drawing/2014/main" id="{9573D5AA-30E5-BB65-B933-0B6DDF5FAA7A}"/>
              </a:ext>
            </a:extLst>
          </p:cNvPr>
          <p:cNvGrpSpPr/>
          <p:nvPr/>
        </p:nvGrpSpPr>
        <p:grpSpPr>
          <a:xfrm>
            <a:off x="457200" y="2834640"/>
            <a:ext cx="2743200" cy="1783080"/>
            <a:chOff x="457200" y="2834640"/>
            <a:chExt cx="2743200" cy="1783080"/>
          </a:xfrm>
        </p:grpSpPr>
        <p:sp>
          <p:nvSpPr>
            <p:cNvPr id="21" name="Rectangle 20"/>
            <p:cNvSpPr/>
            <p:nvPr/>
          </p:nvSpPr>
          <p:spPr>
            <a:xfrm>
              <a:off x="457200" y="2834640"/>
              <a:ext cx="2743200" cy="178308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200" y="2834640"/>
              <a:ext cx="2743200" cy="32004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66928" y="2871216"/>
              <a:ext cx="2560320" cy="234286"/>
            </a:xfrm>
            <a:prstGeom prst="rect">
              <a:avLst/>
            </a:prstGeom>
            <a:noFill/>
          </p:spPr>
          <p:txBody>
            <a:bodyPr wrap="square" lIns="36000" tIns="36000" rIns="36000" bIns="36000" anchor="t">
              <a:spAutoFit/>
            </a:bodyPr>
            <a:lstStyle/>
            <a:p>
              <a:pPr algn="ctr"/>
              <a:r>
                <a:rPr sz="1050" b="1" dirty="0">
                  <a:solidFill>
                    <a:srgbClr val="FFFFFF"/>
                  </a:solidFill>
                  <a:latin typeface="Arial"/>
                </a:rPr>
                <a:t>CANDIDATE / TAS RECRUIT</a:t>
              </a:r>
            </a:p>
          </p:txBody>
        </p:sp>
        <p:sp>
          <p:nvSpPr>
            <p:cNvPr id="24" name="TextBox 23"/>
            <p:cNvSpPr txBox="1"/>
            <p:nvPr/>
          </p:nvSpPr>
          <p:spPr>
            <a:xfrm>
              <a:off x="566928" y="3218688"/>
              <a:ext cx="2560320" cy="688256"/>
            </a:xfrm>
            <a:prstGeom prst="rect">
              <a:avLst/>
            </a:prstGeom>
            <a:noFill/>
          </p:spPr>
          <p:txBody>
            <a:bodyPr wrap="square" lIns="36000" tIns="36000" rIns="36000" bIns="36000" anchor="t">
              <a:spAutoFit/>
            </a:bodyPr>
            <a:lstStyle/>
            <a:p>
              <a:pPr algn="l"/>
              <a:r>
                <a:rPr sz="1000" b="0" dirty="0">
                  <a:solidFill>
                    <a:srgbClr val="272727"/>
                  </a:solidFill>
                  <a:latin typeface="Arial"/>
                </a:rPr>
                <a:t>AI: </a:t>
              </a:r>
              <a:r>
                <a:rPr lang="en-US" sz="1000" dirty="0">
                  <a:solidFill>
                    <a:srgbClr val="272727"/>
                  </a:solidFill>
                  <a:latin typeface="Arial"/>
                </a:rPr>
                <a:t>hiring </a:t>
              </a:r>
              <a:r>
                <a:rPr sz="1000" b="0" dirty="0">
                  <a:solidFill>
                    <a:srgbClr val="272727"/>
                  </a:solidFill>
                  <a:latin typeface="Arial"/>
                </a:rPr>
                <a:t>channel-specific Q&amp;A · stint matching transparency · Y1 PM reminders · Y2 placement support · living profile (consented).</a:t>
              </a:r>
            </a:p>
          </p:txBody>
        </p:sp>
        <p:sp>
          <p:nvSpPr>
            <p:cNvPr id="25" name="TextBox 24"/>
            <p:cNvSpPr txBox="1"/>
            <p:nvPr/>
          </p:nvSpPr>
          <p:spPr>
            <a:xfrm>
              <a:off x="566928" y="4023360"/>
              <a:ext cx="2560320" cy="226591"/>
            </a:xfrm>
            <a:prstGeom prst="rect">
              <a:avLst/>
            </a:prstGeom>
            <a:noFill/>
          </p:spPr>
          <p:txBody>
            <a:bodyPr wrap="square" lIns="36000" tIns="36000" rIns="36000" bIns="36000" anchor="t">
              <a:spAutoFit/>
            </a:bodyPr>
            <a:lstStyle/>
            <a:p>
              <a:pPr algn="l"/>
              <a:r>
                <a:rPr sz="1000" b="1" dirty="0">
                  <a:solidFill>
                    <a:srgbClr val="001B5B"/>
                  </a:solidFill>
                  <a:latin typeface="Arial"/>
                </a:rPr>
                <a:t>Owns: goals · preferences.</a:t>
              </a:r>
            </a:p>
          </p:txBody>
        </p:sp>
      </p:grpSp>
      <p:grpSp>
        <p:nvGrpSpPr>
          <p:cNvPr id="39" name="Group 38">
            <a:extLst>
              <a:ext uri="{FF2B5EF4-FFF2-40B4-BE49-F238E27FC236}">
                <a16:creationId xmlns:a16="http://schemas.microsoft.com/office/drawing/2014/main" id="{CB3B69A5-4055-3E63-68A9-83FD95C74636}"/>
              </a:ext>
            </a:extLst>
          </p:cNvPr>
          <p:cNvGrpSpPr/>
          <p:nvPr/>
        </p:nvGrpSpPr>
        <p:grpSpPr>
          <a:xfrm>
            <a:off x="6025891" y="2834640"/>
            <a:ext cx="2743200" cy="1783080"/>
            <a:chOff x="3246120" y="2834640"/>
            <a:chExt cx="2743200" cy="1783080"/>
          </a:xfrm>
        </p:grpSpPr>
        <p:sp>
          <p:nvSpPr>
            <p:cNvPr id="26" name="Rectangle 25"/>
            <p:cNvSpPr/>
            <p:nvPr/>
          </p:nvSpPr>
          <p:spPr>
            <a:xfrm>
              <a:off x="3246120" y="2834640"/>
              <a:ext cx="2743200" cy="178308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7" name="Group 36">
              <a:extLst>
                <a:ext uri="{FF2B5EF4-FFF2-40B4-BE49-F238E27FC236}">
                  <a16:creationId xmlns:a16="http://schemas.microsoft.com/office/drawing/2014/main" id="{E3EB5026-3183-6876-475B-B889C1C334BA}"/>
                </a:ext>
              </a:extLst>
            </p:cNvPr>
            <p:cNvGrpSpPr/>
            <p:nvPr/>
          </p:nvGrpSpPr>
          <p:grpSpPr>
            <a:xfrm>
              <a:off x="3246120" y="2834640"/>
              <a:ext cx="2743200" cy="1415311"/>
              <a:chOff x="3246120" y="2834640"/>
              <a:chExt cx="2743200" cy="1415311"/>
            </a:xfrm>
          </p:grpSpPr>
          <p:sp>
            <p:nvSpPr>
              <p:cNvPr id="27" name="Rectangle 26"/>
              <p:cNvSpPr/>
              <p:nvPr/>
            </p:nvSpPr>
            <p:spPr>
              <a:xfrm>
                <a:off x="3246120" y="2834640"/>
                <a:ext cx="2743200" cy="32004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355848" y="2871216"/>
                <a:ext cx="2560320" cy="234286"/>
              </a:xfrm>
              <a:prstGeom prst="rect">
                <a:avLst/>
              </a:prstGeom>
              <a:noFill/>
            </p:spPr>
            <p:txBody>
              <a:bodyPr wrap="square" lIns="36000" tIns="36000" rIns="36000" bIns="36000" anchor="t">
                <a:spAutoFit/>
              </a:bodyPr>
              <a:lstStyle/>
              <a:p>
                <a:pPr algn="l"/>
                <a:r>
                  <a:rPr sz="1050" b="1" dirty="0">
                    <a:solidFill>
                      <a:srgbClr val="FFFFFF"/>
                    </a:solidFill>
                    <a:latin typeface="Arial"/>
                  </a:rPr>
                  <a:t>GROUP COMPANY HR SPOC</a:t>
                </a:r>
              </a:p>
            </p:txBody>
          </p:sp>
          <p:sp>
            <p:nvSpPr>
              <p:cNvPr id="29" name="TextBox 28"/>
              <p:cNvSpPr txBox="1"/>
              <p:nvPr/>
            </p:nvSpPr>
            <p:spPr>
              <a:xfrm>
                <a:off x="3355848" y="3218688"/>
                <a:ext cx="2560320" cy="534368"/>
              </a:xfrm>
              <a:prstGeom prst="rect">
                <a:avLst/>
              </a:prstGeom>
              <a:noFill/>
            </p:spPr>
            <p:txBody>
              <a:bodyPr wrap="square" lIns="36000" tIns="36000" rIns="36000" bIns="36000" anchor="t">
                <a:spAutoFit/>
              </a:bodyPr>
              <a:lstStyle/>
              <a:p>
                <a:pPr algn="l"/>
                <a:r>
                  <a:rPr sz="1000" b="0" dirty="0">
                    <a:solidFill>
                      <a:srgbClr val="272727"/>
                    </a:solidFill>
                    <a:latin typeface="Arial"/>
                  </a:rPr>
                  <a:t>AI: auto-drafted quarterly manpower </a:t>
                </a:r>
                <a:r>
                  <a:rPr lang="en-US" sz="1000" dirty="0">
                    <a:solidFill>
                      <a:srgbClr val="272727"/>
                    </a:solidFill>
                    <a:latin typeface="Arial"/>
                  </a:rPr>
                  <a:t>report</a:t>
                </a:r>
                <a:r>
                  <a:rPr sz="1000" b="0" dirty="0">
                    <a:solidFill>
                      <a:srgbClr val="272727"/>
                    </a:solidFill>
                    <a:latin typeface="Arial"/>
                  </a:rPr>
                  <a:t> · </a:t>
                </a:r>
                <a:r>
                  <a:rPr lang="en-US" sz="1000" b="0" dirty="0">
                    <a:solidFill>
                      <a:srgbClr val="272727"/>
                    </a:solidFill>
                    <a:latin typeface="Arial"/>
                  </a:rPr>
                  <a:t>automated job </a:t>
                </a:r>
                <a:r>
                  <a:rPr sz="1000" b="0" dirty="0">
                    <a:solidFill>
                      <a:srgbClr val="272727"/>
                    </a:solidFill>
                    <a:latin typeface="Arial"/>
                  </a:rPr>
                  <a:t>change-event detection · share-of-expenses transparency.</a:t>
                </a:r>
              </a:p>
            </p:txBody>
          </p:sp>
          <p:sp>
            <p:nvSpPr>
              <p:cNvPr id="30" name="TextBox 29"/>
              <p:cNvSpPr txBox="1"/>
              <p:nvPr/>
            </p:nvSpPr>
            <p:spPr>
              <a:xfrm>
                <a:off x="3355848" y="4023360"/>
                <a:ext cx="2560320" cy="226591"/>
              </a:xfrm>
              <a:prstGeom prst="rect">
                <a:avLst/>
              </a:prstGeom>
              <a:noFill/>
            </p:spPr>
            <p:txBody>
              <a:bodyPr wrap="square" lIns="36000" tIns="36000" rIns="36000" bIns="36000" anchor="t">
                <a:spAutoFit/>
              </a:bodyPr>
              <a:lstStyle/>
              <a:p>
                <a:pPr algn="l"/>
                <a:r>
                  <a:rPr sz="1000" b="1" dirty="0">
                    <a:solidFill>
                      <a:srgbClr val="001B5B"/>
                    </a:solidFill>
                    <a:latin typeface="Arial"/>
                  </a:rPr>
                  <a:t>Owns: validation · proactive updates.</a:t>
                </a:r>
              </a:p>
            </p:txBody>
          </p:sp>
        </p:grpSp>
      </p:grpSp>
      <p:sp>
        <p:nvSpPr>
          <p:cNvPr id="31" name="TextBox 30"/>
          <p:cNvSpPr txBox="1"/>
          <p:nvPr/>
        </p:nvSpPr>
        <p:spPr>
          <a:xfrm>
            <a:off x="8046720" y="4864608"/>
            <a:ext cx="914400" cy="195814"/>
          </a:xfrm>
          <a:prstGeom prst="rect">
            <a:avLst/>
          </a:prstGeom>
          <a:noFill/>
        </p:spPr>
        <p:txBody>
          <a:bodyPr wrap="square" lIns="36000" tIns="36000" rIns="36000" bIns="36000" anchor="t">
            <a:spAutoFit/>
          </a:bodyPr>
          <a:lstStyle/>
          <a:p>
            <a:pPr algn="r"/>
            <a:r>
              <a:rPr sz="800" b="0" dirty="0">
                <a:solidFill>
                  <a:srgbClr val="999999"/>
                </a:solidFill>
                <a:latin typeface="Arial"/>
              </a:rPr>
              <a:t>15 / 2</a:t>
            </a:r>
            <a:r>
              <a:rPr lang="en-US" sz="800" b="0" dirty="0">
                <a:solidFill>
                  <a:srgbClr val="999999"/>
                </a:solidFill>
                <a:latin typeface="Arial"/>
              </a:rPr>
              <a:t>7</a:t>
            </a:r>
            <a:endParaRPr sz="800" b="0" dirty="0">
              <a:solidFill>
                <a:srgbClr val="999999"/>
              </a:solidFill>
              <a:latin typeface="Arial"/>
            </a:endParaRPr>
          </a:p>
        </p:txBody>
      </p:sp>
      <p:pic>
        <p:nvPicPr>
          <p:cNvPr id="32" name="Picture 8" descr="Tata logo png, Tata icon transparent png 20975508 PNG">
            <a:extLst>
              <a:ext uri="{FF2B5EF4-FFF2-40B4-BE49-F238E27FC236}">
                <a16:creationId xmlns:a16="http://schemas.microsoft.com/office/drawing/2014/main" id="{A963ED1A-936A-32D7-65C3-F63E09B4DB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7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
        <p:nvSpPr>
          <p:cNvPr id="40" name="TextBox 39">
            <a:extLst>
              <a:ext uri="{FF2B5EF4-FFF2-40B4-BE49-F238E27FC236}">
                <a16:creationId xmlns:a16="http://schemas.microsoft.com/office/drawing/2014/main" id="{D5221554-0A75-CFD8-FA26-6F0FB24AF0F5}"/>
              </a:ext>
            </a:extLst>
          </p:cNvPr>
          <p:cNvSpPr txBox="1"/>
          <p:nvPr/>
        </p:nvSpPr>
        <p:spPr>
          <a:xfrm>
            <a:off x="3136900" y="3531446"/>
            <a:ext cx="3028950" cy="369332"/>
          </a:xfrm>
          <a:prstGeom prst="rect">
            <a:avLst/>
          </a:prstGeom>
          <a:noFill/>
        </p:spPr>
        <p:txBody>
          <a:bodyPr wrap="square">
            <a:spAutoFit/>
          </a:bodyPr>
          <a:lstStyle/>
          <a:p>
            <a:pPr algn="l"/>
            <a:r>
              <a:rPr lang="en-IN" sz="1800" b="1" dirty="0">
                <a:solidFill>
                  <a:srgbClr val="E8901E"/>
                </a:solidFill>
                <a:latin typeface="Arial"/>
              </a:rPr>
              <a:t>AI drafts. </a:t>
            </a:r>
            <a:r>
              <a:rPr lang="en-IN" b="1" dirty="0">
                <a:solidFill>
                  <a:srgbClr val="E8901E"/>
                </a:solidFill>
                <a:latin typeface="Arial"/>
              </a:rPr>
              <a:t>H</a:t>
            </a:r>
            <a:r>
              <a:rPr lang="en-IN" sz="1800" b="1" dirty="0">
                <a:solidFill>
                  <a:srgbClr val="E8901E"/>
                </a:solidFill>
                <a:latin typeface="Arial"/>
              </a:rPr>
              <a:t>umans decide.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33505"/>
            <a:ext cx="8229600" cy="688256"/>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1B5B"/>
                </a:solidFill>
                <a:effectLst/>
                <a:uLnTx/>
                <a:uFillTx/>
                <a:latin typeface="Arial"/>
                <a:ea typeface="+mn-ea"/>
                <a:cs typeface="+mn-cs"/>
              </a:rPr>
              <a:t>Tata Sons </a:t>
            </a:r>
            <a:r>
              <a:rPr kumimoji="0" sz="2000" b="1" i="0" u="none" strike="noStrike" kern="1200" cap="none" spc="0" normalizeH="0" baseline="0" noProof="0" dirty="0">
                <a:ln>
                  <a:noFill/>
                </a:ln>
                <a:solidFill>
                  <a:srgbClr val="001B5B"/>
                </a:solidFill>
                <a:effectLst/>
                <a:uLnTx/>
                <a:uFillTx/>
                <a:latin typeface="Arial"/>
                <a:ea typeface="+mn-ea"/>
                <a:cs typeface="+mn-cs"/>
              </a:rPr>
              <a:t>AI-First Hiring Platform</a:t>
            </a:r>
            <a:r>
              <a:rPr kumimoji="0" lang="en-US" sz="2000" b="1" i="0" u="none" strike="noStrike" kern="1200" cap="none" spc="0" normalizeH="0" baseline="0" noProof="0" dirty="0">
                <a:ln>
                  <a:noFill/>
                </a:ln>
                <a:solidFill>
                  <a:srgbClr val="001B5B"/>
                </a:solidFill>
                <a:effectLst/>
                <a:uLnTx/>
                <a:uFillTx/>
                <a:latin typeface="Arial"/>
                <a:ea typeface="+mn-ea"/>
                <a:cs typeface="+mn-cs"/>
              </a:rPr>
              <a:t>;</a:t>
            </a:r>
            <a:r>
              <a:rPr kumimoji="0" sz="2000" b="1" i="0" u="none" strike="noStrike" kern="1200" cap="none" spc="0" normalizeH="0" baseline="0" noProof="0" dirty="0">
                <a:ln>
                  <a:noFill/>
                </a:ln>
                <a:solidFill>
                  <a:srgbClr val="001B5B"/>
                </a:solidFill>
                <a:effectLst/>
                <a:uLnTx/>
                <a:uFillTx/>
                <a:latin typeface="Arial"/>
                <a:ea typeface="+mn-ea"/>
                <a:cs typeface="+mn-cs"/>
              </a:rPr>
              <a:t> </a:t>
            </a:r>
            <a:endParaRPr kumimoji="0" lang="en-US" sz="2000" b="1" i="0" u="none" strike="noStrike" kern="1200" cap="none" spc="0" normalizeH="0" baseline="0" noProof="0" dirty="0">
              <a:ln>
                <a:noFill/>
              </a:ln>
              <a:solidFill>
                <a:srgbClr val="001B5B"/>
              </a:solidFill>
              <a:effectLst/>
              <a:uLnTx/>
              <a:uFillTx/>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dirty="0">
                <a:ln>
                  <a:noFill/>
                </a:ln>
                <a:solidFill>
                  <a:srgbClr val="001B5B"/>
                </a:solidFill>
                <a:effectLst/>
                <a:uLnTx/>
                <a:uFillTx/>
                <a:latin typeface="Arial"/>
                <a:ea typeface="+mn-ea"/>
                <a:cs typeface="+mn-cs"/>
              </a:rPr>
              <a:t>11 </a:t>
            </a:r>
            <a:r>
              <a:rPr kumimoji="0" lang="en-US" sz="2000" b="1" i="0" u="none" strike="noStrike" kern="1200" cap="none" spc="0" normalizeH="0" baseline="0" noProof="0" dirty="0">
                <a:ln>
                  <a:noFill/>
                </a:ln>
                <a:solidFill>
                  <a:srgbClr val="001B5B"/>
                </a:solidFill>
                <a:effectLst/>
                <a:uLnTx/>
                <a:uFillTx/>
                <a:latin typeface="Arial"/>
                <a:ea typeface="+mn-ea"/>
                <a:cs typeface="+mn-cs"/>
              </a:rPr>
              <a:t>AI </a:t>
            </a:r>
            <a:r>
              <a:rPr kumimoji="0" sz="2000" b="1" i="0" u="none" strike="noStrike" kern="1200" cap="none" spc="0" normalizeH="0" baseline="0" noProof="0" dirty="0">
                <a:ln>
                  <a:noFill/>
                </a:ln>
                <a:solidFill>
                  <a:srgbClr val="001B5B"/>
                </a:solidFill>
                <a:effectLst/>
                <a:uLnTx/>
                <a:uFillTx/>
                <a:latin typeface="Arial"/>
                <a:ea typeface="+mn-ea"/>
                <a:cs typeface="+mn-cs"/>
              </a:rPr>
              <a:t>workers, one API, zero portal</a:t>
            </a:r>
            <a:r>
              <a:rPr kumimoji="0" lang="en-US" sz="2000" b="1" i="0" u="none" strike="noStrike" kern="1200" cap="none" spc="0" normalizeH="0" baseline="0" noProof="0" dirty="0">
                <a:ln>
                  <a:noFill/>
                </a:ln>
                <a:solidFill>
                  <a:srgbClr val="001B5B"/>
                </a:solidFill>
                <a:effectLst/>
                <a:uLnTx/>
                <a:uFillTx/>
                <a:latin typeface="Arial"/>
                <a:ea typeface="+mn-ea"/>
                <a:cs typeface="+mn-cs"/>
              </a:rPr>
              <a:t> interactions</a:t>
            </a:r>
            <a:endParaRPr kumimoji="0" sz="2000" b="1" i="0" u="none" strike="noStrike" kern="1200" cap="none" spc="0" normalizeH="0" baseline="0" noProof="0" dirty="0">
              <a:ln>
                <a:noFill/>
              </a:ln>
              <a:solidFill>
                <a:srgbClr val="001B5B"/>
              </a:solidFill>
              <a:effectLst/>
              <a:uLnTx/>
              <a:uFillTx/>
              <a:latin typeface="Arial"/>
              <a:ea typeface="+mn-ea"/>
              <a:cs typeface="+mn-cs"/>
            </a:endParaRP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dirty="0">
                <a:ln>
                  <a:noFill/>
                </a:ln>
                <a:solidFill>
                  <a:srgbClr val="999999"/>
                </a:solidFill>
                <a:effectLst/>
                <a:uLnTx/>
                <a:uFillTx/>
                <a:latin typeface="Arial"/>
                <a:ea typeface="+mn-ea"/>
                <a:cs typeface="+mn-cs"/>
              </a:rPr>
              <a:t>AI-NATIVE HR · FINAL R</a:t>
            </a:r>
            <a:r>
              <a:rPr kumimoji="0" lang="en-US" sz="800" b="0" i="0" u="none" strike="noStrike" kern="1200" cap="none" spc="0" normalizeH="0" baseline="0" noProof="0" dirty="0">
                <a:ln>
                  <a:noFill/>
                </a:ln>
                <a:solidFill>
                  <a:srgbClr val="999999"/>
                </a:solidFill>
                <a:effectLst/>
                <a:uLnTx/>
                <a:uFillTx/>
                <a:latin typeface="Arial"/>
                <a:ea typeface="+mn-ea"/>
                <a:cs typeface="+mn-cs"/>
              </a:rPr>
              <a:t>EVIEW</a:t>
            </a:r>
            <a:endParaRPr kumimoji="0" sz="800" b="0" i="0" u="none" strike="noStrike" kern="1200" cap="none" spc="0" normalizeH="0" baseline="0" noProof="0" dirty="0">
              <a:ln>
                <a:noFill/>
              </a:ln>
              <a:solidFill>
                <a:srgbClr val="999999"/>
              </a:solidFill>
              <a:effectLst/>
              <a:uLnTx/>
              <a:uFillTx/>
              <a:latin typeface="Arial"/>
              <a:ea typeface="+mn-ea"/>
              <a:cs typeface="+mn-cs"/>
            </a:endParaRPr>
          </a:p>
        </p:txBody>
      </p:sp>
      <p:sp>
        <p:nvSpPr>
          <p:cNvPr id="6" name="TextBox 5"/>
          <p:cNvSpPr txBox="1"/>
          <p:nvPr/>
        </p:nvSpPr>
        <p:spPr>
          <a:xfrm>
            <a:off x="457200" y="960120"/>
            <a:ext cx="8229600" cy="257369"/>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272727"/>
                </a:solidFill>
                <a:effectLst/>
                <a:uLnTx/>
                <a:uFillTx/>
                <a:latin typeface="Arial"/>
                <a:ea typeface="+mn-ea"/>
                <a:cs typeface="+mn-cs"/>
              </a:rPr>
              <a:t>The </a:t>
            </a:r>
            <a:r>
              <a:rPr kumimoji="0" lang="en-US" sz="1200" b="1" i="0" u="none" strike="noStrike" kern="1200" cap="none" spc="0" normalizeH="0" baseline="0" noProof="0" dirty="0">
                <a:ln>
                  <a:noFill/>
                </a:ln>
                <a:solidFill>
                  <a:srgbClr val="272727"/>
                </a:solidFill>
                <a:effectLst/>
                <a:uLnTx/>
                <a:uFillTx/>
                <a:latin typeface="Arial"/>
                <a:ea typeface="+mn-ea"/>
                <a:cs typeface="+mn-cs"/>
              </a:rPr>
              <a:t>hiring </a:t>
            </a:r>
            <a:r>
              <a:rPr kumimoji="0" sz="1200" b="1" i="0" u="none" strike="noStrike" kern="1200" cap="none" spc="0" normalizeH="0" baseline="0" noProof="0" dirty="0">
                <a:ln>
                  <a:noFill/>
                </a:ln>
                <a:solidFill>
                  <a:srgbClr val="272727"/>
                </a:solidFill>
                <a:effectLst/>
                <a:uLnTx/>
                <a:uFillTx/>
                <a:latin typeface="Arial"/>
                <a:ea typeface="+mn-ea"/>
                <a:cs typeface="+mn-cs"/>
              </a:rPr>
              <a:t>manager spends 15 minutes. The platform does the rest.</a:t>
            </a:r>
          </a:p>
        </p:txBody>
      </p:sp>
      <p:grpSp>
        <p:nvGrpSpPr>
          <p:cNvPr id="31" name="Group 30">
            <a:extLst>
              <a:ext uri="{FF2B5EF4-FFF2-40B4-BE49-F238E27FC236}">
                <a16:creationId xmlns:a16="http://schemas.microsoft.com/office/drawing/2014/main" id="{F4CA807B-EFD9-9D3F-4932-10421A5E2510}"/>
              </a:ext>
            </a:extLst>
          </p:cNvPr>
          <p:cNvGrpSpPr/>
          <p:nvPr/>
        </p:nvGrpSpPr>
        <p:grpSpPr>
          <a:xfrm>
            <a:off x="457200" y="1463040"/>
            <a:ext cx="5029200" cy="3200400"/>
            <a:chOff x="457200" y="1463040"/>
            <a:chExt cx="5029200" cy="3200400"/>
          </a:xfrm>
        </p:grpSpPr>
        <p:sp>
          <p:nvSpPr>
            <p:cNvPr id="7" name="Rectangle 6"/>
            <p:cNvSpPr/>
            <p:nvPr/>
          </p:nvSpPr>
          <p:spPr>
            <a:xfrm>
              <a:off x="457200" y="1463040"/>
              <a:ext cx="5029200" cy="1005840"/>
            </a:xfrm>
            <a:prstGeom prst="rect">
              <a:avLst/>
            </a:prstGeom>
            <a:solidFill>
              <a:srgbClr val="E6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p:cNvSpPr txBox="1"/>
            <p:nvPr/>
          </p:nvSpPr>
          <p:spPr>
            <a:xfrm>
              <a:off x="640080" y="1554480"/>
              <a:ext cx="2286000" cy="288147"/>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001B5B"/>
                  </a:solidFill>
                  <a:effectLst/>
                  <a:uLnTx/>
                  <a:uFillTx/>
                  <a:latin typeface="Arial"/>
                  <a:ea typeface="+mn-ea"/>
                  <a:cs typeface="+mn-cs"/>
                </a:rPr>
                <a:t>EXPERIENCE</a:t>
              </a:r>
            </a:p>
          </p:txBody>
        </p:sp>
        <p:sp>
          <p:nvSpPr>
            <p:cNvPr id="9" name="TextBox 8"/>
            <p:cNvSpPr txBox="1"/>
            <p:nvPr/>
          </p:nvSpPr>
          <p:spPr>
            <a:xfrm>
              <a:off x="640080" y="1894635"/>
              <a:ext cx="4572000" cy="234286"/>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dirty="0">
                  <a:ln>
                    <a:noFill/>
                  </a:ln>
                  <a:solidFill>
                    <a:srgbClr val="001B5B"/>
                  </a:solidFill>
                  <a:effectLst/>
                  <a:uLnTx/>
                  <a:uFillTx/>
                  <a:latin typeface="Arial"/>
                  <a:ea typeface="+mn-ea"/>
                  <a:cs typeface="+mn-cs"/>
                </a:rPr>
                <a:t>Conversation </a:t>
              </a:r>
              <a:r>
                <a:rPr kumimoji="0" lang="en-US" sz="1050" b="0" i="0" u="none" strike="noStrike" kern="1200" cap="none" spc="0" normalizeH="0" baseline="0" noProof="0" dirty="0">
                  <a:ln>
                    <a:noFill/>
                  </a:ln>
                  <a:solidFill>
                    <a:srgbClr val="001B5B"/>
                  </a:solidFill>
                  <a:effectLst/>
                  <a:uLnTx/>
                  <a:uFillTx/>
                  <a:latin typeface="Arial"/>
                  <a:ea typeface="+mn-ea"/>
                  <a:cs typeface="+mn-cs"/>
                </a:rPr>
                <a:t>based </a:t>
              </a:r>
              <a:r>
                <a:rPr kumimoji="0" sz="1050" b="0" i="0" u="none" strike="noStrike" kern="1200" cap="none" spc="0" normalizeH="0" baseline="0" noProof="0" dirty="0">
                  <a:ln>
                    <a:noFill/>
                  </a:ln>
                  <a:solidFill>
                    <a:srgbClr val="001B5B"/>
                  </a:solidFill>
                  <a:effectLst/>
                  <a:uLnTx/>
                  <a:uFillTx/>
                  <a:latin typeface="Arial"/>
                  <a:ea typeface="+mn-ea"/>
                  <a:cs typeface="+mn-cs"/>
                </a:rPr>
                <a:t>· approval cards · </a:t>
              </a:r>
              <a:r>
                <a:rPr kumimoji="0" lang="en-US" sz="1050" b="0" i="0" u="none" strike="noStrike" kern="1200" cap="none" spc="0" normalizeH="0" baseline="0" noProof="0" dirty="0">
                  <a:ln>
                    <a:noFill/>
                  </a:ln>
                  <a:solidFill>
                    <a:srgbClr val="001B5B"/>
                  </a:solidFill>
                  <a:effectLst/>
                  <a:uLnTx/>
                  <a:uFillTx/>
                  <a:latin typeface="Arial"/>
                  <a:ea typeface="+mn-ea"/>
                  <a:cs typeface="+mn-cs"/>
                </a:rPr>
                <a:t>aggregated platform</a:t>
              </a:r>
              <a:r>
                <a:rPr kumimoji="0" sz="1050" b="0" i="0" u="none" strike="noStrike" kern="1200" cap="none" spc="0" normalizeH="0" baseline="0" noProof="0" dirty="0">
                  <a:ln>
                    <a:noFill/>
                  </a:ln>
                  <a:solidFill>
                    <a:srgbClr val="001B5B"/>
                  </a:solidFill>
                  <a:effectLst/>
                  <a:uLnTx/>
                  <a:uFillTx/>
                  <a:latin typeface="Arial"/>
                  <a:ea typeface="+mn-ea"/>
                  <a:cs typeface="+mn-cs"/>
                </a:rPr>
                <a:t> views</a:t>
              </a:r>
            </a:p>
          </p:txBody>
        </p:sp>
        <p:sp>
          <p:nvSpPr>
            <p:cNvPr id="10" name="TextBox 9"/>
            <p:cNvSpPr txBox="1"/>
            <p:nvPr/>
          </p:nvSpPr>
          <p:spPr>
            <a:xfrm>
              <a:off x="640080" y="2103120"/>
              <a:ext cx="4572000" cy="234286"/>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050" dirty="0">
                  <a:solidFill>
                    <a:srgbClr val="001B5B"/>
                  </a:solidFill>
                  <a:latin typeface="Arial"/>
                </a:rPr>
                <a:t>Modular</a:t>
              </a:r>
              <a:r>
                <a:rPr kumimoji="0" sz="1050" b="0" i="0" u="none" strike="noStrike" kern="1200" cap="none" spc="0" normalizeH="0" baseline="0" noProof="0" dirty="0">
                  <a:ln>
                    <a:noFill/>
                  </a:ln>
                  <a:solidFill>
                    <a:srgbClr val="001B5B"/>
                  </a:solidFill>
                  <a:effectLst/>
                  <a:uLnTx/>
                  <a:uFillTx/>
                  <a:latin typeface="Arial"/>
                  <a:ea typeface="+mn-ea"/>
                  <a:cs typeface="+mn-cs"/>
                </a:rPr>
                <a:t>: </a:t>
              </a:r>
              <a:r>
                <a:rPr kumimoji="0" lang="en-US" sz="1050" b="0" i="0" u="none" strike="noStrike" kern="1200" cap="none" spc="0" normalizeH="0" baseline="0" noProof="0" dirty="0">
                  <a:ln>
                    <a:noFill/>
                  </a:ln>
                  <a:solidFill>
                    <a:srgbClr val="001B5B"/>
                  </a:solidFill>
                  <a:effectLst/>
                  <a:uLnTx/>
                  <a:uFillTx/>
                  <a:latin typeface="Arial"/>
                  <a:ea typeface="+mn-ea"/>
                  <a:cs typeface="+mn-cs"/>
                </a:rPr>
                <a:t>Communication </a:t>
              </a:r>
              <a:r>
                <a:rPr kumimoji="0" sz="1050" b="0" i="0" u="none" strike="noStrike" kern="1200" cap="none" spc="0" normalizeH="0" baseline="0" noProof="0" dirty="0">
                  <a:ln>
                    <a:noFill/>
                  </a:ln>
                  <a:solidFill>
                    <a:srgbClr val="001B5B"/>
                  </a:solidFill>
                  <a:effectLst/>
                  <a:uLnTx/>
                  <a:uFillTx/>
                  <a:latin typeface="Arial"/>
                  <a:ea typeface="+mn-ea"/>
                  <a:cs typeface="+mn-cs"/>
                </a:rPr>
                <a:t>Channe</a:t>
              </a:r>
              <a:r>
                <a:rPr kumimoji="0" lang="en-US" sz="1050" b="0" i="0" u="none" strike="noStrike" kern="1200" cap="none" spc="0" normalizeH="0" baseline="0" noProof="0" dirty="0">
                  <a:ln>
                    <a:noFill/>
                  </a:ln>
                  <a:solidFill>
                    <a:srgbClr val="001B5B"/>
                  </a:solidFill>
                  <a:effectLst/>
                  <a:uLnTx/>
                  <a:uFillTx/>
                  <a:latin typeface="Arial"/>
                  <a:ea typeface="+mn-ea"/>
                  <a:cs typeface="+mn-cs"/>
                </a:rPr>
                <a:t>l</a:t>
              </a:r>
              <a:r>
                <a:rPr kumimoji="0" sz="1050" b="0" i="0" u="none" strike="noStrike" kern="1200" cap="none" spc="0" normalizeH="0" baseline="0" noProof="0" dirty="0">
                  <a:ln>
                    <a:noFill/>
                  </a:ln>
                  <a:solidFill>
                    <a:srgbClr val="001B5B"/>
                  </a:solidFill>
                  <a:effectLst/>
                  <a:uLnTx/>
                  <a:uFillTx/>
                  <a:latin typeface="Arial"/>
                  <a:ea typeface="+mn-ea"/>
                  <a:cs typeface="+mn-cs"/>
                </a:rPr>
                <a:t> (Teams → Slack → web)</a:t>
              </a:r>
            </a:p>
          </p:txBody>
        </p:sp>
        <p:sp>
          <p:nvSpPr>
            <p:cNvPr id="11" name="Rectangle 10"/>
            <p:cNvSpPr/>
            <p:nvPr/>
          </p:nvSpPr>
          <p:spPr>
            <a:xfrm>
              <a:off x="457200" y="2560320"/>
              <a:ext cx="5029200" cy="100584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640080" y="2651760"/>
              <a:ext cx="2286000" cy="288147"/>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Arial"/>
                  <a:ea typeface="+mn-ea"/>
                  <a:cs typeface="+mn-cs"/>
                </a:rPr>
                <a:t>PLATFORM</a:t>
              </a:r>
            </a:p>
          </p:txBody>
        </p:sp>
        <p:sp>
          <p:nvSpPr>
            <p:cNvPr id="13" name="TextBox 12"/>
            <p:cNvSpPr txBox="1"/>
            <p:nvPr/>
          </p:nvSpPr>
          <p:spPr>
            <a:xfrm>
              <a:off x="640080" y="3021175"/>
              <a:ext cx="4572000" cy="234286"/>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dirty="0">
                  <a:ln>
                    <a:noFill/>
                  </a:ln>
                  <a:solidFill>
                    <a:srgbClr val="CCCCCC"/>
                  </a:solidFill>
                  <a:effectLst/>
                  <a:uLnTx/>
                  <a:uFillTx/>
                  <a:latin typeface="Arial"/>
                  <a:ea typeface="+mn-ea"/>
                  <a:cs typeface="+mn-cs"/>
                </a:rPr>
                <a:t>Workflow rules · audit trail · identity · confidence gating</a:t>
              </a:r>
            </a:p>
          </p:txBody>
        </p:sp>
        <p:sp>
          <p:nvSpPr>
            <p:cNvPr id="14" name="TextBox 13"/>
            <p:cNvSpPr txBox="1"/>
            <p:nvPr/>
          </p:nvSpPr>
          <p:spPr>
            <a:xfrm>
              <a:off x="640080" y="3200400"/>
              <a:ext cx="4572000" cy="234286"/>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050" dirty="0">
                  <a:solidFill>
                    <a:schemeClr val="bg1"/>
                  </a:solidFill>
                  <a:latin typeface="Arial"/>
                </a:rPr>
                <a:t>Modular</a:t>
              </a:r>
              <a:r>
                <a:rPr kumimoji="0" sz="1050" b="0" i="0" u="none" strike="noStrike" kern="1200" cap="none" spc="0" normalizeH="0" baseline="0" noProof="0" dirty="0">
                  <a:ln>
                    <a:noFill/>
                  </a:ln>
                  <a:solidFill>
                    <a:schemeClr val="bg1"/>
                  </a:solidFill>
                  <a:effectLst/>
                  <a:uLnTx/>
                  <a:uFillTx/>
                  <a:latin typeface="Arial"/>
                  <a:ea typeface="+mn-ea"/>
                  <a:cs typeface="+mn-cs"/>
                </a:rPr>
                <a:t>: Nothing</a:t>
              </a:r>
              <a:r>
                <a:rPr kumimoji="0" lang="en-US" sz="1050" b="0" i="0" u="none" strike="noStrike" kern="1200" cap="none" spc="0" normalizeH="0" baseline="0" noProof="0" dirty="0">
                  <a:ln>
                    <a:noFill/>
                  </a:ln>
                  <a:solidFill>
                    <a:schemeClr val="bg1"/>
                  </a:solidFill>
                  <a:effectLst/>
                  <a:uLnTx/>
                  <a:uFillTx/>
                  <a:latin typeface="Arial"/>
                  <a:ea typeface="+mn-ea"/>
                  <a:cs typeface="+mn-cs"/>
                </a:rPr>
                <a:t>;</a:t>
              </a:r>
              <a:r>
                <a:rPr kumimoji="0" sz="1050" b="0" i="0" u="none" strike="noStrike" kern="1200" cap="none" spc="0" normalizeH="0" baseline="0" noProof="0" dirty="0">
                  <a:ln>
                    <a:noFill/>
                  </a:ln>
                  <a:solidFill>
                    <a:schemeClr val="bg1"/>
                  </a:solidFill>
                  <a:effectLst/>
                  <a:uLnTx/>
                  <a:uFillTx/>
                  <a:latin typeface="Arial"/>
                  <a:ea typeface="+mn-ea"/>
                  <a:cs typeface="+mn-cs"/>
                </a:rPr>
                <a:t> this is the durable IP</a:t>
              </a:r>
            </a:p>
          </p:txBody>
        </p:sp>
        <p:sp>
          <p:nvSpPr>
            <p:cNvPr id="15" name="Rectangle 14"/>
            <p:cNvSpPr/>
            <p:nvPr/>
          </p:nvSpPr>
          <p:spPr>
            <a:xfrm>
              <a:off x="457200" y="3657600"/>
              <a:ext cx="5029200" cy="10058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15"/>
            <p:cNvSpPr txBox="1"/>
            <p:nvPr/>
          </p:nvSpPr>
          <p:spPr>
            <a:xfrm>
              <a:off x="640080" y="3749040"/>
              <a:ext cx="2286000" cy="288147"/>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272727"/>
                  </a:solidFill>
                  <a:effectLst/>
                  <a:uLnTx/>
                  <a:uFillTx/>
                  <a:latin typeface="Arial"/>
                  <a:ea typeface="+mn-ea"/>
                  <a:cs typeface="+mn-cs"/>
                </a:rPr>
                <a:t>AI WORKERS</a:t>
              </a:r>
            </a:p>
          </p:txBody>
        </p:sp>
        <p:sp>
          <p:nvSpPr>
            <p:cNvPr id="17" name="TextBox 16"/>
            <p:cNvSpPr txBox="1"/>
            <p:nvPr/>
          </p:nvSpPr>
          <p:spPr>
            <a:xfrm>
              <a:off x="640080" y="4133087"/>
              <a:ext cx="4572000" cy="234286"/>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dirty="0">
                  <a:ln>
                    <a:noFill/>
                  </a:ln>
                  <a:solidFill>
                    <a:srgbClr val="272727"/>
                  </a:solidFill>
                  <a:effectLst/>
                  <a:uLnTx/>
                  <a:uFillTx/>
                  <a:latin typeface="Arial"/>
                  <a:ea typeface="+mn-ea"/>
                  <a:cs typeface="+mn-cs"/>
                </a:rPr>
                <a:t>11 specialized workers · prompts · schemas · models</a:t>
              </a:r>
            </a:p>
          </p:txBody>
        </p:sp>
        <p:sp>
          <p:nvSpPr>
            <p:cNvPr id="18" name="TextBox 17"/>
            <p:cNvSpPr txBox="1"/>
            <p:nvPr/>
          </p:nvSpPr>
          <p:spPr>
            <a:xfrm>
              <a:off x="640080" y="4297680"/>
              <a:ext cx="4572000" cy="226591"/>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000" dirty="0">
                  <a:solidFill>
                    <a:srgbClr val="272727"/>
                  </a:solidFill>
                  <a:latin typeface="Arial"/>
                </a:rPr>
                <a:t>Modular</a:t>
              </a:r>
              <a:r>
                <a:rPr kumimoji="0" sz="1000" b="0" i="0" u="none" strike="noStrike" kern="1200" cap="none" spc="0" normalizeH="0" baseline="0" noProof="0" dirty="0">
                  <a:ln>
                    <a:noFill/>
                  </a:ln>
                  <a:solidFill>
                    <a:srgbClr val="272727"/>
                  </a:solidFill>
                  <a:effectLst/>
                  <a:uLnTx/>
                  <a:uFillTx/>
                  <a:latin typeface="Arial"/>
                  <a:ea typeface="+mn-ea"/>
                  <a:cs typeface="+mn-cs"/>
                </a:rPr>
                <a:t>: Model + provider swappable per worker</a:t>
              </a:r>
            </a:p>
          </p:txBody>
        </p:sp>
      </p:grpSp>
      <p:sp>
        <p:nvSpPr>
          <p:cNvPr id="19" name="TextBox 18"/>
          <p:cNvSpPr txBox="1"/>
          <p:nvPr/>
        </p:nvSpPr>
        <p:spPr>
          <a:xfrm>
            <a:off x="5980176" y="1463040"/>
            <a:ext cx="914400" cy="442035"/>
          </a:xfrm>
          <a:prstGeom prst="rect">
            <a:avLst/>
          </a:prstGeom>
          <a:solidFill>
            <a:schemeClr val="bg1">
              <a:lumMod val="85000"/>
            </a:schemeClr>
          </a:solid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dirty="0">
                <a:ln>
                  <a:noFill/>
                </a:ln>
                <a:solidFill>
                  <a:srgbClr val="E8901E"/>
                </a:solidFill>
                <a:effectLst/>
                <a:uLnTx/>
                <a:uFillTx/>
                <a:latin typeface="Arial"/>
                <a:ea typeface="+mn-ea"/>
                <a:cs typeface="+mn-cs"/>
              </a:rPr>
              <a:t>11</a:t>
            </a:r>
          </a:p>
        </p:txBody>
      </p:sp>
      <p:sp>
        <p:nvSpPr>
          <p:cNvPr id="20" name="TextBox 19"/>
          <p:cNvSpPr txBox="1"/>
          <p:nvPr/>
        </p:nvSpPr>
        <p:spPr>
          <a:xfrm>
            <a:off x="5980176" y="1900790"/>
            <a:ext cx="914400" cy="380480"/>
          </a:xfrm>
          <a:prstGeom prst="rect">
            <a:avLst/>
          </a:prstGeom>
          <a:solidFill>
            <a:schemeClr val="tx2">
              <a:lumMod val="40000"/>
              <a:lumOff val="60000"/>
            </a:schemeClr>
          </a:solid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srgbClr val="272727"/>
                </a:solidFill>
                <a:effectLst/>
                <a:uLnTx/>
                <a:uFillTx/>
                <a:latin typeface="Arial"/>
                <a:ea typeface="+mn-ea"/>
                <a:cs typeface="+mn-cs"/>
              </a:rPr>
              <a:t>AI </a:t>
            </a:r>
            <a:r>
              <a:rPr lang="en-US" sz="1000" dirty="0">
                <a:solidFill>
                  <a:srgbClr val="272727"/>
                </a:solidFill>
                <a:latin typeface="Arial"/>
              </a:rPr>
              <a:t>W</a:t>
            </a:r>
            <a:r>
              <a:rPr kumimoji="0" sz="1000" b="0" i="0" u="none" strike="noStrike" kern="1200" cap="none" spc="0" normalizeH="0" baseline="0" noProof="0" dirty="0" err="1">
                <a:ln>
                  <a:noFill/>
                </a:ln>
                <a:solidFill>
                  <a:srgbClr val="272727"/>
                </a:solidFill>
                <a:effectLst/>
                <a:uLnTx/>
                <a:uFillTx/>
                <a:latin typeface="Arial"/>
                <a:ea typeface="+mn-ea"/>
                <a:cs typeface="+mn-cs"/>
              </a:rPr>
              <a:t>orkers</a:t>
            </a:r>
            <a:endParaRPr kumimoji="0" lang="en-US" sz="1000" b="0" i="0" u="none" strike="noStrike" kern="1200" cap="none" spc="0" normalizeH="0" baseline="0" noProof="0" dirty="0">
              <a:ln>
                <a:noFill/>
              </a:ln>
              <a:solidFill>
                <a:srgbClr val="272727"/>
              </a:solidFill>
              <a:effectLst/>
              <a:uLnTx/>
              <a:uFillTx/>
              <a:latin typeface="Arial"/>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dirty="0">
              <a:ln>
                <a:noFill/>
              </a:ln>
              <a:solidFill>
                <a:srgbClr val="272727"/>
              </a:solidFill>
              <a:effectLst/>
              <a:uLnTx/>
              <a:uFillTx/>
              <a:latin typeface="Arial"/>
              <a:ea typeface="+mn-ea"/>
              <a:cs typeface="+mn-cs"/>
            </a:endParaRPr>
          </a:p>
        </p:txBody>
      </p:sp>
      <p:sp>
        <p:nvSpPr>
          <p:cNvPr id="29" name="TextBox 28"/>
          <p:cNvSpPr txBox="1"/>
          <p:nvPr/>
        </p:nvSpPr>
        <p:spPr>
          <a:xfrm>
            <a:off x="8046720" y="4864608"/>
            <a:ext cx="914400" cy="195814"/>
          </a:xfrm>
          <a:prstGeom prst="rect">
            <a:avLst/>
          </a:prstGeom>
          <a:noFill/>
        </p:spPr>
        <p:txBody>
          <a:bodyPr wrap="square" lIns="36000" tIns="36000" rIns="36000" bIns="3600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dirty="0">
                <a:ln>
                  <a:noFill/>
                </a:ln>
                <a:solidFill>
                  <a:srgbClr val="999999"/>
                </a:solidFill>
                <a:effectLst/>
                <a:uLnTx/>
                <a:uFillTx/>
                <a:latin typeface="Arial"/>
                <a:ea typeface="+mn-ea"/>
                <a:cs typeface="+mn-cs"/>
              </a:rPr>
              <a:t>16 / </a:t>
            </a:r>
            <a:r>
              <a:rPr lang="en-US" sz="800" dirty="0">
                <a:solidFill>
                  <a:srgbClr val="999999"/>
                </a:solidFill>
                <a:latin typeface="Arial"/>
              </a:rPr>
              <a:t>27</a:t>
            </a:r>
            <a:endParaRPr kumimoji="0" sz="800" b="0" i="0" u="none" strike="noStrike" kern="1200" cap="none" spc="0" normalizeH="0" baseline="0" noProof="0" dirty="0">
              <a:ln>
                <a:noFill/>
              </a:ln>
              <a:solidFill>
                <a:srgbClr val="999999"/>
              </a:solidFill>
              <a:effectLst/>
              <a:uLnTx/>
              <a:uFillTx/>
              <a:latin typeface="Arial"/>
              <a:ea typeface="+mn-ea"/>
              <a:cs typeface="+mn-cs"/>
            </a:endParaRPr>
          </a:p>
        </p:txBody>
      </p:sp>
      <p:pic>
        <p:nvPicPr>
          <p:cNvPr id="30" name="Picture 8" descr="Tata logo png, Tata icon transparent png 20975508 PNG">
            <a:extLst>
              <a:ext uri="{FF2B5EF4-FFF2-40B4-BE49-F238E27FC236}">
                <a16:creationId xmlns:a16="http://schemas.microsoft.com/office/drawing/2014/main" id="{E6BC1323-FCB8-7EB6-6987-CF74661E10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7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493FD206-1232-6007-DBB4-4D7D7D3C9766}"/>
              </a:ext>
            </a:extLst>
          </p:cNvPr>
          <p:cNvSpPr txBox="1"/>
          <p:nvPr/>
        </p:nvSpPr>
        <p:spPr>
          <a:xfrm>
            <a:off x="7388352" y="1467236"/>
            <a:ext cx="914400" cy="442035"/>
          </a:xfrm>
          <a:prstGeom prst="rect">
            <a:avLst/>
          </a:prstGeom>
          <a:solidFill>
            <a:schemeClr val="bg1">
              <a:lumMod val="85000"/>
            </a:schemeClr>
          </a:solid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b="1" dirty="0">
                <a:solidFill>
                  <a:srgbClr val="E8901E"/>
                </a:solidFill>
                <a:latin typeface="Arial"/>
              </a:rPr>
              <a:t>275</a:t>
            </a:r>
            <a:endParaRPr kumimoji="0" sz="2400" b="1" i="0" u="none" strike="noStrike" kern="1200" cap="none" spc="0" normalizeH="0" baseline="0" noProof="0" dirty="0">
              <a:ln>
                <a:noFill/>
              </a:ln>
              <a:solidFill>
                <a:srgbClr val="E8901E"/>
              </a:solidFill>
              <a:effectLst/>
              <a:uLnTx/>
              <a:uFillTx/>
              <a:latin typeface="Arial"/>
              <a:ea typeface="+mn-ea"/>
              <a:cs typeface="+mn-cs"/>
            </a:endParaRPr>
          </a:p>
        </p:txBody>
      </p:sp>
      <p:sp>
        <p:nvSpPr>
          <p:cNvPr id="34" name="TextBox 33">
            <a:extLst>
              <a:ext uri="{FF2B5EF4-FFF2-40B4-BE49-F238E27FC236}">
                <a16:creationId xmlns:a16="http://schemas.microsoft.com/office/drawing/2014/main" id="{B1083D42-4784-8A79-AF9F-EBA16AF08F85}"/>
              </a:ext>
            </a:extLst>
          </p:cNvPr>
          <p:cNvSpPr txBox="1"/>
          <p:nvPr/>
        </p:nvSpPr>
        <p:spPr>
          <a:xfrm>
            <a:off x="7388352" y="1904986"/>
            <a:ext cx="914400" cy="380480"/>
          </a:xfrm>
          <a:prstGeom prst="rect">
            <a:avLst/>
          </a:prstGeom>
          <a:solidFill>
            <a:schemeClr val="tx2">
              <a:lumMod val="40000"/>
              <a:lumOff val="60000"/>
            </a:schemeClr>
          </a:solid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srgbClr val="272727"/>
                </a:solidFill>
                <a:effectLst/>
                <a:uLnTx/>
                <a:uFillTx/>
                <a:latin typeface="Arial"/>
                <a:ea typeface="+mn-ea"/>
                <a:cs typeface="+mn-cs"/>
              </a:rPr>
              <a:t>A</a:t>
            </a:r>
            <a:r>
              <a:rPr lang="en-US" sz="1000" dirty="0">
                <a:solidFill>
                  <a:srgbClr val="272727"/>
                </a:solidFill>
                <a:latin typeface="Arial"/>
              </a:rPr>
              <a:t>utomated Tests</a:t>
            </a:r>
            <a:endParaRPr kumimoji="0" sz="1000" b="0" i="0" u="none" strike="noStrike" kern="1200" cap="none" spc="0" normalizeH="0" baseline="0" noProof="0" dirty="0">
              <a:ln>
                <a:noFill/>
              </a:ln>
              <a:solidFill>
                <a:srgbClr val="272727"/>
              </a:solidFill>
              <a:effectLst/>
              <a:uLnTx/>
              <a:uFillTx/>
              <a:latin typeface="Arial"/>
              <a:ea typeface="+mn-ea"/>
              <a:cs typeface="+mn-cs"/>
            </a:endParaRPr>
          </a:p>
        </p:txBody>
      </p:sp>
      <p:sp>
        <p:nvSpPr>
          <p:cNvPr id="35" name="TextBox 34">
            <a:extLst>
              <a:ext uri="{FF2B5EF4-FFF2-40B4-BE49-F238E27FC236}">
                <a16:creationId xmlns:a16="http://schemas.microsoft.com/office/drawing/2014/main" id="{60282EB1-4207-E1FC-2F2C-D6AC82245A54}"/>
              </a:ext>
            </a:extLst>
          </p:cNvPr>
          <p:cNvSpPr txBox="1"/>
          <p:nvPr/>
        </p:nvSpPr>
        <p:spPr>
          <a:xfrm>
            <a:off x="7388352" y="2679123"/>
            <a:ext cx="914400" cy="442035"/>
          </a:xfrm>
          <a:prstGeom prst="rect">
            <a:avLst/>
          </a:prstGeom>
          <a:solidFill>
            <a:schemeClr val="bg1">
              <a:lumMod val="85000"/>
            </a:schemeClr>
          </a:solid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b="1" dirty="0">
                <a:solidFill>
                  <a:srgbClr val="E8901E"/>
                </a:solidFill>
                <a:latin typeface="Arial"/>
              </a:rPr>
              <a:t>4</a:t>
            </a:r>
            <a:endParaRPr kumimoji="0" sz="2400" b="1" i="0" u="none" strike="noStrike" kern="1200" cap="none" spc="0" normalizeH="0" baseline="0" noProof="0" dirty="0">
              <a:ln>
                <a:noFill/>
              </a:ln>
              <a:solidFill>
                <a:srgbClr val="E8901E"/>
              </a:solidFill>
              <a:effectLst/>
              <a:uLnTx/>
              <a:uFillTx/>
              <a:latin typeface="Arial"/>
              <a:ea typeface="+mn-ea"/>
              <a:cs typeface="+mn-cs"/>
            </a:endParaRPr>
          </a:p>
        </p:txBody>
      </p:sp>
      <p:sp>
        <p:nvSpPr>
          <p:cNvPr id="36" name="TextBox 35">
            <a:extLst>
              <a:ext uri="{FF2B5EF4-FFF2-40B4-BE49-F238E27FC236}">
                <a16:creationId xmlns:a16="http://schemas.microsoft.com/office/drawing/2014/main" id="{194AD12C-60AA-C4DD-3026-860408982FE1}"/>
              </a:ext>
            </a:extLst>
          </p:cNvPr>
          <p:cNvSpPr txBox="1"/>
          <p:nvPr/>
        </p:nvSpPr>
        <p:spPr>
          <a:xfrm>
            <a:off x="7388352" y="3116873"/>
            <a:ext cx="914400" cy="226591"/>
          </a:xfrm>
          <a:prstGeom prst="rect">
            <a:avLst/>
          </a:prstGeom>
          <a:solidFill>
            <a:schemeClr val="tx2">
              <a:lumMod val="40000"/>
              <a:lumOff val="60000"/>
            </a:schemeClr>
          </a:solid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dirty="0">
                <a:solidFill>
                  <a:srgbClr val="272727"/>
                </a:solidFill>
                <a:latin typeface="Arial"/>
              </a:rPr>
              <a:t>Hiring Stages</a:t>
            </a:r>
            <a:endParaRPr kumimoji="0" lang="en-US" sz="1000" b="0" i="0" u="none" strike="noStrike" kern="1200" cap="none" spc="0" normalizeH="0" baseline="0" noProof="0" dirty="0">
              <a:ln>
                <a:noFill/>
              </a:ln>
              <a:solidFill>
                <a:srgbClr val="272727"/>
              </a:solidFill>
              <a:effectLst/>
              <a:uLnTx/>
              <a:uFillTx/>
              <a:latin typeface="Arial"/>
              <a:ea typeface="+mn-ea"/>
              <a:cs typeface="+mn-cs"/>
            </a:endParaRPr>
          </a:p>
        </p:txBody>
      </p:sp>
      <p:sp>
        <p:nvSpPr>
          <p:cNvPr id="37" name="TextBox 36">
            <a:extLst>
              <a:ext uri="{FF2B5EF4-FFF2-40B4-BE49-F238E27FC236}">
                <a16:creationId xmlns:a16="http://schemas.microsoft.com/office/drawing/2014/main" id="{9B6C8DF6-FE08-2805-1FD8-72C6DB884412}"/>
              </a:ext>
            </a:extLst>
          </p:cNvPr>
          <p:cNvSpPr txBox="1"/>
          <p:nvPr/>
        </p:nvSpPr>
        <p:spPr>
          <a:xfrm>
            <a:off x="5980176" y="2684466"/>
            <a:ext cx="914400" cy="442035"/>
          </a:xfrm>
          <a:prstGeom prst="rect">
            <a:avLst/>
          </a:prstGeom>
          <a:solidFill>
            <a:schemeClr val="bg1">
              <a:lumMod val="85000"/>
            </a:schemeClr>
          </a:solid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b="1" dirty="0">
                <a:solidFill>
                  <a:srgbClr val="E8901E"/>
                </a:solidFill>
                <a:latin typeface="Arial"/>
              </a:rPr>
              <a:t>4</a:t>
            </a:r>
            <a:endParaRPr kumimoji="0" sz="2400" b="1" i="0" u="none" strike="noStrike" kern="1200" cap="none" spc="0" normalizeH="0" baseline="0" noProof="0" dirty="0">
              <a:ln>
                <a:noFill/>
              </a:ln>
              <a:solidFill>
                <a:srgbClr val="E8901E"/>
              </a:solidFill>
              <a:effectLst/>
              <a:uLnTx/>
              <a:uFillTx/>
              <a:latin typeface="Arial"/>
              <a:ea typeface="+mn-ea"/>
              <a:cs typeface="+mn-cs"/>
            </a:endParaRPr>
          </a:p>
        </p:txBody>
      </p:sp>
      <p:sp>
        <p:nvSpPr>
          <p:cNvPr id="38" name="TextBox 37">
            <a:extLst>
              <a:ext uri="{FF2B5EF4-FFF2-40B4-BE49-F238E27FC236}">
                <a16:creationId xmlns:a16="http://schemas.microsoft.com/office/drawing/2014/main" id="{42B99168-4279-9CD5-0970-12B010FC9D52}"/>
              </a:ext>
            </a:extLst>
          </p:cNvPr>
          <p:cNvSpPr txBox="1"/>
          <p:nvPr/>
        </p:nvSpPr>
        <p:spPr>
          <a:xfrm>
            <a:off x="5980176" y="3122216"/>
            <a:ext cx="914400" cy="380480"/>
          </a:xfrm>
          <a:prstGeom prst="rect">
            <a:avLst/>
          </a:prstGeom>
          <a:solidFill>
            <a:schemeClr val="tx2">
              <a:lumMod val="40000"/>
              <a:lumOff val="60000"/>
            </a:schemeClr>
          </a:solid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dirty="0">
                <a:solidFill>
                  <a:srgbClr val="272727"/>
                </a:solidFill>
                <a:latin typeface="Arial"/>
              </a:rPr>
              <a:t>User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272727"/>
                </a:solidFill>
                <a:effectLst/>
                <a:uLnTx/>
                <a:uFillTx/>
                <a:latin typeface="Arial"/>
                <a:ea typeface="+mn-ea"/>
                <a:cs typeface="+mn-cs"/>
              </a:rPr>
              <a:t>Personas</a:t>
            </a:r>
          </a:p>
        </p:txBody>
      </p:sp>
      <p:sp>
        <p:nvSpPr>
          <p:cNvPr id="39" name="TextBox 38">
            <a:extLst>
              <a:ext uri="{FF2B5EF4-FFF2-40B4-BE49-F238E27FC236}">
                <a16:creationId xmlns:a16="http://schemas.microsoft.com/office/drawing/2014/main" id="{C15DB6B9-38DA-D388-6075-40ACA32AA785}"/>
              </a:ext>
            </a:extLst>
          </p:cNvPr>
          <p:cNvSpPr txBox="1"/>
          <p:nvPr/>
        </p:nvSpPr>
        <p:spPr>
          <a:xfrm>
            <a:off x="6762902" y="3855645"/>
            <a:ext cx="914400" cy="442035"/>
          </a:xfrm>
          <a:prstGeom prst="rect">
            <a:avLst/>
          </a:prstGeom>
          <a:solidFill>
            <a:schemeClr val="bg1">
              <a:lumMod val="85000"/>
            </a:schemeClr>
          </a:solid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dirty="0">
                <a:ln>
                  <a:noFill/>
                </a:ln>
                <a:solidFill>
                  <a:srgbClr val="E8901E"/>
                </a:solidFill>
                <a:effectLst/>
                <a:uLnTx/>
                <a:uFillTx/>
                <a:latin typeface="Arial"/>
                <a:ea typeface="+mn-ea"/>
                <a:cs typeface="+mn-cs"/>
              </a:rPr>
              <a:t>1</a:t>
            </a:r>
          </a:p>
        </p:txBody>
      </p:sp>
      <p:sp>
        <p:nvSpPr>
          <p:cNvPr id="40" name="TextBox 39">
            <a:extLst>
              <a:ext uri="{FF2B5EF4-FFF2-40B4-BE49-F238E27FC236}">
                <a16:creationId xmlns:a16="http://schemas.microsoft.com/office/drawing/2014/main" id="{68F0D7D2-7E06-DD9E-6906-61A89F85E309}"/>
              </a:ext>
            </a:extLst>
          </p:cNvPr>
          <p:cNvSpPr txBox="1"/>
          <p:nvPr/>
        </p:nvSpPr>
        <p:spPr>
          <a:xfrm>
            <a:off x="6762902" y="4293395"/>
            <a:ext cx="914400" cy="380480"/>
          </a:xfrm>
          <a:prstGeom prst="rect">
            <a:avLst/>
          </a:prstGeom>
          <a:solidFill>
            <a:schemeClr val="tx2">
              <a:lumMod val="40000"/>
              <a:lumOff val="60000"/>
            </a:schemeClr>
          </a:solid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272727"/>
                </a:solidFill>
                <a:effectLst/>
                <a:uLnTx/>
                <a:uFillTx/>
                <a:latin typeface="Arial"/>
                <a:ea typeface="+mn-ea"/>
                <a:cs typeface="+mn-cs"/>
              </a:rPr>
              <a:t>Central Hiring Platform</a:t>
            </a:r>
            <a:endParaRPr kumimoji="0" sz="1000" b="0" i="0" u="none" strike="noStrike" kern="1200" cap="none" spc="0" normalizeH="0" baseline="0" noProof="0" dirty="0">
              <a:ln>
                <a:noFill/>
              </a:ln>
              <a:solidFill>
                <a:srgbClr val="272727"/>
              </a:solidFill>
              <a:effectLst/>
              <a:uLnTx/>
              <a:uFillTx/>
              <a:latin typeface="Arial"/>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96926"/>
            <a:ext cx="8229600" cy="688256"/>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dirty="0">
                <a:ln>
                  <a:noFill/>
                </a:ln>
                <a:solidFill>
                  <a:srgbClr val="001B5B"/>
                </a:solidFill>
                <a:effectLst/>
                <a:uLnTx/>
                <a:uFillTx/>
                <a:latin typeface="Arial"/>
                <a:ea typeface="+mn-ea"/>
                <a:cs typeface="+mn-cs"/>
              </a:rPr>
              <a:t>Four stages · </a:t>
            </a:r>
            <a:r>
              <a:rPr kumimoji="0" lang="en-US" sz="2000" b="1" i="0" u="none" strike="noStrike" kern="1200" cap="none" spc="0" normalizeH="0" baseline="0" noProof="0" dirty="0">
                <a:ln>
                  <a:noFill/>
                </a:ln>
                <a:solidFill>
                  <a:srgbClr val="001B5B"/>
                </a:solidFill>
                <a:effectLst/>
                <a:uLnTx/>
                <a:uFillTx/>
                <a:latin typeface="Arial"/>
                <a:ea typeface="+mn-ea"/>
                <a:cs typeface="+mn-cs"/>
              </a:rPr>
              <a:t>4</a:t>
            </a:r>
            <a:r>
              <a:rPr kumimoji="0" sz="2000" b="1" i="0" u="none" strike="noStrike" kern="1200" cap="none" spc="0" normalizeH="0" baseline="0" noProof="0" dirty="0">
                <a:ln>
                  <a:noFill/>
                </a:ln>
                <a:solidFill>
                  <a:srgbClr val="001B5B"/>
                </a:solidFill>
                <a:effectLst/>
                <a:uLnTx/>
                <a:uFillTx/>
                <a:latin typeface="Arial"/>
                <a:ea typeface="+mn-ea"/>
                <a:cs typeface="+mn-cs"/>
              </a:rPr>
              <a:t> personas</a:t>
            </a:r>
            <a:r>
              <a:rPr kumimoji="0" lang="en-US" sz="2000" b="1" i="0" u="none" strike="noStrike" kern="1200" cap="none" spc="0" normalizeH="0" baseline="0" noProof="0" dirty="0">
                <a:ln>
                  <a:noFill/>
                </a:ln>
                <a:solidFill>
                  <a:srgbClr val="001B5B"/>
                </a:solidFill>
                <a:effectLst/>
                <a:uLnTx/>
                <a:uFillTx/>
                <a:latin typeface="Arial"/>
                <a:ea typeface="+mn-ea"/>
                <a:cs typeface="+mn-cs"/>
              </a:rPr>
              <a:t> –</a:t>
            </a:r>
            <a:r>
              <a:rPr kumimoji="0" sz="2000" b="1" i="0" u="none" strike="noStrike" kern="1200" cap="none" spc="0" normalizeH="0" baseline="0" noProof="0" dirty="0">
                <a:ln>
                  <a:noFill/>
                </a:ln>
                <a:solidFill>
                  <a:srgbClr val="001B5B"/>
                </a:solidFill>
                <a:effectLst/>
                <a:uLnTx/>
                <a:uFillTx/>
                <a:latin typeface="Arial"/>
                <a:ea typeface="+mn-ea"/>
                <a:cs typeface="+mn-cs"/>
              </a:rPr>
              <a:t> </a:t>
            </a:r>
            <a:endParaRPr kumimoji="0" lang="en-US" sz="2000" b="1" i="0" u="none" strike="noStrike" kern="1200" cap="none" spc="0" normalizeH="0" baseline="0" noProof="0" dirty="0">
              <a:ln>
                <a:noFill/>
              </a:ln>
              <a:solidFill>
                <a:srgbClr val="001B5B"/>
              </a:solidFill>
              <a:effectLst/>
              <a:uLnTx/>
              <a:uFillTx/>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1B5B"/>
                </a:solidFill>
                <a:effectLst/>
                <a:uLnTx/>
                <a:uFillTx/>
                <a:latin typeface="Arial"/>
                <a:ea typeface="+mn-ea"/>
                <a:cs typeface="+mn-cs"/>
              </a:rPr>
              <a:t>JD crafting </a:t>
            </a:r>
            <a:r>
              <a:rPr kumimoji="0" sz="2000" b="1" i="0" u="none" strike="noStrike" kern="1200" cap="none" spc="0" normalizeH="0" baseline="0" noProof="0" dirty="0">
                <a:ln>
                  <a:noFill/>
                </a:ln>
                <a:solidFill>
                  <a:srgbClr val="001B5B"/>
                </a:solidFill>
                <a:effectLst/>
                <a:uLnTx/>
                <a:uFillTx/>
                <a:latin typeface="Arial"/>
                <a:ea typeface="+mn-ea"/>
                <a:cs typeface="+mn-cs"/>
              </a:rPr>
              <a:t>request to </a:t>
            </a:r>
            <a:r>
              <a:rPr kumimoji="0" lang="en-US" sz="2000" b="1" i="0" u="none" strike="noStrike" kern="1200" cap="none" spc="0" normalizeH="0" baseline="0" noProof="0" dirty="0">
                <a:ln>
                  <a:noFill/>
                </a:ln>
                <a:solidFill>
                  <a:srgbClr val="001B5B"/>
                </a:solidFill>
                <a:effectLst/>
                <a:uLnTx/>
                <a:uFillTx/>
                <a:latin typeface="Arial"/>
                <a:ea typeface="+mn-ea"/>
                <a:cs typeface="+mn-cs"/>
              </a:rPr>
              <a:t>Interview </a:t>
            </a:r>
            <a:r>
              <a:rPr kumimoji="0" sz="2000" b="1" i="0" u="none" strike="noStrike" kern="1200" cap="none" spc="0" normalizeH="0" baseline="0" noProof="0" dirty="0">
                <a:ln>
                  <a:noFill/>
                </a:ln>
                <a:solidFill>
                  <a:srgbClr val="001B5B"/>
                </a:solidFill>
                <a:effectLst/>
                <a:uLnTx/>
                <a:uFillTx/>
                <a:latin typeface="Arial"/>
                <a:ea typeface="+mn-ea"/>
                <a:cs typeface="+mn-cs"/>
              </a:rPr>
              <a:t>calendar invite</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dirty="0">
                <a:ln>
                  <a:noFill/>
                </a:ln>
                <a:solidFill>
                  <a:srgbClr val="999999"/>
                </a:solidFill>
                <a:effectLst/>
                <a:uLnTx/>
                <a:uFillTx/>
                <a:latin typeface="Arial"/>
                <a:ea typeface="+mn-ea"/>
                <a:cs typeface="+mn-cs"/>
              </a:rPr>
              <a:t>AI-NATIVE HR · FINAL R</a:t>
            </a:r>
            <a:r>
              <a:rPr kumimoji="0" lang="en-US" sz="800" b="0" i="0" u="none" strike="noStrike" kern="1200" cap="none" spc="0" normalizeH="0" baseline="0" noProof="0" dirty="0">
                <a:ln>
                  <a:noFill/>
                </a:ln>
                <a:solidFill>
                  <a:srgbClr val="999999"/>
                </a:solidFill>
                <a:effectLst/>
                <a:uLnTx/>
                <a:uFillTx/>
                <a:latin typeface="Arial"/>
                <a:ea typeface="+mn-ea"/>
                <a:cs typeface="+mn-cs"/>
              </a:rPr>
              <a:t>EVIEW</a:t>
            </a:r>
            <a:endParaRPr kumimoji="0" sz="800" b="0" i="0" u="none" strike="noStrike" kern="1200" cap="none" spc="0" normalizeH="0" baseline="0" noProof="0" dirty="0">
              <a:ln>
                <a:noFill/>
              </a:ln>
              <a:solidFill>
                <a:srgbClr val="999999"/>
              </a:solidFill>
              <a:effectLst/>
              <a:uLnTx/>
              <a:uFillTx/>
              <a:latin typeface="Arial"/>
              <a:ea typeface="+mn-ea"/>
              <a:cs typeface="+mn-cs"/>
            </a:endParaRPr>
          </a:p>
        </p:txBody>
      </p:sp>
      <p:grpSp>
        <p:nvGrpSpPr>
          <p:cNvPr id="40" name="Group 39">
            <a:extLst>
              <a:ext uri="{FF2B5EF4-FFF2-40B4-BE49-F238E27FC236}">
                <a16:creationId xmlns:a16="http://schemas.microsoft.com/office/drawing/2014/main" id="{3383C53E-2CCB-9566-C4AF-B7C20D85B9A1}"/>
              </a:ext>
            </a:extLst>
          </p:cNvPr>
          <p:cNvGrpSpPr/>
          <p:nvPr/>
        </p:nvGrpSpPr>
        <p:grpSpPr>
          <a:xfrm>
            <a:off x="320040" y="1005840"/>
            <a:ext cx="2103120" cy="3428999"/>
            <a:chOff x="320040" y="1005840"/>
            <a:chExt cx="2103120" cy="3428999"/>
          </a:xfrm>
        </p:grpSpPr>
        <p:sp>
          <p:nvSpPr>
            <p:cNvPr id="6" name="Rectangle 5"/>
            <p:cNvSpPr/>
            <p:nvPr/>
          </p:nvSpPr>
          <p:spPr>
            <a:xfrm>
              <a:off x="320040" y="1005840"/>
              <a:ext cx="2103120" cy="59436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411480" y="1024128"/>
              <a:ext cx="1920240" cy="442035"/>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FFFFFF"/>
                  </a:solidFill>
                  <a:effectLst/>
                  <a:uLnTx/>
                  <a:uFillTx/>
                  <a:latin typeface="Arial"/>
                  <a:ea typeface="+mn-ea"/>
                  <a:cs typeface="+mn-cs"/>
                </a:rPr>
                <a:t>STAGE 1</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FFFFFF"/>
                  </a:solidFill>
                  <a:effectLst/>
                  <a:uLnTx/>
                  <a:uFillTx/>
                  <a:latin typeface="Arial"/>
                  <a:ea typeface="+mn-ea"/>
                  <a:cs typeface="+mn-cs"/>
                </a:rPr>
                <a:t>Request Definition</a:t>
              </a:r>
            </a:p>
          </p:txBody>
        </p:sp>
        <p:sp>
          <p:nvSpPr>
            <p:cNvPr id="8" name="Rectangle 7"/>
            <p:cNvSpPr/>
            <p:nvPr/>
          </p:nvSpPr>
          <p:spPr>
            <a:xfrm>
              <a:off x="320040" y="1645920"/>
              <a:ext cx="2103120" cy="10058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411480" y="1691640"/>
              <a:ext cx="1920240" cy="626701"/>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E8901E"/>
                  </a:solidFill>
                  <a:effectLst/>
                  <a:uLnTx/>
                  <a:uFillTx/>
                  <a:latin typeface="Arial"/>
                  <a:ea typeface="+mn-ea"/>
                  <a:cs typeface="+mn-cs"/>
                </a:rPr>
                <a:t>JD Writer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E8901E"/>
                  </a:solidFill>
                  <a:effectLst/>
                  <a:uLnTx/>
                  <a:uFillTx/>
                  <a:latin typeface="Arial"/>
                  <a:ea typeface="+mn-ea"/>
                  <a:cs typeface="+mn-cs"/>
                </a:rPr>
                <a:t>Context Extractor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E8901E"/>
                  </a:solidFill>
                  <a:effectLst/>
                  <a:uLnTx/>
                  <a:uFillTx/>
                  <a:latin typeface="Arial"/>
                  <a:ea typeface="+mn-ea"/>
                  <a:cs typeface="+mn-cs"/>
                </a:rPr>
                <a:t>Screening Rules</a:t>
              </a:r>
            </a:p>
          </p:txBody>
        </p:sp>
        <p:sp>
          <p:nvSpPr>
            <p:cNvPr id="10" name="TextBox 9"/>
            <p:cNvSpPr txBox="1"/>
            <p:nvPr/>
          </p:nvSpPr>
          <p:spPr>
            <a:xfrm>
              <a:off x="411480" y="2743200"/>
              <a:ext cx="1920240" cy="580534"/>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272727"/>
                  </a:solidFill>
                  <a:effectLst/>
                  <a:uLnTx/>
                  <a:uFillTx/>
                  <a:latin typeface="Arial"/>
                  <a:ea typeface="+mn-ea"/>
                  <a:cs typeface="+mn-cs"/>
                </a:rPr>
                <a:t>Manager describes role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272727"/>
                  </a:solidFill>
                  <a:effectLst/>
                  <a:uLnTx/>
                  <a:uFillTx/>
                  <a:latin typeface="Arial"/>
                  <a:ea typeface="+mn-ea"/>
                  <a:cs typeface="+mn-cs"/>
                </a:rPr>
                <a:t>in Teams chat → AI</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272727"/>
                  </a:solidFill>
                  <a:effectLst/>
                  <a:uLnTx/>
                  <a:uFillTx/>
                  <a:latin typeface="Arial"/>
                  <a:ea typeface="+mn-ea"/>
                  <a:cs typeface="+mn-cs"/>
                </a:rPr>
                <a:t>generates JD</a:t>
              </a:r>
            </a:p>
          </p:txBody>
        </p:sp>
        <p:sp>
          <p:nvSpPr>
            <p:cNvPr id="26" name="Rectangle 25"/>
            <p:cNvSpPr/>
            <p:nvPr/>
          </p:nvSpPr>
          <p:spPr>
            <a:xfrm>
              <a:off x="320040" y="3977639"/>
              <a:ext cx="2103120" cy="45720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TextBox 26"/>
            <p:cNvSpPr txBox="1"/>
            <p:nvPr/>
          </p:nvSpPr>
          <p:spPr>
            <a:xfrm>
              <a:off x="360275" y="3995928"/>
              <a:ext cx="1783080" cy="22860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dirty="0">
                  <a:ln>
                    <a:noFill/>
                  </a:ln>
                  <a:solidFill>
                    <a:srgbClr val="FFFFFF"/>
                  </a:solidFill>
                  <a:effectLst/>
                  <a:uLnTx/>
                  <a:uFillTx/>
                  <a:latin typeface="Arial"/>
                  <a:ea typeface="+mn-ea"/>
                  <a:cs typeface="+mn-cs"/>
                </a:rPr>
                <a:t>Manager  ·  Anika Rao</a:t>
              </a:r>
            </a:p>
          </p:txBody>
        </p:sp>
        <p:sp>
          <p:nvSpPr>
            <p:cNvPr id="28" name="TextBox 27"/>
            <p:cNvSpPr txBox="1"/>
            <p:nvPr/>
          </p:nvSpPr>
          <p:spPr>
            <a:xfrm>
              <a:off x="367590" y="4178808"/>
              <a:ext cx="1783080" cy="22860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dirty="0">
                  <a:ln>
                    <a:noFill/>
                  </a:ln>
                  <a:solidFill>
                    <a:srgbClr val="CCCCCC"/>
                  </a:solidFill>
                  <a:effectLst/>
                  <a:uLnTx/>
                  <a:uFillTx/>
                  <a:latin typeface="Arial"/>
                  <a:ea typeface="+mn-ea"/>
                  <a:cs typeface="+mn-cs"/>
                </a:rPr>
                <a:t>10 steps</a:t>
              </a:r>
            </a:p>
          </p:txBody>
        </p:sp>
      </p:grpSp>
      <p:grpSp>
        <p:nvGrpSpPr>
          <p:cNvPr id="41" name="Group 40">
            <a:extLst>
              <a:ext uri="{FF2B5EF4-FFF2-40B4-BE49-F238E27FC236}">
                <a16:creationId xmlns:a16="http://schemas.microsoft.com/office/drawing/2014/main" id="{789E186B-8029-1EEE-0740-3A927B9696C7}"/>
              </a:ext>
            </a:extLst>
          </p:cNvPr>
          <p:cNvGrpSpPr/>
          <p:nvPr/>
        </p:nvGrpSpPr>
        <p:grpSpPr>
          <a:xfrm>
            <a:off x="2514600" y="1005840"/>
            <a:ext cx="2103120" cy="3428999"/>
            <a:chOff x="2514600" y="1005840"/>
            <a:chExt cx="2103120" cy="3428999"/>
          </a:xfrm>
        </p:grpSpPr>
        <p:sp>
          <p:nvSpPr>
            <p:cNvPr id="11" name="Rectangle 10"/>
            <p:cNvSpPr/>
            <p:nvPr/>
          </p:nvSpPr>
          <p:spPr>
            <a:xfrm>
              <a:off x="2514600" y="1005840"/>
              <a:ext cx="2103120" cy="59436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2606040" y="1024128"/>
              <a:ext cx="1920240" cy="442035"/>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FFFFFF"/>
                  </a:solidFill>
                  <a:effectLst/>
                  <a:uLnTx/>
                  <a:uFillTx/>
                  <a:latin typeface="Arial"/>
                  <a:ea typeface="+mn-ea"/>
                  <a:cs typeface="+mn-cs"/>
                </a:rPr>
                <a:t>STAGE 2</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FFFFFF"/>
                  </a:solidFill>
                  <a:effectLst/>
                  <a:uLnTx/>
                  <a:uFillTx/>
                  <a:latin typeface="Arial"/>
                  <a:ea typeface="+mn-ea"/>
                  <a:cs typeface="+mn-cs"/>
                </a:rPr>
                <a:t>HRBP &amp; Agency</a:t>
              </a:r>
            </a:p>
          </p:txBody>
        </p:sp>
        <p:sp>
          <p:nvSpPr>
            <p:cNvPr id="13" name="Rectangle 12"/>
            <p:cNvSpPr/>
            <p:nvPr/>
          </p:nvSpPr>
          <p:spPr>
            <a:xfrm>
              <a:off x="2514600" y="1645920"/>
              <a:ext cx="2103120" cy="10058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Box 13"/>
            <p:cNvSpPr txBox="1"/>
            <p:nvPr/>
          </p:nvSpPr>
          <p:spPr>
            <a:xfrm>
              <a:off x="2606040" y="1691640"/>
              <a:ext cx="1920240" cy="442035"/>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E8901E"/>
                  </a:solidFill>
                  <a:effectLst/>
                  <a:uLnTx/>
                  <a:uFillTx/>
                  <a:latin typeface="Arial"/>
                  <a:ea typeface="+mn-ea"/>
                  <a:cs typeface="+mn-cs"/>
                </a:rPr>
                <a:t>JD Change Assessor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E8901E"/>
                  </a:solidFill>
                  <a:effectLst/>
                  <a:uLnTx/>
                  <a:uFillTx/>
                  <a:latin typeface="Arial"/>
                  <a:ea typeface="+mn-ea"/>
                  <a:cs typeface="+mn-cs"/>
                </a:rPr>
                <a:t>Agency Recommender</a:t>
              </a:r>
            </a:p>
          </p:txBody>
        </p:sp>
        <p:sp>
          <p:nvSpPr>
            <p:cNvPr id="15" name="TextBox 14"/>
            <p:cNvSpPr txBox="1"/>
            <p:nvPr/>
          </p:nvSpPr>
          <p:spPr>
            <a:xfrm>
              <a:off x="2606040" y="2743200"/>
              <a:ext cx="1920240" cy="580534"/>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272727"/>
                  </a:solidFill>
                  <a:effectLst/>
                  <a:uLnTx/>
                  <a:uFillTx/>
                  <a:latin typeface="Arial"/>
                  <a:ea typeface="+mn-ea"/>
                  <a:cs typeface="+mn-cs"/>
                </a:rPr>
                <a:t>HRBP reviews changes,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272727"/>
                  </a:solidFill>
                  <a:effectLst/>
                  <a:uLnTx/>
                  <a:uFillTx/>
                  <a:latin typeface="Arial"/>
                  <a:ea typeface="+mn-ea"/>
                  <a:cs typeface="+mn-cs"/>
                </a:rPr>
                <a:t>AI recommends agencies,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272727"/>
                  </a:solidFill>
                  <a:effectLst/>
                  <a:uLnTx/>
                  <a:uFillTx/>
                  <a:latin typeface="Arial"/>
                  <a:ea typeface="+mn-ea"/>
                  <a:cs typeface="+mn-cs"/>
                </a:rPr>
                <a:t>creates Outlook drafts</a:t>
              </a:r>
            </a:p>
          </p:txBody>
        </p:sp>
        <p:sp>
          <p:nvSpPr>
            <p:cNvPr id="29" name="Rectangle 28"/>
            <p:cNvSpPr/>
            <p:nvPr/>
          </p:nvSpPr>
          <p:spPr>
            <a:xfrm>
              <a:off x="2514600" y="3977639"/>
              <a:ext cx="2103120" cy="45720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TextBox 29"/>
            <p:cNvSpPr txBox="1"/>
            <p:nvPr/>
          </p:nvSpPr>
          <p:spPr>
            <a:xfrm>
              <a:off x="2536545" y="3995928"/>
              <a:ext cx="1783080" cy="22860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dirty="0">
                  <a:ln>
                    <a:noFill/>
                  </a:ln>
                  <a:solidFill>
                    <a:srgbClr val="FFFFFF"/>
                  </a:solidFill>
                  <a:effectLst/>
                  <a:uLnTx/>
                  <a:uFillTx/>
                  <a:latin typeface="Arial"/>
                  <a:ea typeface="+mn-ea"/>
                  <a:cs typeface="+mn-cs"/>
                </a:rPr>
                <a:t>HRBP  ·  Maya Chen</a:t>
              </a:r>
            </a:p>
          </p:txBody>
        </p:sp>
        <p:sp>
          <p:nvSpPr>
            <p:cNvPr id="31" name="TextBox 30"/>
            <p:cNvSpPr txBox="1"/>
            <p:nvPr/>
          </p:nvSpPr>
          <p:spPr>
            <a:xfrm>
              <a:off x="2536545" y="4178808"/>
              <a:ext cx="1783080" cy="22860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dirty="0">
                  <a:ln>
                    <a:noFill/>
                  </a:ln>
                  <a:solidFill>
                    <a:srgbClr val="CCCCCC"/>
                  </a:solidFill>
                  <a:effectLst/>
                  <a:uLnTx/>
                  <a:uFillTx/>
                  <a:latin typeface="Arial"/>
                  <a:ea typeface="+mn-ea"/>
                  <a:cs typeface="+mn-cs"/>
                </a:rPr>
                <a:t>8 steps</a:t>
              </a:r>
            </a:p>
          </p:txBody>
        </p:sp>
      </p:grpSp>
      <p:grpSp>
        <p:nvGrpSpPr>
          <p:cNvPr id="42" name="Group 41">
            <a:extLst>
              <a:ext uri="{FF2B5EF4-FFF2-40B4-BE49-F238E27FC236}">
                <a16:creationId xmlns:a16="http://schemas.microsoft.com/office/drawing/2014/main" id="{C8FFD726-0D0A-8CF8-0DE8-04453FB40AE7}"/>
              </a:ext>
            </a:extLst>
          </p:cNvPr>
          <p:cNvGrpSpPr/>
          <p:nvPr/>
        </p:nvGrpSpPr>
        <p:grpSpPr>
          <a:xfrm>
            <a:off x="4709160" y="1005840"/>
            <a:ext cx="2103120" cy="3428999"/>
            <a:chOff x="4709160" y="1005840"/>
            <a:chExt cx="2103120" cy="3428999"/>
          </a:xfrm>
        </p:grpSpPr>
        <p:sp>
          <p:nvSpPr>
            <p:cNvPr id="16" name="Rectangle 15"/>
            <p:cNvSpPr/>
            <p:nvPr/>
          </p:nvSpPr>
          <p:spPr>
            <a:xfrm>
              <a:off x="4709160" y="1005840"/>
              <a:ext cx="2103120" cy="59436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TextBox 16"/>
            <p:cNvSpPr txBox="1"/>
            <p:nvPr/>
          </p:nvSpPr>
          <p:spPr>
            <a:xfrm>
              <a:off x="4800600" y="1024128"/>
              <a:ext cx="1920240" cy="442035"/>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FFFFFF"/>
                  </a:solidFill>
                  <a:effectLst/>
                  <a:uLnTx/>
                  <a:uFillTx/>
                  <a:latin typeface="Arial"/>
                  <a:ea typeface="+mn-ea"/>
                  <a:cs typeface="+mn-cs"/>
                </a:rPr>
                <a:t>STAGE 3</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FFFFFF"/>
                  </a:solidFill>
                  <a:effectLst/>
                  <a:uLnTx/>
                  <a:uFillTx/>
                  <a:latin typeface="Arial"/>
                  <a:ea typeface="+mn-ea"/>
                  <a:cs typeface="+mn-cs"/>
                </a:rPr>
                <a:t>Scoring</a:t>
              </a:r>
            </a:p>
          </p:txBody>
        </p:sp>
        <p:sp>
          <p:nvSpPr>
            <p:cNvPr id="18" name="Rectangle 17"/>
            <p:cNvSpPr/>
            <p:nvPr/>
          </p:nvSpPr>
          <p:spPr>
            <a:xfrm>
              <a:off x="4709160" y="1645920"/>
              <a:ext cx="2103120" cy="10058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18"/>
            <p:cNvSpPr txBox="1"/>
            <p:nvPr/>
          </p:nvSpPr>
          <p:spPr>
            <a:xfrm>
              <a:off x="4800600" y="1691640"/>
              <a:ext cx="1920240" cy="811367"/>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E8901E"/>
                  </a:solidFill>
                  <a:effectLst/>
                  <a:uLnTx/>
                  <a:uFillTx/>
                  <a:latin typeface="Arial"/>
                  <a:ea typeface="+mn-ea"/>
                  <a:cs typeface="+mn-cs"/>
                </a:rPr>
                <a:t>Resume Parser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E8901E"/>
                  </a:solidFill>
                  <a:effectLst/>
                  <a:uLnTx/>
                  <a:uFillTx/>
                  <a:latin typeface="Arial"/>
                  <a:ea typeface="+mn-ea"/>
                  <a:cs typeface="+mn-cs"/>
                </a:rPr>
                <a:t>Application Scorer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E8901E"/>
                  </a:solidFill>
                  <a:effectLst/>
                  <a:uLnTx/>
                  <a:uFillTx/>
                  <a:latin typeface="Arial"/>
                  <a:ea typeface="+mn-ea"/>
                  <a:cs typeface="+mn-cs"/>
                </a:rPr>
                <a:t>Red Flag Detector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E8901E"/>
                  </a:solidFill>
                  <a:effectLst/>
                  <a:uLnTx/>
                  <a:uFillTx/>
                  <a:latin typeface="Arial"/>
                  <a:ea typeface="+mn-ea"/>
                  <a:cs typeface="+mn-cs"/>
                </a:rPr>
                <a:t>Cross-Match</a:t>
              </a:r>
            </a:p>
          </p:txBody>
        </p:sp>
        <p:sp>
          <p:nvSpPr>
            <p:cNvPr id="20" name="TextBox 19"/>
            <p:cNvSpPr txBox="1"/>
            <p:nvPr/>
          </p:nvSpPr>
          <p:spPr>
            <a:xfrm>
              <a:off x="4800600" y="2743200"/>
              <a:ext cx="1920240" cy="580534"/>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272727"/>
                  </a:solidFill>
                  <a:effectLst/>
                  <a:uLnTx/>
                  <a:uFillTx/>
                  <a:latin typeface="Arial"/>
                  <a:ea typeface="+mn-ea"/>
                  <a:cs typeface="+mn-cs"/>
                </a:rPr>
                <a:t>Agency submits CV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272727"/>
                  </a:solidFill>
                  <a:effectLst/>
                  <a:uLnTx/>
                  <a:uFillTx/>
                  <a:latin typeface="Arial"/>
                  <a:ea typeface="+mn-ea"/>
                  <a:cs typeface="+mn-cs"/>
                </a:rPr>
                <a:t>AI parses, scores, flags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272727"/>
                  </a:solidFill>
                  <a:effectLst/>
                  <a:uLnTx/>
                  <a:uFillTx/>
                  <a:latin typeface="Arial"/>
                  <a:ea typeface="+mn-ea"/>
                  <a:cs typeface="+mn-cs"/>
                </a:rPr>
                <a:t>risks, suggests matches</a:t>
              </a:r>
            </a:p>
          </p:txBody>
        </p:sp>
        <p:sp>
          <p:nvSpPr>
            <p:cNvPr id="32" name="Rectangle 31"/>
            <p:cNvSpPr/>
            <p:nvPr/>
          </p:nvSpPr>
          <p:spPr>
            <a:xfrm>
              <a:off x="4709160" y="3977639"/>
              <a:ext cx="2103120" cy="457200"/>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3" name="TextBox 32"/>
            <p:cNvSpPr txBox="1"/>
            <p:nvPr/>
          </p:nvSpPr>
          <p:spPr>
            <a:xfrm>
              <a:off x="4734762" y="3995928"/>
              <a:ext cx="1783080" cy="22860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dirty="0">
                  <a:ln>
                    <a:noFill/>
                  </a:ln>
                  <a:solidFill>
                    <a:srgbClr val="FFFFFF"/>
                  </a:solidFill>
                  <a:effectLst/>
                  <a:uLnTx/>
                  <a:uFillTx/>
                  <a:latin typeface="Arial"/>
                  <a:ea typeface="+mn-ea"/>
                  <a:cs typeface="+mn-cs"/>
                </a:rPr>
                <a:t>Collaborator  ·  Rohan Iyer</a:t>
              </a:r>
            </a:p>
          </p:txBody>
        </p:sp>
        <p:sp>
          <p:nvSpPr>
            <p:cNvPr id="34" name="TextBox 33"/>
            <p:cNvSpPr txBox="1"/>
            <p:nvPr/>
          </p:nvSpPr>
          <p:spPr>
            <a:xfrm>
              <a:off x="4778654" y="4178808"/>
              <a:ext cx="1783080" cy="22860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dirty="0">
                  <a:ln>
                    <a:noFill/>
                  </a:ln>
                  <a:solidFill>
                    <a:srgbClr val="CCCCCC"/>
                  </a:solidFill>
                  <a:effectLst/>
                  <a:uLnTx/>
                  <a:uFillTx/>
                  <a:latin typeface="Arial"/>
                  <a:ea typeface="+mn-ea"/>
                  <a:cs typeface="+mn-cs"/>
                </a:rPr>
                <a:t>3 steps</a:t>
              </a:r>
            </a:p>
          </p:txBody>
        </p:sp>
      </p:grpSp>
      <p:grpSp>
        <p:nvGrpSpPr>
          <p:cNvPr id="44" name="Group 43">
            <a:extLst>
              <a:ext uri="{FF2B5EF4-FFF2-40B4-BE49-F238E27FC236}">
                <a16:creationId xmlns:a16="http://schemas.microsoft.com/office/drawing/2014/main" id="{0BFD494A-7A47-53BD-4E36-161F6BABEBA4}"/>
              </a:ext>
            </a:extLst>
          </p:cNvPr>
          <p:cNvGrpSpPr/>
          <p:nvPr/>
        </p:nvGrpSpPr>
        <p:grpSpPr>
          <a:xfrm>
            <a:off x="6903720" y="1005840"/>
            <a:ext cx="2103121" cy="3428999"/>
            <a:chOff x="6903720" y="1005840"/>
            <a:chExt cx="2103121" cy="3428999"/>
          </a:xfrm>
        </p:grpSpPr>
        <p:sp>
          <p:nvSpPr>
            <p:cNvPr id="21" name="Rectangle 20"/>
            <p:cNvSpPr/>
            <p:nvPr/>
          </p:nvSpPr>
          <p:spPr>
            <a:xfrm>
              <a:off x="6903720" y="1005840"/>
              <a:ext cx="2103120" cy="59436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TextBox 21"/>
            <p:cNvSpPr txBox="1"/>
            <p:nvPr/>
          </p:nvSpPr>
          <p:spPr>
            <a:xfrm>
              <a:off x="6995160" y="1024128"/>
              <a:ext cx="1920240" cy="442035"/>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FFFFFF"/>
                  </a:solidFill>
                  <a:effectLst/>
                  <a:uLnTx/>
                  <a:uFillTx/>
                  <a:latin typeface="Arial"/>
                  <a:ea typeface="+mn-ea"/>
                  <a:cs typeface="+mn-cs"/>
                </a:rPr>
                <a:t>STAGE 4</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FFFFFF"/>
                  </a:solidFill>
                  <a:effectLst/>
                  <a:uLnTx/>
                  <a:uFillTx/>
                  <a:latin typeface="Arial"/>
                  <a:ea typeface="+mn-ea"/>
                  <a:cs typeface="+mn-cs"/>
                </a:rPr>
                <a:t>Interview</a:t>
              </a:r>
            </a:p>
          </p:txBody>
        </p:sp>
        <p:sp>
          <p:nvSpPr>
            <p:cNvPr id="23" name="Rectangle 22"/>
            <p:cNvSpPr/>
            <p:nvPr/>
          </p:nvSpPr>
          <p:spPr>
            <a:xfrm>
              <a:off x="6903720" y="1645920"/>
              <a:ext cx="2103120" cy="10058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4" name="TextBox 23"/>
            <p:cNvSpPr txBox="1"/>
            <p:nvPr/>
          </p:nvSpPr>
          <p:spPr>
            <a:xfrm>
              <a:off x="6995160" y="1713586"/>
              <a:ext cx="1920240" cy="442035"/>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E8901E"/>
                  </a:solidFill>
                  <a:effectLst/>
                  <a:uLnTx/>
                  <a:uFillTx/>
                  <a:latin typeface="Arial"/>
                  <a:ea typeface="+mn-ea"/>
                  <a:cs typeface="+mn-cs"/>
                </a:rPr>
                <a:t>Interview Planner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E8901E"/>
                  </a:solidFill>
                  <a:effectLst/>
                  <a:uLnTx/>
                  <a:uFillTx/>
                  <a:latin typeface="Arial"/>
                  <a:ea typeface="+mn-ea"/>
                  <a:cs typeface="+mn-cs"/>
                </a:rPr>
                <a:t>Slot Ranker</a:t>
              </a:r>
            </a:p>
          </p:txBody>
        </p:sp>
        <p:sp>
          <p:nvSpPr>
            <p:cNvPr id="25" name="TextBox 24"/>
            <p:cNvSpPr txBox="1"/>
            <p:nvPr/>
          </p:nvSpPr>
          <p:spPr>
            <a:xfrm>
              <a:off x="6995160" y="2743200"/>
              <a:ext cx="1920240" cy="580534"/>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272727"/>
                  </a:solidFill>
                  <a:effectLst/>
                  <a:uLnTx/>
                  <a:uFillTx/>
                  <a:latin typeface="Arial"/>
                  <a:ea typeface="+mn-ea"/>
                  <a:cs typeface="+mn-cs"/>
                </a:rPr>
                <a:t>AI generates </a:t>
              </a:r>
              <a:r>
                <a:rPr lang="en-US" sz="1100" dirty="0">
                  <a:solidFill>
                    <a:srgbClr val="272727"/>
                  </a:solidFill>
                  <a:latin typeface="Arial"/>
                </a:rPr>
                <a:t>interview</a:t>
              </a:r>
              <a:endParaRPr kumimoji="0" sz="1100" b="0" i="0" u="none" strike="noStrike" kern="1200" cap="none" spc="0" normalizeH="0" baseline="0" noProof="0" dirty="0">
                <a:ln>
                  <a:noFill/>
                </a:ln>
                <a:solidFill>
                  <a:srgbClr val="272727"/>
                </a:solidFill>
                <a:effectLst/>
                <a:uLnTx/>
                <a:uFillTx/>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272727"/>
                  </a:solidFill>
                  <a:effectLst/>
                  <a:uLnTx/>
                  <a:uFillTx/>
                  <a:latin typeface="Arial"/>
                  <a:ea typeface="+mn-ea"/>
                  <a:cs typeface="+mn-cs"/>
                </a:rPr>
                <a:t>plan, ranks scheduling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100" dirty="0">
                  <a:solidFill>
                    <a:srgbClr val="272727"/>
                  </a:solidFill>
                  <a:latin typeface="Arial"/>
                </a:rPr>
                <a:t>Calendar options</a:t>
              </a:r>
              <a:endParaRPr kumimoji="0" sz="1100" b="0" i="0" u="none" strike="noStrike" kern="1200" cap="none" spc="0" normalizeH="0" baseline="0" noProof="0" dirty="0">
                <a:ln>
                  <a:noFill/>
                </a:ln>
                <a:solidFill>
                  <a:srgbClr val="272727"/>
                </a:solidFill>
                <a:effectLst/>
                <a:uLnTx/>
                <a:uFillTx/>
                <a:latin typeface="Arial"/>
                <a:ea typeface="+mn-ea"/>
                <a:cs typeface="+mn-cs"/>
              </a:endParaRPr>
            </a:p>
          </p:txBody>
        </p:sp>
        <p:grpSp>
          <p:nvGrpSpPr>
            <p:cNvPr id="43" name="Group 42">
              <a:extLst>
                <a:ext uri="{FF2B5EF4-FFF2-40B4-BE49-F238E27FC236}">
                  <a16:creationId xmlns:a16="http://schemas.microsoft.com/office/drawing/2014/main" id="{DCB009C5-231D-DBF9-B448-F82D3D5FBA8E}"/>
                </a:ext>
              </a:extLst>
            </p:cNvPr>
            <p:cNvGrpSpPr/>
            <p:nvPr/>
          </p:nvGrpSpPr>
          <p:grpSpPr>
            <a:xfrm>
              <a:off x="6916525" y="3977639"/>
              <a:ext cx="2090316" cy="457200"/>
              <a:chOff x="6492242" y="3977639"/>
              <a:chExt cx="2090316" cy="457200"/>
            </a:xfrm>
          </p:grpSpPr>
          <p:sp>
            <p:nvSpPr>
              <p:cNvPr id="35" name="Rectangle 34"/>
              <p:cNvSpPr/>
              <p:nvPr/>
            </p:nvSpPr>
            <p:spPr>
              <a:xfrm>
                <a:off x="6492242" y="3977639"/>
                <a:ext cx="2090316" cy="457200"/>
              </a:xfrm>
              <a:prstGeom prst="rect">
                <a:avLst/>
              </a:prstGeom>
              <a:solidFill>
                <a:srgbClr val="581C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6" name="TextBox 35"/>
              <p:cNvSpPr txBox="1"/>
              <p:nvPr/>
            </p:nvSpPr>
            <p:spPr>
              <a:xfrm>
                <a:off x="6545276" y="3995928"/>
                <a:ext cx="1783080" cy="22860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dirty="0">
                    <a:ln>
                      <a:noFill/>
                    </a:ln>
                    <a:solidFill>
                      <a:srgbClr val="FFFFFF"/>
                    </a:solidFill>
                    <a:effectLst/>
                    <a:uLnTx/>
                    <a:uFillTx/>
                    <a:latin typeface="Arial"/>
                    <a:ea typeface="+mn-ea"/>
                    <a:cs typeface="+mn-cs"/>
                  </a:rPr>
                  <a:t>Agency  ·  NorthStar</a:t>
                </a:r>
              </a:p>
            </p:txBody>
          </p:sp>
          <p:sp>
            <p:nvSpPr>
              <p:cNvPr id="37" name="TextBox 36"/>
              <p:cNvSpPr txBox="1"/>
              <p:nvPr/>
            </p:nvSpPr>
            <p:spPr>
              <a:xfrm>
                <a:off x="6559910" y="4178808"/>
                <a:ext cx="1783080" cy="22860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dirty="0">
                    <a:ln>
                      <a:noFill/>
                    </a:ln>
                    <a:solidFill>
                      <a:srgbClr val="CCCCCC"/>
                    </a:solidFill>
                    <a:effectLst/>
                    <a:uLnTx/>
                    <a:uFillTx/>
                    <a:latin typeface="Arial"/>
                    <a:ea typeface="+mn-ea"/>
                    <a:cs typeface="+mn-cs"/>
                  </a:rPr>
                  <a:t>4 steps</a:t>
                </a:r>
              </a:p>
            </p:txBody>
          </p:sp>
        </p:grpSp>
      </p:grpSp>
      <p:sp>
        <p:nvSpPr>
          <p:cNvPr id="38" name="TextBox 37"/>
          <p:cNvSpPr txBox="1"/>
          <p:nvPr/>
        </p:nvSpPr>
        <p:spPr>
          <a:xfrm>
            <a:off x="8046720" y="4864608"/>
            <a:ext cx="914400" cy="195814"/>
          </a:xfrm>
          <a:prstGeom prst="rect">
            <a:avLst/>
          </a:prstGeom>
          <a:noFill/>
        </p:spPr>
        <p:txBody>
          <a:bodyPr wrap="square" lIns="36000" tIns="36000" rIns="36000" bIns="3600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dirty="0">
                <a:ln>
                  <a:noFill/>
                </a:ln>
                <a:solidFill>
                  <a:srgbClr val="999999"/>
                </a:solidFill>
                <a:effectLst/>
                <a:uLnTx/>
                <a:uFillTx/>
                <a:latin typeface="Arial"/>
                <a:ea typeface="+mn-ea"/>
                <a:cs typeface="+mn-cs"/>
              </a:rPr>
              <a:t>17 / </a:t>
            </a:r>
            <a:r>
              <a:rPr lang="en-US" sz="800" dirty="0">
                <a:solidFill>
                  <a:srgbClr val="999999"/>
                </a:solidFill>
                <a:latin typeface="Arial"/>
              </a:rPr>
              <a:t>27</a:t>
            </a:r>
            <a:endParaRPr kumimoji="0" sz="800" b="0" i="0" u="none" strike="noStrike" kern="1200" cap="none" spc="0" normalizeH="0" baseline="0" noProof="0" dirty="0">
              <a:ln>
                <a:noFill/>
              </a:ln>
              <a:solidFill>
                <a:srgbClr val="999999"/>
              </a:solidFill>
              <a:effectLst/>
              <a:uLnTx/>
              <a:uFillTx/>
              <a:latin typeface="Arial"/>
              <a:ea typeface="+mn-ea"/>
              <a:cs typeface="+mn-cs"/>
            </a:endParaRPr>
          </a:p>
        </p:txBody>
      </p:sp>
      <p:pic>
        <p:nvPicPr>
          <p:cNvPr id="39" name="Picture 8" descr="Tata logo png, Tata icon transparent png 20975508 PNG">
            <a:extLst>
              <a:ext uri="{FF2B5EF4-FFF2-40B4-BE49-F238E27FC236}">
                <a16:creationId xmlns:a16="http://schemas.microsoft.com/office/drawing/2014/main" id="{CDC11457-0128-9AC5-4955-900452001F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7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58B58EEC-FF6A-B8B1-0003-7852F7783F4B}"/>
              </a:ext>
            </a:extLst>
          </p:cNvPr>
          <p:cNvSpPr txBox="1"/>
          <p:nvPr/>
        </p:nvSpPr>
        <p:spPr>
          <a:xfrm>
            <a:off x="3295498" y="3606396"/>
            <a:ext cx="2553005" cy="369332"/>
          </a:xfrm>
          <a:prstGeom prst="rect">
            <a:avLst/>
          </a:prstGeom>
          <a:noFill/>
        </p:spPr>
        <p:txBody>
          <a:bodyPr wrap="square" rtlCol="0">
            <a:spAutoFit/>
          </a:bodyPr>
          <a:lstStyle/>
          <a:p>
            <a:pPr algn="ctr"/>
            <a:r>
              <a:rPr lang="en-US" b="1" dirty="0">
                <a:latin typeface="Arial" panose="020B0604020202020204" pitchFamily="34" charset="0"/>
                <a:cs typeface="Arial" panose="020B0604020202020204" pitchFamily="34" charset="0"/>
              </a:rPr>
              <a:t>User Personas</a:t>
            </a:r>
            <a:endParaRPr lang="en-IN" b="1" dirty="0">
              <a:latin typeface="Arial" panose="020B0604020202020204" pitchFamily="34" charset="0"/>
              <a:cs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89612"/>
            <a:ext cx="8229600" cy="688256"/>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dirty="0">
                <a:ln>
                  <a:noFill/>
                </a:ln>
                <a:solidFill>
                  <a:srgbClr val="001B5B"/>
                </a:solidFill>
                <a:effectLst/>
                <a:uLnTx/>
                <a:uFillTx/>
                <a:latin typeface="Arial"/>
                <a:ea typeface="+mn-ea"/>
                <a:cs typeface="+mn-cs"/>
              </a:rPr>
              <a:t>Confidence-gated handoffs </a:t>
            </a:r>
            <a:r>
              <a:rPr kumimoji="0" lang="en-US" sz="2000" b="1" i="0" u="none" strike="noStrike" kern="1200" cap="none" spc="0" normalizeH="0" baseline="0" noProof="0" dirty="0">
                <a:ln>
                  <a:noFill/>
                </a:ln>
                <a:solidFill>
                  <a:srgbClr val="001B5B"/>
                </a:solidFill>
                <a:effectLst/>
                <a:uLnTx/>
                <a:uFillTx/>
                <a:latin typeface="Arial"/>
                <a:ea typeface="+mn-ea"/>
                <a:cs typeface="+mn-cs"/>
              </a:rPr>
              <a:t>–</a:t>
            </a:r>
            <a:r>
              <a:rPr kumimoji="0" sz="2000" b="1" i="0" u="none" strike="noStrike" kern="1200" cap="none" spc="0" normalizeH="0" baseline="0" noProof="0" dirty="0">
                <a:ln>
                  <a:noFill/>
                </a:ln>
                <a:solidFill>
                  <a:srgbClr val="001B5B"/>
                </a:solidFill>
                <a:effectLst/>
                <a:uLnTx/>
                <a:uFillTx/>
                <a:latin typeface="Arial"/>
                <a:ea typeface="+mn-ea"/>
                <a:cs typeface="+mn-cs"/>
              </a:rPr>
              <a:t> </a:t>
            </a:r>
            <a:endParaRPr kumimoji="0" lang="en-US" sz="2000" b="1" i="0" u="none" strike="noStrike" kern="1200" cap="none" spc="0" normalizeH="0" baseline="0" noProof="0" dirty="0">
              <a:ln>
                <a:noFill/>
              </a:ln>
              <a:solidFill>
                <a:srgbClr val="001B5B"/>
              </a:solidFill>
              <a:effectLst/>
              <a:uLnTx/>
              <a:uFillTx/>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dirty="0">
                <a:ln>
                  <a:noFill/>
                </a:ln>
                <a:solidFill>
                  <a:srgbClr val="001B5B"/>
                </a:solidFill>
                <a:effectLst/>
                <a:uLnTx/>
                <a:uFillTx/>
                <a:latin typeface="Arial"/>
                <a:ea typeface="+mn-ea"/>
                <a:cs typeface="+mn-cs"/>
              </a:rPr>
              <a:t>AI defers, humans decide in one click</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dirty="0">
                <a:ln>
                  <a:noFill/>
                </a:ln>
                <a:solidFill>
                  <a:srgbClr val="999999"/>
                </a:solidFill>
                <a:effectLst/>
                <a:uLnTx/>
                <a:uFillTx/>
                <a:latin typeface="Arial"/>
                <a:ea typeface="+mn-ea"/>
                <a:cs typeface="+mn-cs"/>
              </a:rPr>
              <a:t>AI-NATIVE HR · FINAL </a:t>
            </a:r>
            <a:r>
              <a:rPr lang="en-US" sz="800" dirty="0">
                <a:solidFill>
                  <a:srgbClr val="999999"/>
                </a:solidFill>
                <a:latin typeface="Arial"/>
              </a:rPr>
              <a:t>REVIEW</a:t>
            </a:r>
            <a:endParaRPr kumimoji="0" sz="800" b="0" i="0" u="none" strike="noStrike" kern="1200" cap="none" spc="0" normalizeH="0" baseline="0" noProof="0" dirty="0">
              <a:ln>
                <a:noFill/>
              </a:ln>
              <a:solidFill>
                <a:srgbClr val="999999"/>
              </a:solidFill>
              <a:effectLst/>
              <a:uLnTx/>
              <a:uFillTx/>
              <a:latin typeface="Arial"/>
              <a:ea typeface="+mn-ea"/>
              <a:cs typeface="+mn-cs"/>
            </a:endParaRPr>
          </a:p>
        </p:txBody>
      </p:sp>
      <p:sp>
        <p:nvSpPr>
          <p:cNvPr id="6" name="Rectangle 5"/>
          <p:cNvSpPr/>
          <p:nvPr/>
        </p:nvSpPr>
        <p:spPr>
          <a:xfrm>
            <a:off x="457200" y="1188720"/>
            <a:ext cx="1645920" cy="73152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548640" y="1364240"/>
            <a:ext cx="1463040" cy="380480"/>
          </a:xfrm>
          <a:prstGeom prst="rect">
            <a:avLst/>
          </a:prstGeom>
          <a:noFill/>
        </p:spPr>
        <p:txBody>
          <a:bodyPr wrap="square" lIns="36000" tIns="36000" rIns="36000" bIns="3600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272727"/>
                </a:solidFill>
                <a:effectLst/>
                <a:uLnTx/>
                <a:uFillTx/>
                <a:latin typeface="Arial"/>
                <a:ea typeface="+mn-ea"/>
                <a:cs typeface="+mn-cs"/>
              </a:rPr>
              <a:t>AI worker</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272727"/>
                </a:solidFill>
                <a:effectLst/>
                <a:uLnTx/>
                <a:uFillTx/>
                <a:latin typeface="Arial"/>
                <a:ea typeface="+mn-ea"/>
                <a:cs typeface="+mn-cs"/>
              </a:rPr>
              <a:t>produces output</a:t>
            </a:r>
          </a:p>
        </p:txBody>
      </p:sp>
      <p:sp>
        <p:nvSpPr>
          <p:cNvPr id="8" name="TextBox 7"/>
          <p:cNvSpPr txBox="1"/>
          <p:nvPr/>
        </p:nvSpPr>
        <p:spPr>
          <a:xfrm>
            <a:off x="2148840" y="1417320"/>
            <a:ext cx="182880" cy="27432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999999"/>
                </a:solidFill>
                <a:effectLst/>
                <a:uLnTx/>
                <a:uFillTx/>
                <a:latin typeface="Arial"/>
                <a:ea typeface="+mn-ea"/>
                <a:cs typeface="+mn-cs"/>
              </a:rPr>
              <a:t>→</a:t>
            </a:r>
          </a:p>
        </p:txBody>
      </p:sp>
      <p:sp>
        <p:nvSpPr>
          <p:cNvPr id="9" name="Rectangle 8"/>
          <p:cNvSpPr/>
          <p:nvPr/>
        </p:nvSpPr>
        <p:spPr>
          <a:xfrm>
            <a:off x="2377440" y="1188720"/>
            <a:ext cx="1645920" cy="731520"/>
          </a:xfrm>
          <a:prstGeom prst="rect">
            <a:avLst/>
          </a:prstGeom>
          <a:solidFill>
            <a:srgbClr val="E6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9"/>
          <p:cNvSpPr txBox="1"/>
          <p:nvPr/>
        </p:nvSpPr>
        <p:spPr>
          <a:xfrm>
            <a:off x="2468880" y="1364240"/>
            <a:ext cx="1463040" cy="380480"/>
          </a:xfrm>
          <a:prstGeom prst="rect">
            <a:avLst/>
          </a:prstGeom>
          <a:noFill/>
        </p:spPr>
        <p:txBody>
          <a:bodyPr wrap="square" lIns="36000" tIns="36000" rIns="36000" bIns="3600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001B5B"/>
                </a:solidFill>
                <a:effectLst/>
                <a:uLnTx/>
                <a:uFillTx/>
                <a:latin typeface="Arial"/>
                <a:ea typeface="+mn-ea"/>
                <a:cs typeface="+mn-cs"/>
              </a:rPr>
              <a:t>Confidence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001B5B"/>
                </a:solidFill>
                <a:effectLst/>
                <a:uLnTx/>
                <a:uFillTx/>
                <a:latin typeface="Arial"/>
                <a:ea typeface="+mn-ea"/>
                <a:cs typeface="+mn-cs"/>
              </a:rPr>
              <a:t>score (0–100%)</a:t>
            </a:r>
          </a:p>
        </p:txBody>
      </p:sp>
      <p:sp>
        <p:nvSpPr>
          <p:cNvPr id="11" name="TextBox 10"/>
          <p:cNvSpPr txBox="1"/>
          <p:nvPr/>
        </p:nvSpPr>
        <p:spPr>
          <a:xfrm>
            <a:off x="4069080" y="1417320"/>
            <a:ext cx="182880" cy="27432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999999"/>
                </a:solidFill>
                <a:effectLst/>
                <a:uLnTx/>
                <a:uFillTx/>
                <a:latin typeface="Arial"/>
                <a:ea typeface="+mn-ea"/>
                <a:cs typeface="+mn-cs"/>
              </a:rPr>
              <a:t>→</a:t>
            </a:r>
          </a:p>
        </p:txBody>
      </p:sp>
      <p:sp>
        <p:nvSpPr>
          <p:cNvPr id="12" name="Rectangle 11"/>
          <p:cNvSpPr/>
          <p:nvPr/>
        </p:nvSpPr>
        <p:spPr>
          <a:xfrm>
            <a:off x="4297680" y="1188720"/>
            <a:ext cx="1645920" cy="73152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extBox 12"/>
          <p:cNvSpPr txBox="1"/>
          <p:nvPr/>
        </p:nvSpPr>
        <p:spPr>
          <a:xfrm>
            <a:off x="4389120" y="1364240"/>
            <a:ext cx="1463040" cy="380480"/>
          </a:xfrm>
          <a:prstGeom prst="rect">
            <a:avLst/>
          </a:prstGeom>
          <a:noFill/>
        </p:spPr>
        <p:txBody>
          <a:bodyPr wrap="square" lIns="36000" tIns="36000" rIns="36000" bIns="3600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FFFFFF"/>
                </a:solidFill>
                <a:effectLst/>
                <a:uLnTx/>
                <a:uFillTx/>
                <a:latin typeface="Arial"/>
                <a:ea typeface="+mn-ea"/>
                <a:cs typeface="+mn-cs"/>
              </a:rPr>
              <a:t>Above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FFFFFF"/>
                </a:solidFill>
                <a:effectLst/>
                <a:uLnTx/>
                <a:uFillTx/>
                <a:latin typeface="Arial"/>
                <a:ea typeface="+mn-ea"/>
                <a:cs typeface="+mn-cs"/>
              </a:rPr>
              <a:t>threshold?</a:t>
            </a:r>
          </a:p>
        </p:txBody>
      </p:sp>
      <p:sp>
        <p:nvSpPr>
          <p:cNvPr id="14" name="TextBox 13"/>
          <p:cNvSpPr txBox="1"/>
          <p:nvPr/>
        </p:nvSpPr>
        <p:spPr>
          <a:xfrm>
            <a:off x="5989320" y="1419328"/>
            <a:ext cx="640080" cy="226591"/>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166534"/>
                </a:solidFill>
                <a:effectLst/>
                <a:uLnTx/>
                <a:uFillTx/>
                <a:latin typeface="Arial"/>
                <a:ea typeface="+mn-ea"/>
                <a:cs typeface="+mn-cs"/>
              </a:rPr>
              <a:t>YES</a:t>
            </a:r>
            <a:r>
              <a:rPr kumimoji="0" lang="en-US" sz="1000" b="1" i="0" u="none" strike="noStrike" kern="1200" cap="none" spc="0" normalizeH="0" baseline="0" noProof="0" dirty="0">
                <a:ln>
                  <a:noFill/>
                </a:ln>
                <a:solidFill>
                  <a:srgbClr val="166534"/>
                </a:solidFill>
                <a:effectLst/>
                <a:uLnTx/>
                <a:uFillTx/>
                <a:latin typeface="Arial"/>
                <a:ea typeface="+mn-ea"/>
                <a:cs typeface="+mn-cs"/>
              </a:rPr>
              <a:t> →</a:t>
            </a:r>
            <a:endParaRPr kumimoji="0" sz="1000" b="1" i="0" u="none" strike="noStrike" kern="1200" cap="none" spc="0" normalizeH="0" baseline="0" noProof="0" dirty="0">
              <a:ln>
                <a:noFill/>
              </a:ln>
              <a:solidFill>
                <a:srgbClr val="166534"/>
              </a:solidFill>
              <a:effectLst/>
              <a:uLnTx/>
              <a:uFillTx/>
              <a:latin typeface="Arial"/>
              <a:ea typeface="+mn-ea"/>
              <a:cs typeface="+mn-cs"/>
            </a:endParaRPr>
          </a:p>
        </p:txBody>
      </p:sp>
      <p:grpSp>
        <p:nvGrpSpPr>
          <p:cNvPr id="30" name="Group 29">
            <a:extLst>
              <a:ext uri="{FF2B5EF4-FFF2-40B4-BE49-F238E27FC236}">
                <a16:creationId xmlns:a16="http://schemas.microsoft.com/office/drawing/2014/main" id="{C8046999-148E-E5BB-0787-5147F59BE47D}"/>
              </a:ext>
            </a:extLst>
          </p:cNvPr>
          <p:cNvGrpSpPr/>
          <p:nvPr/>
        </p:nvGrpSpPr>
        <p:grpSpPr>
          <a:xfrm>
            <a:off x="6470293" y="1285649"/>
            <a:ext cx="1828800" cy="548640"/>
            <a:chOff x="4297680" y="2148840"/>
            <a:chExt cx="1828800" cy="548640"/>
          </a:xfrm>
        </p:grpSpPr>
        <p:sp>
          <p:nvSpPr>
            <p:cNvPr id="15" name="Rectangle 14"/>
            <p:cNvSpPr/>
            <p:nvPr/>
          </p:nvSpPr>
          <p:spPr>
            <a:xfrm>
              <a:off x="4297680" y="2148840"/>
              <a:ext cx="1828800" cy="548640"/>
            </a:xfrm>
            <a:prstGeom prst="rect">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15"/>
            <p:cNvSpPr txBox="1"/>
            <p:nvPr/>
          </p:nvSpPr>
          <p:spPr>
            <a:xfrm>
              <a:off x="4389120" y="2232920"/>
              <a:ext cx="1645920" cy="380480"/>
            </a:xfrm>
            <a:prstGeom prst="rect">
              <a:avLst/>
            </a:prstGeom>
            <a:noFill/>
          </p:spPr>
          <p:txBody>
            <a:bodyPr wrap="square" lIns="36000" tIns="36000" rIns="36000" bIns="3600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166534"/>
                  </a:solidFill>
                  <a:effectLst/>
                  <a:uLnTx/>
                  <a:uFillTx/>
                  <a:latin typeface="Arial"/>
                  <a:ea typeface="+mn-ea"/>
                  <a:cs typeface="+mn-cs"/>
                </a:rPr>
                <a:t>Proceed</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166534"/>
                  </a:solidFill>
                  <a:effectLst/>
                  <a:uLnTx/>
                  <a:uFillTx/>
                  <a:latin typeface="Arial"/>
                  <a:ea typeface="+mn-ea"/>
                  <a:cs typeface="+mn-cs"/>
                </a:rPr>
                <a:t>automatically</a:t>
              </a:r>
            </a:p>
          </p:txBody>
        </p:sp>
      </p:grpSp>
      <p:sp>
        <p:nvSpPr>
          <p:cNvPr id="17" name="TextBox 16"/>
          <p:cNvSpPr txBox="1"/>
          <p:nvPr/>
        </p:nvSpPr>
        <p:spPr>
          <a:xfrm>
            <a:off x="4960620" y="1951240"/>
            <a:ext cx="320040" cy="3804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DC2626"/>
                </a:solidFill>
                <a:effectLst/>
                <a:uLnTx/>
                <a:uFillTx/>
                <a:latin typeface="Arial"/>
                <a:ea typeface="+mn-ea"/>
                <a:cs typeface="+mn-cs"/>
              </a:rPr>
              <a:t>NO </a:t>
            </a:r>
            <a:br>
              <a:rPr kumimoji="0" lang="en-US" sz="1000" b="1" i="0" u="none" strike="noStrike" kern="1200" cap="none" spc="0" normalizeH="0" baseline="0" noProof="0" dirty="0">
                <a:ln>
                  <a:noFill/>
                </a:ln>
                <a:solidFill>
                  <a:srgbClr val="DC2626"/>
                </a:solidFill>
                <a:effectLst/>
                <a:uLnTx/>
                <a:uFillTx/>
                <a:latin typeface="Arial"/>
                <a:ea typeface="+mn-ea"/>
                <a:cs typeface="+mn-cs"/>
              </a:rPr>
            </a:br>
            <a:r>
              <a:rPr kumimoji="0" lang="en-US" sz="1000" b="1" i="0" u="none" strike="noStrike" kern="1200" cap="none" spc="0" normalizeH="0" baseline="0" noProof="0" dirty="0">
                <a:ln>
                  <a:noFill/>
                </a:ln>
                <a:solidFill>
                  <a:srgbClr val="DC2626"/>
                </a:solidFill>
                <a:effectLst/>
                <a:uLnTx/>
                <a:uFillTx/>
                <a:latin typeface="Arial"/>
                <a:ea typeface="+mn-ea"/>
                <a:cs typeface="+mn-cs"/>
              </a:rPr>
              <a:t>  </a:t>
            </a:r>
            <a:r>
              <a:rPr kumimoji="0" sz="1000" b="1" i="0" u="none" strike="noStrike" kern="1200" cap="none" spc="0" normalizeH="0" baseline="0" noProof="0" dirty="0">
                <a:ln>
                  <a:noFill/>
                </a:ln>
                <a:solidFill>
                  <a:srgbClr val="DC2626"/>
                </a:solidFill>
                <a:effectLst/>
                <a:uLnTx/>
                <a:uFillTx/>
                <a:latin typeface="Arial"/>
                <a:ea typeface="+mn-ea"/>
                <a:cs typeface="+mn-cs"/>
              </a:rPr>
              <a:t>↓</a:t>
            </a:r>
          </a:p>
        </p:txBody>
      </p:sp>
      <p:grpSp>
        <p:nvGrpSpPr>
          <p:cNvPr id="31" name="Group 30">
            <a:extLst>
              <a:ext uri="{FF2B5EF4-FFF2-40B4-BE49-F238E27FC236}">
                <a16:creationId xmlns:a16="http://schemas.microsoft.com/office/drawing/2014/main" id="{EC21BFB0-0518-013E-41C0-0D73F47BFFD2}"/>
              </a:ext>
            </a:extLst>
          </p:cNvPr>
          <p:cNvGrpSpPr/>
          <p:nvPr/>
        </p:nvGrpSpPr>
        <p:grpSpPr>
          <a:xfrm>
            <a:off x="4034790" y="2304200"/>
            <a:ext cx="2171699" cy="640079"/>
            <a:chOff x="6217920" y="2148840"/>
            <a:chExt cx="2468880" cy="548640"/>
          </a:xfrm>
        </p:grpSpPr>
        <p:sp>
          <p:nvSpPr>
            <p:cNvPr id="18" name="Rectangle 17"/>
            <p:cNvSpPr/>
            <p:nvPr/>
          </p:nvSpPr>
          <p:spPr>
            <a:xfrm>
              <a:off x="6217920" y="2148840"/>
              <a:ext cx="2468880" cy="548640"/>
            </a:xfrm>
            <a:prstGeom prst="rect">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18"/>
            <p:cNvSpPr txBox="1"/>
            <p:nvPr/>
          </p:nvSpPr>
          <p:spPr>
            <a:xfrm>
              <a:off x="6309360" y="2260096"/>
              <a:ext cx="2286000" cy="326126"/>
            </a:xfrm>
            <a:prstGeom prst="rect">
              <a:avLst/>
            </a:prstGeom>
            <a:noFill/>
          </p:spPr>
          <p:txBody>
            <a:bodyPr wrap="square" lIns="36000" tIns="36000" rIns="36000" bIns="3600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DC2626"/>
                  </a:solidFill>
                  <a:effectLst/>
                  <a:uLnTx/>
                  <a:uFillTx/>
                  <a:latin typeface="Arial"/>
                  <a:ea typeface="+mn-ea"/>
                  <a:cs typeface="+mn-cs"/>
                </a:rPr>
                <a:t>Review card → Teams</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DC2626"/>
                  </a:solidFill>
                  <a:effectLst/>
                  <a:uLnTx/>
                  <a:uFillTx/>
                  <a:latin typeface="Arial"/>
                  <a:ea typeface="+mn-ea"/>
                  <a:cs typeface="+mn-cs"/>
                </a:rPr>
                <a:t>Approve / Override</a:t>
              </a:r>
            </a:p>
          </p:txBody>
        </p:sp>
      </p:grpSp>
      <p:grpSp>
        <p:nvGrpSpPr>
          <p:cNvPr id="37" name="Group 36">
            <a:extLst>
              <a:ext uri="{FF2B5EF4-FFF2-40B4-BE49-F238E27FC236}">
                <a16:creationId xmlns:a16="http://schemas.microsoft.com/office/drawing/2014/main" id="{192FC169-27C4-1DBC-B725-E5C2D20C4D69}"/>
              </a:ext>
            </a:extLst>
          </p:cNvPr>
          <p:cNvGrpSpPr/>
          <p:nvPr/>
        </p:nvGrpSpPr>
        <p:grpSpPr>
          <a:xfrm>
            <a:off x="457200" y="3105300"/>
            <a:ext cx="8046720" cy="1554480"/>
            <a:chOff x="457200" y="3105300"/>
            <a:chExt cx="8046720" cy="1554480"/>
          </a:xfrm>
        </p:grpSpPr>
        <p:sp>
          <p:nvSpPr>
            <p:cNvPr id="20" name="TextBox 19"/>
            <p:cNvSpPr txBox="1"/>
            <p:nvPr/>
          </p:nvSpPr>
          <p:spPr>
            <a:xfrm>
              <a:off x="457200" y="3105300"/>
              <a:ext cx="274320" cy="32004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E8901E"/>
                  </a:solidFill>
                  <a:effectLst/>
                  <a:uLnTx/>
                  <a:uFillTx/>
                  <a:latin typeface="Arial"/>
                  <a:ea typeface="+mn-ea"/>
                  <a:cs typeface="+mn-cs"/>
                </a:rPr>
                <a:t>▸</a:t>
              </a:r>
            </a:p>
          </p:txBody>
        </p:sp>
        <p:sp>
          <p:nvSpPr>
            <p:cNvPr id="22" name="TextBox 21"/>
            <p:cNvSpPr txBox="1"/>
            <p:nvPr/>
          </p:nvSpPr>
          <p:spPr>
            <a:xfrm>
              <a:off x="457200" y="3516780"/>
              <a:ext cx="274320" cy="32004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E8901E"/>
                  </a:solidFill>
                  <a:effectLst/>
                  <a:uLnTx/>
                  <a:uFillTx/>
                  <a:latin typeface="Arial"/>
                  <a:ea typeface="+mn-ea"/>
                  <a:cs typeface="+mn-cs"/>
                </a:rPr>
                <a:t>▸</a:t>
              </a:r>
            </a:p>
          </p:txBody>
        </p:sp>
        <p:sp>
          <p:nvSpPr>
            <p:cNvPr id="24" name="TextBox 23"/>
            <p:cNvSpPr txBox="1"/>
            <p:nvPr/>
          </p:nvSpPr>
          <p:spPr>
            <a:xfrm>
              <a:off x="457200" y="3928260"/>
              <a:ext cx="274320" cy="32004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E8901E"/>
                  </a:solidFill>
                  <a:effectLst/>
                  <a:uLnTx/>
                  <a:uFillTx/>
                  <a:latin typeface="Arial"/>
                  <a:ea typeface="+mn-ea"/>
                  <a:cs typeface="+mn-cs"/>
                </a:rPr>
                <a:t>▸</a:t>
              </a:r>
            </a:p>
          </p:txBody>
        </p:sp>
        <p:sp>
          <p:nvSpPr>
            <p:cNvPr id="26" name="TextBox 25"/>
            <p:cNvSpPr txBox="1"/>
            <p:nvPr/>
          </p:nvSpPr>
          <p:spPr>
            <a:xfrm>
              <a:off x="457200" y="4339740"/>
              <a:ext cx="274320" cy="32004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E8901E"/>
                  </a:solidFill>
                  <a:effectLst/>
                  <a:uLnTx/>
                  <a:uFillTx/>
                  <a:latin typeface="Arial"/>
                  <a:ea typeface="+mn-ea"/>
                  <a:cs typeface="+mn-cs"/>
                </a:rPr>
                <a:t>▸</a:t>
              </a:r>
            </a:p>
          </p:txBody>
        </p:sp>
        <p:grpSp>
          <p:nvGrpSpPr>
            <p:cNvPr id="36" name="Group 35">
              <a:extLst>
                <a:ext uri="{FF2B5EF4-FFF2-40B4-BE49-F238E27FC236}">
                  <a16:creationId xmlns:a16="http://schemas.microsoft.com/office/drawing/2014/main" id="{C546F0F9-9707-93EF-588C-A78EDBB9B770}"/>
                </a:ext>
              </a:extLst>
            </p:cNvPr>
            <p:cNvGrpSpPr/>
            <p:nvPr/>
          </p:nvGrpSpPr>
          <p:grpSpPr>
            <a:xfrm>
              <a:off x="673000" y="3105300"/>
              <a:ext cx="7830920" cy="1494973"/>
              <a:chOff x="673000" y="3032150"/>
              <a:chExt cx="7830920" cy="1494973"/>
            </a:xfrm>
          </p:grpSpPr>
          <p:sp>
            <p:nvSpPr>
              <p:cNvPr id="21" name="TextBox 20"/>
              <p:cNvSpPr txBox="1"/>
              <p:nvPr/>
            </p:nvSpPr>
            <p:spPr>
              <a:xfrm>
                <a:off x="673000" y="3032150"/>
                <a:ext cx="7772400" cy="257369"/>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dirty="0">
                    <a:ln>
                      <a:noFill/>
                    </a:ln>
                    <a:solidFill>
                      <a:srgbClr val="272727"/>
                    </a:solidFill>
                    <a:effectLst/>
                    <a:uLnTx/>
                    <a:uFillTx/>
                    <a:latin typeface="Arial"/>
                    <a:ea typeface="+mn-ea"/>
                    <a:cs typeface="+mn-cs"/>
                  </a:rPr>
                  <a:t>Every AI decision carries a confidence score and a written reason</a:t>
                </a:r>
              </a:p>
            </p:txBody>
          </p:sp>
          <p:sp>
            <p:nvSpPr>
              <p:cNvPr id="23" name="TextBox 22"/>
              <p:cNvSpPr txBox="1"/>
              <p:nvPr/>
            </p:nvSpPr>
            <p:spPr>
              <a:xfrm>
                <a:off x="673000" y="3443630"/>
                <a:ext cx="7772400" cy="257369"/>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dirty="0">
                    <a:ln>
                      <a:noFill/>
                    </a:ln>
                    <a:solidFill>
                      <a:srgbClr val="272727"/>
                    </a:solidFill>
                    <a:effectLst/>
                    <a:uLnTx/>
                    <a:uFillTx/>
                    <a:latin typeface="Arial"/>
                    <a:ea typeface="+mn-ea"/>
                    <a:cs typeface="+mn-cs"/>
                  </a:rPr>
                  <a:t>Thresholds are configurable per deployment </a:t>
                </a:r>
                <a:r>
                  <a:rPr lang="en-US" sz="1200" dirty="0">
                    <a:solidFill>
                      <a:srgbClr val="272727"/>
                    </a:solidFill>
                    <a:latin typeface="Arial"/>
                  </a:rPr>
                  <a:t>and </a:t>
                </a:r>
                <a:r>
                  <a:rPr kumimoji="0" sz="1200" b="0" i="0" u="none" strike="noStrike" kern="1200" cap="none" spc="0" normalizeH="0" baseline="0" noProof="0" dirty="0">
                    <a:ln>
                      <a:noFill/>
                    </a:ln>
                    <a:solidFill>
                      <a:srgbClr val="272727"/>
                    </a:solidFill>
                    <a:effectLst/>
                    <a:uLnTx/>
                    <a:uFillTx/>
                    <a:latin typeface="Arial"/>
                    <a:ea typeface="+mn-ea"/>
                    <a:cs typeface="+mn-cs"/>
                  </a:rPr>
                  <a:t>set by HR leadership, not engineers</a:t>
                </a:r>
              </a:p>
            </p:txBody>
          </p:sp>
          <p:sp>
            <p:nvSpPr>
              <p:cNvPr id="25" name="TextBox 24"/>
              <p:cNvSpPr txBox="1"/>
              <p:nvPr/>
            </p:nvSpPr>
            <p:spPr>
              <a:xfrm>
                <a:off x="731520" y="3847795"/>
                <a:ext cx="7772400" cy="257369"/>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dirty="0">
                    <a:ln>
                      <a:noFill/>
                    </a:ln>
                    <a:solidFill>
                      <a:srgbClr val="272727"/>
                    </a:solidFill>
                    <a:effectLst/>
                    <a:uLnTx/>
                    <a:uFillTx/>
                    <a:latin typeface="Arial"/>
                    <a:ea typeface="+mn-ea"/>
                    <a:cs typeface="+mn-cs"/>
                  </a:rPr>
                  <a:t>One click: approve or override (with reason)</a:t>
                </a:r>
                <a:r>
                  <a:rPr kumimoji="0" lang="en-US" sz="1200" b="0" i="0" u="none" strike="noStrike" kern="1200" cap="none" spc="0" normalizeH="0" baseline="0" noProof="0" dirty="0">
                    <a:ln>
                      <a:noFill/>
                    </a:ln>
                    <a:solidFill>
                      <a:srgbClr val="272727"/>
                    </a:solidFill>
                    <a:effectLst/>
                    <a:uLnTx/>
                    <a:uFillTx/>
                    <a:latin typeface="Arial"/>
                    <a:ea typeface="+mn-ea"/>
                    <a:cs typeface="+mn-cs"/>
                  </a:rPr>
                  <a:t>, every</a:t>
                </a:r>
                <a:r>
                  <a:rPr kumimoji="0" sz="1200" b="0" i="0" u="none" strike="noStrike" kern="1200" cap="none" spc="0" normalizeH="0" baseline="0" noProof="0" dirty="0">
                    <a:ln>
                      <a:noFill/>
                    </a:ln>
                    <a:solidFill>
                      <a:srgbClr val="272727"/>
                    </a:solidFill>
                    <a:effectLst/>
                    <a:uLnTx/>
                    <a:uFillTx/>
                    <a:latin typeface="Arial"/>
                    <a:ea typeface="+mn-ea"/>
                    <a:cs typeface="+mn-cs"/>
                  </a:rPr>
                  <a:t> decision logged, audit-ready</a:t>
                </a:r>
              </a:p>
            </p:txBody>
          </p:sp>
          <p:sp>
            <p:nvSpPr>
              <p:cNvPr id="27" name="TextBox 26"/>
              <p:cNvSpPr txBox="1"/>
              <p:nvPr/>
            </p:nvSpPr>
            <p:spPr>
              <a:xfrm>
                <a:off x="731520" y="4269754"/>
                <a:ext cx="7772400" cy="257369"/>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dirty="0">
                    <a:ln>
                      <a:noFill/>
                    </a:ln>
                    <a:solidFill>
                      <a:srgbClr val="272727"/>
                    </a:solidFill>
                    <a:effectLst/>
                    <a:uLnTx/>
                    <a:uFillTx/>
                    <a:latin typeface="Arial"/>
                    <a:ea typeface="+mn-ea"/>
                    <a:cs typeface="+mn-cs"/>
                  </a:rPr>
                  <a:t>Two quality nets: validation at worker output + again at platform database write</a:t>
                </a:r>
              </a:p>
            </p:txBody>
          </p:sp>
        </p:grpSp>
      </p:grpSp>
      <p:sp>
        <p:nvSpPr>
          <p:cNvPr id="28" name="TextBox 27"/>
          <p:cNvSpPr txBox="1"/>
          <p:nvPr/>
        </p:nvSpPr>
        <p:spPr>
          <a:xfrm>
            <a:off x="8046720" y="4864608"/>
            <a:ext cx="914400" cy="195814"/>
          </a:xfrm>
          <a:prstGeom prst="rect">
            <a:avLst/>
          </a:prstGeom>
          <a:noFill/>
        </p:spPr>
        <p:txBody>
          <a:bodyPr wrap="square" lIns="36000" tIns="36000" rIns="36000" bIns="3600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dirty="0">
                <a:ln>
                  <a:noFill/>
                </a:ln>
                <a:solidFill>
                  <a:srgbClr val="999999"/>
                </a:solidFill>
                <a:effectLst/>
                <a:uLnTx/>
                <a:uFillTx/>
                <a:latin typeface="Arial"/>
                <a:ea typeface="+mn-ea"/>
                <a:cs typeface="+mn-cs"/>
              </a:rPr>
              <a:t>18 / </a:t>
            </a:r>
            <a:r>
              <a:rPr lang="en-US" sz="800" dirty="0">
                <a:solidFill>
                  <a:srgbClr val="999999"/>
                </a:solidFill>
                <a:latin typeface="Arial"/>
              </a:rPr>
              <a:t>27</a:t>
            </a:r>
            <a:endParaRPr kumimoji="0" sz="800" b="0" i="0" u="none" strike="noStrike" kern="1200" cap="none" spc="0" normalizeH="0" baseline="0" noProof="0" dirty="0">
              <a:ln>
                <a:noFill/>
              </a:ln>
              <a:solidFill>
                <a:srgbClr val="999999"/>
              </a:solidFill>
              <a:effectLst/>
              <a:uLnTx/>
              <a:uFillTx/>
              <a:latin typeface="Arial"/>
              <a:ea typeface="+mn-ea"/>
              <a:cs typeface="+mn-cs"/>
            </a:endParaRPr>
          </a:p>
        </p:txBody>
      </p:sp>
      <p:pic>
        <p:nvPicPr>
          <p:cNvPr id="29" name="Picture 8" descr="Tata logo png, Tata icon transparent png 20975508 PNG">
            <a:extLst>
              <a:ext uri="{FF2B5EF4-FFF2-40B4-BE49-F238E27FC236}">
                <a16:creationId xmlns:a16="http://schemas.microsoft.com/office/drawing/2014/main" id="{A53C88A9-5D12-9891-3F2E-58C0991C24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7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28600"/>
            <a:ext cx="8229600" cy="6400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001B5B"/>
                </a:solidFill>
                <a:effectLst/>
                <a:uLnTx/>
                <a:uFillTx/>
                <a:latin typeface="Arial"/>
                <a:ea typeface="+mn-ea"/>
                <a:cs typeface="+mn-cs"/>
              </a:rPr>
              <a:t>From the prototype — Manager and HRBP hiring experience</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457200" y="4864608"/>
            <a:ext cx="6400800" cy="22860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999999"/>
                </a:solidFill>
                <a:effectLst/>
                <a:uLnTx/>
                <a:uFillTx/>
                <a:latin typeface="Arial"/>
                <a:ea typeface="+mn-ea"/>
                <a:cs typeface="+mn-cs"/>
              </a:rPr>
              <a:t>AI-NATIVE HR · FINAL HR</a:t>
            </a:r>
          </a:p>
        </p:txBody>
      </p:sp>
      <p:sp>
        <p:nvSpPr>
          <p:cNvPr id="6" name="Rectangle 5"/>
          <p:cNvSpPr/>
          <p:nvPr/>
        </p:nvSpPr>
        <p:spPr>
          <a:xfrm>
            <a:off x="274320" y="1005840"/>
            <a:ext cx="4206240" cy="19202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7" name="Picture 6" descr="hiring_01_manager_welcome.png"/>
          <p:cNvPicPr>
            <a:picLocks noChangeAspect="1"/>
          </p:cNvPicPr>
          <p:nvPr/>
        </p:nvPicPr>
        <p:blipFill>
          <a:blip r:embed="rId3"/>
          <a:stretch>
            <a:fillRect/>
          </a:stretch>
        </p:blipFill>
        <p:spPr>
          <a:xfrm>
            <a:off x="320040" y="1051560"/>
            <a:ext cx="4114800" cy="1600200"/>
          </a:xfrm>
          <a:prstGeom prst="rect">
            <a:avLst/>
          </a:prstGeom>
        </p:spPr>
      </p:pic>
      <p:sp>
        <p:nvSpPr>
          <p:cNvPr id="8" name="TextBox 7"/>
          <p:cNvSpPr txBox="1"/>
          <p:nvPr/>
        </p:nvSpPr>
        <p:spPr>
          <a:xfrm>
            <a:off x="365760" y="2670048"/>
            <a:ext cx="4023360" cy="228600"/>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1B5B"/>
                </a:solidFill>
                <a:effectLst/>
                <a:uLnTx/>
                <a:uFillTx/>
                <a:latin typeface="Arial"/>
                <a:ea typeface="+mn-ea"/>
                <a:cs typeface="+mn-cs"/>
              </a:rPr>
              <a:t>Manager — Teams launchpad</a:t>
            </a:r>
          </a:p>
        </p:txBody>
      </p:sp>
      <p:sp>
        <p:nvSpPr>
          <p:cNvPr id="9" name="Rectangle 8"/>
          <p:cNvSpPr/>
          <p:nvPr/>
        </p:nvSpPr>
        <p:spPr>
          <a:xfrm>
            <a:off x="4663440" y="1005840"/>
            <a:ext cx="4206240" cy="19202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10" name="Picture 9" descr="hiring_02_manager_hiring_pack.png"/>
          <p:cNvPicPr>
            <a:picLocks noChangeAspect="1"/>
          </p:cNvPicPr>
          <p:nvPr/>
        </p:nvPicPr>
        <p:blipFill>
          <a:blip r:embed="rId4"/>
          <a:stretch>
            <a:fillRect/>
          </a:stretch>
        </p:blipFill>
        <p:spPr>
          <a:xfrm>
            <a:off x="4709160" y="1051560"/>
            <a:ext cx="4114800" cy="1600200"/>
          </a:xfrm>
          <a:prstGeom prst="rect">
            <a:avLst/>
          </a:prstGeom>
        </p:spPr>
      </p:pic>
      <p:sp>
        <p:nvSpPr>
          <p:cNvPr id="11" name="TextBox 10"/>
          <p:cNvSpPr txBox="1"/>
          <p:nvPr/>
        </p:nvSpPr>
        <p:spPr>
          <a:xfrm>
            <a:off x="4754880" y="2670048"/>
            <a:ext cx="4023360" cy="228600"/>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1B5B"/>
                </a:solidFill>
                <a:effectLst/>
                <a:uLnTx/>
                <a:uFillTx/>
                <a:latin typeface="Arial"/>
                <a:ea typeface="+mn-ea"/>
                <a:cs typeface="+mn-cs"/>
              </a:rPr>
              <a:t>Manager — Hiring Pack</a:t>
            </a:r>
          </a:p>
        </p:txBody>
      </p:sp>
      <p:sp>
        <p:nvSpPr>
          <p:cNvPr id="12" name="Rectangle 11"/>
          <p:cNvSpPr/>
          <p:nvPr/>
        </p:nvSpPr>
        <p:spPr>
          <a:xfrm>
            <a:off x="274320" y="3063240"/>
            <a:ext cx="4206240" cy="19202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13" name="Picture 12" descr="hiring_03_manager_candidate_card.png"/>
          <p:cNvPicPr>
            <a:picLocks noChangeAspect="1"/>
          </p:cNvPicPr>
          <p:nvPr/>
        </p:nvPicPr>
        <p:blipFill>
          <a:blip r:embed="rId5"/>
          <a:stretch>
            <a:fillRect/>
          </a:stretch>
        </p:blipFill>
        <p:spPr>
          <a:xfrm>
            <a:off x="320040" y="3108960"/>
            <a:ext cx="4114800" cy="1600200"/>
          </a:xfrm>
          <a:prstGeom prst="rect">
            <a:avLst/>
          </a:prstGeom>
        </p:spPr>
      </p:pic>
      <p:sp>
        <p:nvSpPr>
          <p:cNvPr id="14" name="TextBox 13"/>
          <p:cNvSpPr txBox="1"/>
          <p:nvPr/>
        </p:nvSpPr>
        <p:spPr>
          <a:xfrm>
            <a:off x="365760" y="4727448"/>
            <a:ext cx="4023360" cy="228600"/>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1B5B"/>
                </a:solidFill>
                <a:effectLst/>
                <a:uLnTx/>
                <a:uFillTx/>
                <a:latin typeface="Arial"/>
                <a:ea typeface="+mn-ea"/>
                <a:cs typeface="+mn-cs"/>
              </a:rPr>
              <a:t>Manager — Candidate Card (84%)</a:t>
            </a:r>
          </a:p>
        </p:txBody>
      </p:sp>
      <p:sp>
        <p:nvSpPr>
          <p:cNvPr id="15" name="Rectangle 14"/>
          <p:cNvSpPr/>
          <p:nvPr/>
        </p:nvSpPr>
        <p:spPr>
          <a:xfrm>
            <a:off x="4663440" y="3063240"/>
            <a:ext cx="4206240" cy="19202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16" name="Picture 15" descr="hiring_04_hrbp_agency_rec.png"/>
          <p:cNvPicPr>
            <a:picLocks noChangeAspect="1"/>
          </p:cNvPicPr>
          <p:nvPr/>
        </p:nvPicPr>
        <p:blipFill>
          <a:blip r:embed="rId6"/>
          <a:stretch>
            <a:fillRect/>
          </a:stretch>
        </p:blipFill>
        <p:spPr>
          <a:xfrm>
            <a:off x="4709160" y="3108960"/>
            <a:ext cx="4114800" cy="1600200"/>
          </a:xfrm>
          <a:prstGeom prst="rect">
            <a:avLst/>
          </a:prstGeom>
        </p:spPr>
      </p:pic>
      <p:sp>
        <p:nvSpPr>
          <p:cNvPr id="17" name="TextBox 16"/>
          <p:cNvSpPr txBox="1"/>
          <p:nvPr/>
        </p:nvSpPr>
        <p:spPr>
          <a:xfrm>
            <a:off x="4754880" y="4727448"/>
            <a:ext cx="4023360" cy="228600"/>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1B5B"/>
                </a:solidFill>
                <a:effectLst/>
                <a:uLnTx/>
                <a:uFillTx/>
                <a:latin typeface="Arial"/>
                <a:ea typeface="+mn-ea"/>
                <a:cs typeface="+mn-cs"/>
              </a:rPr>
              <a:t>HRBP — Agency Recommendation</a:t>
            </a:r>
          </a:p>
        </p:txBody>
      </p:sp>
      <p:sp>
        <p:nvSpPr>
          <p:cNvPr id="18" name="TextBox 17"/>
          <p:cNvSpPr txBox="1"/>
          <p:nvPr/>
        </p:nvSpPr>
        <p:spPr>
          <a:xfrm>
            <a:off x="8046720" y="4864608"/>
            <a:ext cx="914400" cy="195814"/>
          </a:xfrm>
          <a:prstGeom prst="rect">
            <a:avLst/>
          </a:prstGeom>
          <a:noFill/>
        </p:spPr>
        <p:txBody>
          <a:bodyPr wrap="square" lIns="36000" tIns="36000" rIns="36000" bIns="3600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dirty="0">
                <a:ln>
                  <a:noFill/>
                </a:ln>
                <a:solidFill>
                  <a:srgbClr val="999999"/>
                </a:solidFill>
                <a:effectLst/>
                <a:uLnTx/>
                <a:uFillTx/>
                <a:latin typeface="Arial"/>
                <a:ea typeface="+mn-ea"/>
                <a:cs typeface="+mn-cs"/>
              </a:rPr>
              <a:t>19 / </a:t>
            </a:r>
            <a:r>
              <a:rPr lang="en-US" sz="800" dirty="0">
                <a:solidFill>
                  <a:srgbClr val="999999"/>
                </a:solidFill>
                <a:latin typeface="Arial"/>
              </a:rPr>
              <a:t>27</a:t>
            </a:r>
            <a:endParaRPr kumimoji="0" sz="800" b="0" i="0" u="none" strike="noStrike" kern="1200" cap="none" spc="0" normalizeH="0" baseline="0" noProof="0" dirty="0">
              <a:ln>
                <a:noFill/>
              </a:ln>
              <a:solidFill>
                <a:srgbClr val="999999"/>
              </a:solidFill>
              <a:effectLst/>
              <a:uLnTx/>
              <a:uFillTx/>
              <a:latin typeface="Arial"/>
              <a:ea typeface="+mn-ea"/>
              <a:cs typeface="+mn-cs"/>
            </a:endParaRPr>
          </a:p>
        </p:txBody>
      </p:sp>
      <p:pic>
        <p:nvPicPr>
          <p:cNvPr id="19" name="Picture 8" descr="Tata logo png, Tata icon transparent png 20975508 PNG">
            <a:extLst>
              <a:ext uri="{FF2B5EF4-FFF2-40B4-BE49-F238E27FC236}">
                <a16:creationId xmlns:a16="http://schemas.microsoft.com/office/drawing/2014/main" id="{38FD0326-C387-EC23-89FA-00881948AC0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47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11558"/>
            <a:ext cx="8229600" cy="688256"/>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dirty="0">
                <a:ln>
                  <a:noFill/>
                </a:ln>
                <a:solidFill>
                  <a:srgbClr val="001B5B"/>
                </a:solidFill>
                <a:effectLst/>
                <a:uLnTx/>
                <a:uFillTx/>
                <a:latin typeface="Arial"/>
                <a:ea typeface="+mn-ea"/>
                <a:cs typeface="+mn-cs"/>
              </a:rPr>
              <a:t>Three implementations, one principle </a:t>
            </a:r>
            <a:r>
              <a:rPr kumimoji="0" lang="en-US" sz="2000" b="1" i="0" u="none" strike="noStrike" kern="1200" cap="none" spc="0" normalizeH="0" baseline="0" noProof="0" dirty="0">
                <a:ln>
                  <a:noFill/>
                </a:ln>
                <a:solidFill>
                  <a:srgbClr val="001B5B"/>
                </a:solidFill>
                <a:effectLst/>
                <a:uLnTx/>
                <a:uFillTx/>
                <a:latin typeface="Arial"/>
                <a:ea typeface="+mn-ea"/>
                <a:cs typeface="+mn-cs"/>
              </a:rPr>
              <a:t>–</a:t>
            </a:r>
            <a:r>
              <a:rPr kumimoji="0" sz="2000" b="1" i="0" u="none" strike="noStrike" kern="1200" cap="none" spc="0" normalizeH="0" baseline="0" noProof="0" dirty="0">
                <a:ln>
                  <a:noFill/>
                </a:ln>
                <a:solidFill>
                  <a:srgbClr val="001B5B"/>
                </a:solidFill>
                <a:effectLst/>
                <a:uLnTx/>
                <a:uFillTx/>
                <a:latin typeface="Arial"/>
                <a:ea typeface="+mn-ea"/>
                <a:cs typeface="+mn-cs"/>
              </a:rPr>
              <a:t> </a:t>
            </a:r>
            <a:endParaRPr kumimoji="0" lang="en-US" sz="2000" b="1" i="0" u="none" strike="noStrike" kern="1200" cap="none" spc="0" normalizeH="0" baseline="0" noProof="0" dirty="0">
              <a:ln>
                <a:noFill/>
              </a:ln>
              <a:solidFill>
                <a:srgbClr val="001B5B"/>
              </a:solidFill>
              <a:effectLst/>
              <a:uLnTx/>
              <a:uFillTx/>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dirty="0">
                <a:ln>
                  <a:noFill/>
                </a:ln>
                <a:solidFill>
                  <a:srgbClr val="001B5B"/>
                </a:solidFill>
                <a:effectLst/>
                <a:uLnTx/>
                <a:uFillTx/>
                <a:latin typeface="Arial"/>
                <a:ea typeface="+mn-ea"/>
                <a:cs typeface="+mn-cs"/>
              </a:rPr>
              <a:t>AI drafts, humans decide</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dirty="0">
                <a:ln>
                  <a:noFill/>
                </a:ln>
                <a:solidFill>
                  <a:srgbClr val="999999"/>
                </a:solidFill>
                <a:effectLst/>
                <a:uLnTx/>
                <a:uFillTx/>
                <a:latin typeface="Arial"/>
                <a:ea typeface="+mn-ea"/>
                <a:cs typeface="+mn-cs"/>
              </a:rPr>
              <a:t>AI-NATIVE HR · FINAL </a:t>
            </a:r>
            <a:r>
              <a:rPr lang="en-US" sz="800" dirty="0">
                <a:solidFill>
                  <a:srgbClr val="999999"/>
                </a:solidFill>
                <a:latin typeface="Arial"/>
              </a:rPr>
              <a:t>REVIEW</a:t>
            </a:r>
            <a:endParaRPr kumimoji="0" sz="800" b="0" i="0" u="none" strike="noStrike" kern="1200" cap="none" spc="0" normalizeH="0" baseline="0" noProof="0" dirty="0">
              <a:ln>
                <a:noFill/>
              </a:ln>
              <a:solidFill>
                <a:srgbClr val="999999"/>
              </a:solidFill>
              <a:effectLst/>
              <a:uLnTx/>
              <a:uFillTx/>
              <a:latin typeface="Arial"/>
              <a:ea typeface="+mn-ea"/>
              <a:cs typeface="+mn-cs"/>
            </a:endParaRPr>
          </a:p>
        </p:txBody>
      </p:sp>
      <p:grpSp>
        <p:nvGrpSpPr>
          <p:cNvPr id="26" name="Group 25">
            <a:extLst>
              <a:ext uri="{FF2B5EF4-FFF2-40B4-BE49-F238E27FC236}">
                <a16:creationId xmlns:a16="http://schemas.microsoft.com/office/drawing/2014/main" id="{0B06E634-A108-4910-7603-6C430490E5AA}"/>
              </a:ext>
            </a:extLst>
          </p:cNvPr>
          <p:cNvGrpSpPr/>
          <p:nvPr/>
        </p:nvGrpSpPr>
        <p:grpSpPr>
          <a:xfrm>
            <a:off x="320040" y="1108252"/>
            <a:ext cx="2743200" cy="2468880"/>
            <a:chOff x="320040" y="1005840"/>
            <a:chExt cx="2743200" cy="2468880"/>
          </a:xfrm>
        </p:grpSpPr>
        <p:sp>
          <p:nvSpPr>
            <p:cNvPr id="6" name="Rectangle 5"/>
            <p:cNvSpPr/>
            <p:nvPr/>
          </p:nvSpPr>
          <p:spPr>
            <a:xfrm>
              <a:off x="320040" y="1005840"/>
              <a:ext cx="2743200" cy="45720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457200" y="1051560"/>
              <a:ext cx="2468880" cy="288147"/>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Arial"/>
                  <a:ea typeface="+mn-ea"/>
                  <a:cs typeface="+mn-cs"/>
                </a:rPr>
                <a:t>TMTC</a:t>
              </a:r>
            </a:p>
          </p:txBody>
        </p:sp>
        <p:sp>
          <p:nvSpPr>
            <p:cNvPr id="8" name="TextBox 7"/>
            <p:cNvSpPr txBox="1"/>
            <p:nvPr/>
          </p:nvSpPr>
          <p:spPr>
            <a:xfrm>
              <a:off x="457200" y="1256385"/>
              <a:ext cx="2468880" cy="211203"/>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dirty="0">
                  <a:ln>
                    <a:noFill/>
                  </a:ln>
                  <a:solidFill>
                    <a:srgbClr val="BBBBBB"/>
                  </a:solidFill>
                  <a:effectLst/>
                  <a:uLnTx/>
                  <a:uFillTx/>
                  <a:latin typeface="Arial"/>
                  <a:ea typeface="+mn-ea"/>
                  <a:cs typeface="+mn-cs"/>
                </a:rPr>
                <a:t>Learning programs</a:t>
              </a:r>
            </a:p>
          </p:txBody>
        </p:sp>
        <p:sp>
          <p:nvSpPr>
            <p:cNvPr id="9" name="Rectangle 8"/>
            <p:cNvSpPr/>
            <p:nvPr/>
          </p:nvSpPr>
          <p:spPr>
            <a:xfrm>
              <a:off x="320040" y="1508760"/>
              <a:ext cx="2743200" cy="196596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9"/>
            <p:cNvSpPr txBox="1"/>
            <p:nvPr/>
          </p:nvSpPr>
          <p:spPr>
            <a:xfrm>
              <a:off x="457200" y="1645920"/>
              <a:ext cx="2468880" cy="132343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sz="1200" b="1" i="0" u="none" strike="noStrike" kern="1200" cap="none" spc="0" normalizeH="0" baseline="0" noProof="0" dirty="0">
                  <a:ln>
                    <a:noFill/>
                  </a:ln>
                  <a:solidFill>
                    <a:srgbClr val="E8901E"/>
                  </a:solidFill>
                  <a:effectLst/>
                  <a:uLnTx/>
                  <a:uFillTx/>
                  <a:latin typeface="Arial"/>
                  <a:ea typeface="+mn-ea"/>
                  <a:cs typeface="+mn-cs"/>
                </a:rPr>
                <a:t>▸  </a:t>
              </a:r>
              <a:r>
                <a:rPr kumimoji="0" sz="1200" b="0" i="0" u="none" strike="noStrike" kern="1200" cap="none" spc="0" normalizeH="0" baseline="0" noProof="0" dirty="0">
                  <a:ln>
                    <a:noFill/>
                  </a:ln>
                  <a:solidFill>
                    <a:srgbClr val="272727"/>
                  </a:solidFill>
                  <a:effectLst/>
                  <a:uLnTx/>
                  <a:uFillTx/>
                  <a:latin typeface="Arial"/>
                  <a:ea typeface="+mn-ea"/>
                  <a:cs typeface="+mn-cs"/>
                </a:rPr>
                <a:t>19 AI agents</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sz="1200" b="1" i="0" u="none" strike="noStrike" kern="1200" cap="none" spc="0" normalizeH="0" baseline="0" noProof="0" dirty="0">
                  <a:ln>
                    <a:noFill/>
                  </a:ln>
                  <a:solidFill>
                    <a:srgbClr val="E8901E"/>
                  </a:solidFill>
                  <a:effectLst/>
                  <a:uLnTx/>
                  <a:uFillTx/>
                  <a:latin typeface="Arial"/>
                  <a:ea typeface="+mn-ea"/>
                  <a:cs typeface="+mn-cs"/>
                </a:rPr>
                <a:t>▸  </a:t>
              </a:r>
              <a:r>
                <a:rPr kumimoji="0" sz="1200" b="0" i="0" u="none" strike="noStrike" kern="1200" cap="none" spc="0" normalizeH="0" baseline="0" noProof="0" dirty="0">
                  <a:ln>
                    <a:noFill/>
                  </a:ln>
                  <a:solidFill>
                    <a:srgbClr val="272727"/>
                  </a:solidFill>
                  <a:effectLst/>
                  <a:uLnTx/>
                  <a:uFillTx/>
                  <a:latin typeface="Arial"/>
                  <a:ea typeface="+mn-ea"/>
                  <a:cs typeface="+mn-cs"/>
                </a:rPr>
                <a:t>5 role workbenches</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sz="1200" b="1" i="0" u="none" strike="noStrike" kern="1200" cap="none" spc="0" normalizeH="0" baseline="0" noProof="0" dirty="0">
                  <a:ln>
                    <a:noFill/>
                  </a:ln>
                  <a:solidFill>
                    <a:srgbClr val="E8901E"/>
                  </a:solidFill>
                  <a:effectLst/>
                  <a:uLnTx/>
                  <a:uFillTx/>
                  <a:latin typeface="Arial"/>
                  <a:ea typeface="+mn-ea"/>
                  <a:cs typeface="+mn-cs"/>
                </a:rPr>
                <a:t>▸  </a:t>
              </a:r>
              <a:r>
                <a:rPr kumimoji="0" sz="1200" b="0" i="0" u="none" strike="noStrike" kern="1200" cap="none" spc="0" normalizeH="0" baseline="0" noProof="0" dirty="0">
                  <a:ln>
                    <a:noFill/>
                  </a:ln>
                  <a:solidFill>
                    <a:srgbClr val="272727"/>
                  </a:solidFill>
                  <a:effectLst/>
                  <a:uLnTx/>
                  <a:uFillTx/>
                  <a:latin typeface="Arial"/>
                  <a:ea typeface="+mn-ea"/>
                  <a:cs typeface="+mn-cs"/>
                </a:rPr>
                <a:t>Six-layer operating model</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sz="1200" b="1" i="0" u="none" strike="noStrike" kern="1200" cap="none" spc="0" normalizeH="0" baseline="0" noProof="0" dirty="0">
                  <a:ln>
                    <a:noFill/>
                  </a:ln>
                  <a:solidFill>
                    <a:srgbClr val="E8901E"/>
                  </a:solidFill>
                  <a:effectLst/>
                  <a:uLnTx/>
                  <a:uFillTx/>
                  <a:latin typeface="Arial"/>
                  <a:ea typeface="+mn-ea"/>
                  <a:cs typeface="+mn-cs"/>
                </a:rPr>
                <a:t>▸  </a:t>
              </a:r>
              <a:r>
                <a:rPr kumimoji="0" sz="1200" b="0" i="0" u="none" strike="noStrike" kern="1200" cap="none" spc="0" normalizeH="0" baseline="0" noProof="0" dirty="0">
                  <a:ln>
                    <a:noFill/>
                  </a:ln>
                  <a:solidFill>
                    <a:srgbClr val="272727"/>
                  </a:solidFill>
                  <a:effectLst/>
                  <a:uLnTx/>
                  <a:uFillTx/>
                  <a:latin typeface="Arial"/>
                  <a:ea typeface="+mn-ea"/>
                  <a:cs typeface="+mn-cs"/>
                </a:rPr>
                <a:t>Human decision gates</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sz="1200" b="1" i="0" u="none" strike="noStrike" kern="1200" cap="none" spc="0" normalizeH="0" baseline="0" noProof="0" dirty="0">
                  <a:ln>
                    <a:noFill/>
                  </a:ln>
                  <a:solidFill>
                    <a:srgbClr val="E8901E"/>
                  </a:solidFill>
                  <a:effectLst/>
                  <a:uLnTx/>
                  <a:uFillTx/>
                  <a:latin typeface="Arial"/>
                  <a:ea typeface="+mn-ea"/>
                  <a:cs typeface="+mn-cs"/>
                </a:rPr>
                <a:t>▸  </a:t>
              </a:r>
              <a:r>
                <a:rPr kumimoji="0" sz="1200" b="0" i="0" u="none" strike="noStrike" kern="1200" cap="none" spc="0" normalizeH="0" baseline="0" noProof="0" dirty="0">
                  <a:ln>
                    <a:noFill/>
                  </a:ln>
                  <a:solidFill>
                    <a:srgbClr val="272727"/>
                  </a:solidFill>
                  <a:effectLst/>
                  <a:uLnTx/>
                  <a:uFillTx/>
                  <a:latin typeface="Arial"/>
                  <a:ea typeface="+mn-ea"/>
                  <a:cs typeface="+mn-cs"/>
                </a:rPr>
                <a:t>Program memory as fabric</a:t>
              </a:r>
            </a:p>
          </p:txBody>
        </p:sp>
      </p:grpSp>
      <p:grpSp>
        <p:nvGrpSpPr>
          <p:cNvPr id="27" name="Group 26">
            <a:extLst>
              <a:ext uri="{FF2B5EF4-FFF2-40B4-BE49-F238E27FC236}">
                <a16:creationId xmlns:a16="http://schemas.microsoft.com/office/drawing/2014/main" id="{F6FC41F3-FE9E-9BD1-DDFC-CC3F41CFD997}"/>
              </a:ext>
            </a:extLst>
          </p:cNvPr>
          <p:cNvGrpSpPr/>
          <p:nvPr/>
        </p:nvGrpSpPr>
        <p:grpSpPr>
          <a:xfrm>
            <a:off x="3154680" y="1108252"/>
            <a:ext cx="2743200" cy="2468880"/>
            <a:chOff x="3154680" y="1005840"/>
            <a:chExt cx="2743200" cy="2468880"/>
          </a:xfrm>
        </p:grpSpPr>
        <p:sp>
          <p:nvSpPr>
            <p:cNvPr id="11" name="Rectangle 10"/>
            <p:cNvSpPr/>
            <p:nvPr/>
          </p:nvSpPr>
          <p:spPr>
            <a:xfrm>
              <a:off x="3154680" y="1005840"/>
              <a:ext cx="2743200" cy="45720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3291840" y="1051560"/>
              <a:ext cx="2468880" cy="288147"/>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Arial"/>
                  <a:ea typeface="+mn-ea"/>
                  <a:cs typeface="+mn-cs"/>
                </a:rPr>
                <a:t>TAS</a:t>
              </a:r>
            </a:p>
          </p:txBody>
        </p:sp>
        <p:sp>
          <p:nvSpPr>
            <p:cNvPr id="13" name="TextBox 12"/>
            <p:cNvSpPr txBox="1"/>
            <p:nvPr/>
          </p:nvSpPr>
          <p:spPr>
            <a:xfrm>
              <a:off x="3291840" y="1256385"/>
              <a:ext cx="2468880" cy="211203"/>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dirty="0">
                  <a:ln>
                    <a:noFill/>
                  </a:ln>
                  <a:solidFill>
                    <a:srgbClr val="BBBBBB"/>
                  </a:solidFill>
                  <a:effectLst/>
                  <a:uLnTx/>
                  <a:uFillTx/>
                  <a:latin typeface="Arial"/>
                  <a:ea typeface="+mn-ea"/>
                  <a:cs typeface="+mn-cs"/>
                </a:rPr>
                <a:t>Talent acquisition</a:t>
              </a:r>
            </a:p>
          </p:txBody>
        </p:sp>
        <p:sp>
          <p:nvSpPr>
            <p:cNvPr id="14" name="Rectangle 13"/>
            <p:cNvSpPr/>
            <p:nvPr/>
          </p:nvSpPr>
          <p:spPr>
            <a:xfrm>
              <a:off x="3154680" y="1508760"/>
              <a:ext cx="2743200" cy="196596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TextBox 14"/>
            <p:cNvSpPr txBox="1"/>
            <p:nvPr/>
          </p:nvSpPr>
          <p:spPr>
            <a:xfrm>
              <a:off x="3291840" y="1645920"/>
              <a:ext cx="2468880" cy="132343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sz="1200" b="1" i="0" u="none" strike="noStrike" kern="1200" cap="none" spc="0" normalizeH="0" baseline="0" noProof="0" dirty="0">
                  <a:ln>
                    <a:noFill/>
                  </a:ln>
                  <a:solidFill>
                    <a:srgbClr val="E8901E"/>
                  </a:solidFill>
                  <a:effectLst/>
                  <a:uLnTx/>
                  <a:uFillTx/>
                  <a:latin typeface="Arial"/>
                  <a:ea typeface="+mn-ea"/>
                  <a:cs typeface="+mn-cs"/>
                </a:rPr>
                <a:t>▸  </a:t>
              </a:r>
              <a:r>
                <a:rPr kumimoji="0" sz="1200" b="0" i="0" u="none" strike="noStrike" kern="1200" cap="none" spc="0" normalizeH="0" baseline="0" noProof="0" dirty="0">
                  <a:ln>
                    <a:noFill/>
                  </a:ln>
                  <a:solidFill>
                    <a:srgbClr val="272727"/>
                  </a:solidFill>
                  <a:effectLst/>
                  <a:uLnTx/>
                  <a:uFillTx/>
                  <a:latin typeface="Arial"/>
                  <a:ea typeface="+mn-ea"/>
                  <a:cs typeface="+mn-cs"/>
                </a:rPr>
                <a:t>17 AI agents</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sz="1200" b="1" i="0" u="none" strike="noStrike" kern="1200" cap="none" spc="0" normalizeH="0" baseline="0" noProof="0" dirty="0">
                  <a:ln>
                    <a:noFill/>
                  </a:ln>
                  <a:solidFill>
                    <a:srgbClr val="E8901E"/>
                  </a:solidFill>
                  <a:effectLst/>
                  <a:uLnTx/>
                  <a:uFillTx/>
                  <a:latin typeface="Arial"/>
                  <a:ea typeface="+mn-ea"/>
                  <a:cs typeface="+mn-cs"/>
                </a:rPr>
                <a:t>▸  </a:t>
              </a:r>
              <a:r>
                <a:rPr kumimoji="0" sz="1200" b="0" i="0" u="none" strike="noStrike" kern="1200" cap="none" spc="0" normalizeH="0" baseline="0" noProof="0" dirty="0">
                  <a:ln>
                    <a:noFill/>
                  </a:ln>
                  <a:solidFill>
                    <a:srgbClr val="272727"/>
                  </a:solidFill>
                  <a:effectLst/>
                  <a:uLnTx/>
                  <a:uFillTx/>
                  <a:latin typeface="Arial"/>
                  <a:ea typeface="+mn-ea"/>
                  <a:cs typeface="+mn-cs"/>
                </a:rPr>
                <a:t>6 role workbenches</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sz="1200" b="1" i="0" u="none" strike="noStrike" kern="1200" cap="none" spc="0" normalizeH="0" baseline="0" noProof="0" dirty="0">
                  <a:ln>
                    <a:noFill/>
                  </a:ln>
                  <a:solidFill>
                    <a:srgbClr val="E8901E"/>
                  </a:solidFill>
                  <a:effectLst/>
                  <a:uLnTx/>
                  <a:uFillTx/>
                  <a:latin typeface="Arial"/>
                  <a:ea typeface="+mn-ea"/>
                  <a:cs typeface="+mn-cs"/>
                </a:rPr>
                <a:t>▸  </a:t>
              </a:r>
              <a:r>
                <a:rPr kumimoji="0" sz="1200" b="0" i="0" u="none" strike="noStrike" kern="1200" cap="none" spc="0" normalizeH="0" baseline="0" noProof="0" dirty="0">
                  <a:ln>
                    <a:noFill/>
                  </a:ln>
                  <a:solidFill>
                    <a:srgbClr val="272727"/>
                  </a:solidFill>
                  <a:effectLst/>
                  <a:uLnTx/>
                  <a:uFillTx/>
                  <a:latin typeface="Arial"/>
                  <a:ea typeface="+mn-ea"/>
                  <a:cs typeface="+mn-cs"/>
                </a:rPr>
                <a:t>Six-layer operating model</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sz="1200" b="1" i="0" u="none" strike="noStrike" kern="1200" cap="none" spc="0" normalizeH="0" baseline="0" noProof="0" dirty="0">
                  <a:ln>
                    <a:noFill/>
                  </a:ln>
                  <a:solidFill>
                    <a:srgbClr val="E8901E"/>
                  </a:solidFill>
                  <a:effectLst/>
                  <a:uLnTx/>
                  <a:uFillTx/>
                  <a:latin typeface="Arial"/>
                  <a:ea typeface="+mn-ea"/>
                  <a:cs typeface="+mn-cs"/>
                </a:rPr>
                <a:t>▸  </a:t>
              </a:r>
              <a:r>
                <a:rPr kumimoji="0" sz="1200" b="0" i="0" u="none" strike="noStrike" kern="1200" cap="none" spc="0" normalizeH="0" baseline="0" noProof="0" dirty="0">
                  <a:ln>
                    <a:noFill/>
                  </a:ln>
                  <a:solidFill>
                    <a:srgbClr val="272727"/>
                  </a:solidFill>
                  <a:effectLst/>
                  <a:uLnTx/>
                  <a:uFillTx/>
                  <a:latin typeface="Arial"/>
                  <a:ea typeface="+mn-ea"/>
                  <a:cs typeface="+mn-cs"/>
                </a:rPr>
                <a:t>Se</a:t>
              </a:r>
              <a:r>
                <a:rPr kumimoji="0" lang="en-US" sz="1200" b="0" i="0" u="none" strike="noStrike" kern="1200" cap="none" spc="0" normalizeH="0" baseline="0" noProof="0" dirty="0">
                  <a:ln>
                    <a:noFill/>
                  </a:ln>
                  <a:solidFill>
                    <a:srgbClr val="272727"/>
                  </a:solidFill>
                  <a:effectLst/>
                  <a:uLnTx/>
                  <a:uFillTx/>
                  <a:latin typeface="Arial"/>
                  <a:ea typeface="+mn-ea"/>
                  <a:cs typeface="+mn-cs"/>
                </a:rPr>
                <a:t>cured Scoring</a:t>
              </a:r>
              <a:r>
                <a:rPr kumimoji="0" sz="1200" b="0" i="0" u="none" strike="noStrike" kern="1200" cap="none" spc="0" normalizeH="0" baseline="0" noProof="0" dirty="0">
                  <a:ln>
                    <a:noFill/>
                  </a:ln>
                  <a:solidFill>
                    <a:srgbClr val="272727"/>
                  </a:solidFill>
                  <a:effectLst/>
                  <a:uLnTx/>
                  <a:uFillTx/>
                  <a:latin typeface="Arial"/>
                  <a:ea typeface="+mn-ea"/>
                  <a:cs typeface="+mn-cs"/>
                </a:rPr>
                <a:t> Rubric Vault</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sz="1200" b="1" i="0" u="none" strike="noStrike" kern="1200" cap="none" spc="0" normalizeH="0" baseline="0" noProof="0" dirty="0">
                  <a:ln>
                    <a:noFill/>
                  </a:ln>
                  <a:solidFill>
                    <a:srgbClr val="E8901E"/>
                  </a:solidFill>
                  <a:effectLst/>
                  <a:uLnTx/>
                  <a:uFillTx/>
                  <a:latin typeface="Arial"/>
                  <a:ea typeface="+mn-ea"/>
                  <a:cs typeface="+mn-cs"/>
                </a:rPr>
                <a:t>▸  </a:t>
              </a:r>
              <a:r>
                <a:rPr kumimoji="0" sz="1200" b="0" i="0" u="none" strike="noStrike" kern="1200" cap="none" spc="0" normalizeH="0" baseline="0" noProof="0" dirty="0">
                  <a:ln>
                    <a:noFill/>
                  </a:ln>
                  <a:solidFill>
                    <a:srgbClr val="272727"/>
                  </a:solidFill>
                  <a:effectLst/>
                  <a:uLnTx/>
                  <a:uFillTx/>
                  <a:latin typeface="Arial"/>
                  <a:ea typeface="+mn-ea"/>
                  <a:cs typeface="+mn-cs"/>
                </a:rPr>
                <a:t>Living TAS Graph</a:t>
              </a:r>
            </a:p>
          </p:txBody>
        </p:sp>
      </p:grpSp>
      <p:grpSp>
        <p:nvGrpSpPr>
          <p:cNvPr id="28" name="Group 27">
            <a:extLst>
              <a:ext uri="{FF2B5EF4-FFF2-40B4-BE49-F238E27FC236}">
                <a16:creationId xmlns:a16="http://schemas.microsoft.com/office/drawing/2014/main" id="{FCB31876-3B83-FFC7-67C8-7F9E2F2FFECF}"/>
              </a:ext>
            </a:extLst>
          </p:cNvPr>
          <p:cNvGrpSpPr/>
          <p:nvPr/>
        </p:nvGrpSpPr>
        <p:grpSpPr>
          <a:xfrm>
            <a:off x="5989320" y="1108252"/>
            <a:ext cx="2743200" cy="2468880"/>
            <a:chOff x="5989320" y="1005840"/>
            <a:chExt cx="2743200" cy="2468880"/>
          </a:xfrm>
        </p:grpSpPr>
        <p:sp>
          <p:nvSpPr>
            <p:cNvPr id="16" name="Rectangle 15"/>
            <p:cNvSpPr/>
            <p:nvPr/>
          </p:nvSpPr>
          <p:spPr>
            <a:xfrm>
              <a:off x="5989320" y="1005840"/>
              <a:ext cx="2743200" cy="45720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TextBox 16"/>
            <p:cNvSpPr txBox="1"/>
            <p:nvPr/>
          </p:nvSpPr>
          <p:spPr>
            <a:xfrm>
              <a:off x="6126480" y="1051560"/>
              <a:ext cx="2468880" cy="288147"/>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Arial"/>
                  <a:ea typeface="+mn-ea"/>
                  <a:cs typeface="+mn-cs"/>
                </a:rPr>
                <a:t>HIRING PLATFORM</a:t>
              </a:r>
            </a:p>
          </p:txBody>
        </p:sp>
        <p:sp>
          <p:nvSpPr>
            <p:cNvPr id="18" name="TextBox 17"/>
            <p:cNvSpPr txBox="1"/>
            <p:nvPr/>
          </p:nvSpPr>
          <p:spPr>
            <a:xfrm>
              <a:off x="6126480" y="1256385"/>
              <a:ext cx="2468880" cy="211203"/>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dirty="0">
                  <a:ln>
                    <a:noFill/>
                  </a:ln>
                  <a:solidFill>
                    <a:srgbClr val="BBBBBB"/>
                  </a:solidFill>
                  <a:effectLst/>
                  <a:uLnTx/>
                  <a:uFillTx/>
                  <a:latin typeface="Arial"/>
                  <a:ea typeface="+mn-ea"/>
                  <a:cs typeface="+mn-cs"/>
                </a:rPr>
                <a:t>Lateral hiring</a:t>
              </a:r>
            </a:p>
          </p:txBody>
        </p:sp>
        <p:sp>
          <p:nvSpPr>
            <p:cNvPr id="19" name="Rectangle 18"/>
            <p:cNvSpPr/>
            <p:nvPr/>
          </p:nvSpPr>
          <p:spPr>
            <a:xfrm>
              <a:off x="5989320" y="1508760"/>
              <a:ext cx="2743200" cy="196596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TextBox 19"/>
            <p:cNvSpPr txBox="1"/>
            <p:nvPr/>
          </p:nvSpPr>
          <p:spPr>
            <a:xfrm>
              <a:off x="6126480" y="1645920"/>
              <a:ext cx="2468880" cy="132343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sz="1200" b="1" i="0" u="none" strike="noStrike" kern="1200" cap="none" spc="0" normalizeH="0" baseline="0" noProof="0" dirty="0">
                  <a:ln>
                    <a:noFill/>
                  </a:ln>
                  <a:solidFill>
                    <a:srgbClr val="E8901E"/>
                  </a:solidFill>
                  <a:effectLst/>
                  <a:uLnTx/>
                  <a:uFillTx/>
                  <a:latin typeface="Arial"/>
                  <a:ea typeface="+mn-ea"/>
                  <a:cs typeface="+mn-cs"/>
                </a:rPr>
                <a:t>▸  </a:t>
              </a:r>
              <a:r>
                <a:rPr kumimoji="0" sz="1200" b="0" i="0" u="none" strike="noStrike" kern="1200" cap="none" spc="0" normalizeH="0" baseline="0" noProof="0" dirty="0">
                  <a:ln>
                    <a:noFill/>
                  </a:ln>
                  <a:solidFill>
                    <a:srgbClr val="272727"/>
                  </a:solidFill>
                  <a:effectLst/>
                  <a:uLnTx/>
                  <a:uFillTx/>
                  <a:latin typeface="Arial"/>
                  <a:ea typeface="+mn-ea"/>
                  <a:cs typeface="+mn-cs"/>
                </a:rPr>
                <a:t>11 AI workers</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sz="1200" b="1" i="0" u="none" strike="noStrike" kern="1200" cap="none" spc="0" normalizeH="0" baseline="0" noProof="0" dirty="0">
                  <a:ln>
                    <a:noFill/>
                  </a:ln>
                  <a:solidFill>
                    <a:srgbClr val="E8901E"/>
                  </a:solidFill>
                  <a:effectLst/>
                  <a:uLnTx/>
                  <a:uFillTx/>
                  <a:latin typeface="Arial"/>
                  <a:ea typeface="+mn-ea"/>
                  <a:cs typeface="+mn-cs"/>
                </a:rPr>
                <a:t>▸  </a:t>
              </a:r>
              <a:r>
                <a:rPr kumimoji="0" sz="1200" b="0" i="0" u="none" strike="noStrike" kern="1200" cap="none" spc="0" normalizeH="0" baseline="0" noProof="0" dirty="0">
                  <a:ln>
                    <a:noFill/>
                  </a:ln>
                  <a:solidFill>
                    <a:srgbClr val="272727"/>
                  </a:solidFill>
                  <a:effectLst/>
                  <a:uLnTx/>
                  <a:uFillTx/>
                  <a:latin typeface="Arial"/>
                  <a:ea typeface="+mn-ea"/>
                  <a:cs typeface="+mn-cs"/>
                </a:rPr>
                <a:t>4 personas / workbenches</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sz="1200" b="1" i="0" u="none" strike="noStrike" kern="1200" cap="none" spc="0" normalizeH="0" baseline="0" noProof="0" dirty="0">
                  <a:ln>
                    <a:noFill/>
                  </a:ln>
                  <a:solidFill>
                    <a:srgbClr val="E8901E"/>
                  </a:solidFill>
                  <a:effectLst/>
                  <a:uLnTx/>
                  <a:uFillTx/>
                  <a:latin typeface="Arial"/>
                  <a:ea typeface="+mn-ea"/>
                  <a:cs typeface="+mn-cs"/>
                </a:rPr>
                <a:t>▸  </a:t>
              </a:r>
              <a:r>
                <a:rPr kumimoji="0" sz="1200" b="0" i="0" u="none" strike="noStrike" kern="1200" cap="none" spc="0" normalizeH="0" baseline="0" noProof="0" dirty="0">
                  <a:ln>
                    <a:noFill/>
                  </a:ln>
                  <a:solidFill>
                    <a:srgbClr val="272727"/>
                  </a:solidFill>
                  <a:effectLst/>
                  <a:uLnTx/>
                  <a:uFillTx/>
                  <a:latin typeface="Arial"/>
                  <a:ea typeface="+mn-ea"/>
                  <a:cs typeface="+mn-cs"/>
                </a:rPr>
                <a:t>Three-layer platform</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sz="1200" b="1" i="0" u="none" strike="noStrike" kern="1200" cap="none" spc="0" normalizeH="0" baseline="0" noProof="0" dirty="0">
                  <a:ln>
                    <a:noFill/>
                  </a:ln>
                  <a:solidFill>
                    <a:srgbClr val="E8901E"/>
                  </a:solidFill>
                  <a:effectLst/>
                  <a:uLnTx/>
                  <a:uFillTx/>
                  <a:latin typeface="Arial"/>
                  <a:ea typeface="+mn-ea"/>
                  <a:cs typeface="+mn-cs"/>
                </a:rPr>
                <a:t>▸  </a:t>
              </a:r>
              <a:r>
                <a:rPr kumimoji="0" sz="1200" b="0" i="0" u="none" strike="noStrike" kern="1200" cap="none" spc="0" normalizeH="0" baseline="0" noProof="0" dirty="0">
                  <a:ln>
                    <a:noFill/>
                  </a:ln>
                  <a:solidFill>
                    <a:srgbClr val="272727"/>
                  </a:solidFill>
                  <a:effectLst/>
                  <a:uLnTx/>
                  <a:uFillTx/>
                  <a:latin typeface="Arial"/>
                  <a:ea typeface="+mn-ea"/>
                  <a:cs typeface="+mn-cs"/>
                </a:rPr>
                <a:t>Confidence-gated handoffs</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sz="1200" b="1" i="0" u="none" strike="noStrike" kern="1200" cap="none" spc="0" normalizeH="0" baseline="0" noProof="0" dirty="0">
                  <a:ln>
                    <a:noFill/>
                  </a:ln>
                  <a:solidFill>
                    <a:srgbClr val="E8901E"/>
                  </a:solidFill>
                  <a:effectLst/>
                  <a:uLnTx/>
                  <a:uFillTx/>
                  <a:latin typeface="Arial"/>
                  <a:ea typeface="+mn-ea"/>
                  <a:cs typeface="+mn-cs"/>
                </a:rPr>
                <a:t>▸  </a:t>
              </a:r>
              <a:r>
                <a:rPr kumimoji="0" sz="1200" b="0" i="0" u="none" strike="noStrike" kern="1200" cap="none" spc="0" normalizeH="0" baseline="0" noProof="0" dirty="0">
                  <a:ln>
                    <a:noFill/>
                  </a:ln>
                  <a:solidFill>
                    <a:srgbClr val="272727"/>
                  </a:solidFill>
                  <a:effectLst/>
                  <a:uLnTx/>
                  <a:uFillTx/>
                  <a:latin typeface="Arial"/>
                  <a:ea typeface="+mn-ea"/>
                  <a:cs typeface="+mn-cs"/>
                </a:rPr>
                <a:t>275 automated tests</a:t>
              </a:r>
            </a:p>
          </p:txBody>
        </p:sp>
      </p:grpSp>
      <p:sp>
        <p:nvSpPr>
          <p:cNvPr id="21" name="Rectangle 20"/>
          <p:cNvSpPr/>
          <p:nvPr/>
        </p:nvSpPr>
        <p:spPr>
          <a:xfrm>
            <a:off x="320040" y="3915458"/>
            <a:ext cx="8412480" cy="54864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TextBox 21"/>
          <p:cNvSpPr txBox="1"/>
          <p:nvPr/>
        </p:nvSpPr>
        <p:spPr>
          <a:xfrm>
            <a:off x="457200" y="3961177"/>
            <a:ext cx="8229600" cy="457200"/>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FFFFFF"/>
                </a:solidFill>
                <a:effectLst/>
                <a:uLnTx/>
                <a:uFillTx/>
                <a:latin typeface="Arial"/>
                <a:ea typeface="+mn-ea"/>
                <a:cs typeface="+mn-cs"/>
              </a:rPr>
              <a:t>Common principle: AI handles first-draft work · Humans own every decision gate · The pattern </a:t>
            </a:r>
            <a:r>
              <a:rPr kumimoji="0" sz="1200" b="1" i="0" u="none" strike="noStrike" kern="1200" cap="none" spc="0" normalizeH="0" baseline="0" noProof="0" dirty="0" err="1">
                <a:ln>
                  <a:noFill/>
                </a:ln>
                <a:solidFill>
                  <a:srgbClr val="FFFFFF"/>
                </a:solidFill>
                <a:effectLst/>
                <a:uLnTx/>
                <a:uFillTx/>
                <a:latin typeface="Arial"/>
                <a:ea typeface="+mn-ea"/>
                <a:cs typeface="+mn-cs"/>
              </a:rPr>
              <a:t>generalises</a:t>
            </a:r>
            <a:r>
              <a:rPr kumimoji="0" sz="1200" b="1" i="0" u="none" strike="noStrike" kern="1200" cap="none" spc="0" normalizeH="0" baseline="0" noProof="0" dirty="0">
                <a:ln>
                  <a:noFill/>
                </a:ln>
                <a:solidFill>
                  <a:srgbClr val="FFFFFF"/>
                </a:solidFill>
                <a:effectLst/>
                <a:uLnTx/>
                <a:uFillTx/>
                <a:latin typeface="Arial"/>
                <a:ea typeface="+mn-ea"/>
                <a:cs typeface="+mn-cs"/>
              </a:rPr>
              <a:t> to any Group HR vertical</a:t>
            </a:r>
          </a:p>
        </p:txBody>
      </p:sp>
      <p:sp>
        <p:nvSpPr>
          <p:cNvPr id="24" name="TextBox 23"/>
          <p:cNvSpPr txBox="1"/>
          <p:nvPr/>
        </p:nvSpPr>
        <p:spPr>
          <a:xfrm>
            <a:off x="8046720" y="4864608"/>
            <a:ext cx="914400" cy="195814"/>
          </a:xfrm>
          <a:prstGeom prst="rect">
            <a:avLst/>
          </a:prstGeom>
          <a:noFill/>
        </p:spPr>
        <p:txBody>
          <a:bodyPr wrap="square" lIns="36000" tIns="36000" rIns="36000" bIns="3600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dirty="0">
                <a:ln>
                  <a:noFill/>
                </a:ln>
                <a:solidFill>
                  <a:srgbClr val="999999"/>
                </a:solidFill>
                <a:effectLst/>
                <a:uLnTx/>
                <a:uFillTx/>
                <a:latin typeface="Arial"/>
                <a:ea typeface="+mn-ea"/>
                <a:cs typeface="+mn-cs"/>
              </a:rPr>
              <a:t>20 / </a:t>
            </a:r>
            <a:r>
              <a:rPr lang="en-US" sz="800" dirty="0">
                <a:solidFill>
                  <a:srgbClr val="999999"/>
                </a:solidFill>
                <a:latin typeface="Arial"/>
              </a:rPr>
              <a:t>27</a:t>
            </a:r>
            <a:endParaRPr kumimoji="0" sz="800" b="0" i="0" u="none" strike="noStrike" kern="1200" cap="none" spc="0" normalizeH="0" baseline="0" noProof="0" dirty="0">
              <a:ln>
                <a:noFill/>
              </a:ln>
              <a:solidFill>
                <a:srgbClr val="999999"/>
              </a:solidFill>
              <a:effectLst/>
              <a:uLnTx/>
              <a:uFillTx/>
              <a:latin typeface="Arial"/>
              <a:ea typeface="+mn-ea"/>
              <a:cs typeface="+mn-cs"/>
            </a:endParaRPr>
          </a:p>
        </p:txBody>
      </p:sp>
      <p:pic>
        <p:nvPicPr>
          <p:cNvPr id="25" name="Picture 8" descr="Tata logo png, Tata icon transparent png 20975508 PNG">
            <a:extLst>
              <a:ext uri="{FF2B5EF4-FFF2-40B4-BE49-F238E27FC236}">
                <a16:creationId xmlns:a16="http://schemas.microsoft.com/office/drawing/2014/main" id="{A3D17D06-5601-7BDA-577D-186C08E498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7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28600"/>
            <a:ext cx="8229600" cy="3804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dirty="0">
                <a:ln>
                  <a:noFill/>
                </a:ln>
                <a:solidFill>
                  <a:srgbClr val="001B5B"/>
                </a:solidFill>
                <a:effectLst/>
                <a:uLnTx/>
                <a:uFillTx/>
                <a:latin typeface="Arial"/>
                <a:ea typeface="+mn-ea"/>
                <a:cs typeface="+mn-cs"/>
              </a:rPr>
              <a:t>What AI must never do alone </a:t>
            </a:r>
            <a:r>
              <a:rPr kumimoji="0" lang="en-US" sz="2000" b="1" i="0" u="none" strike="noStrike" kern="1200" cap="none" spc="0" normalizeH="0" baseline="0" noProof="0" dirty="0">
                <a:ln>
                  <a:noFill/>
                </a:ln>
                <a:solidFill>
                  <a:srgbClr val="001B5B"/>
                </a:solidFill>
                <a:effectLst/>
                <a:uLnTx/>
                <a:uFillTx/>
                <a:latin typeface="Arial"/>
                <a:ea typeface="+mn-ea"/>
                <a:cs typeface="+mn-cs"/>
              </a:rPr>
              <a:t>-</a:t>
            </a:r>
            <a:r>
              <a:rPr kumimoji="0" sz="2000" b="1" i="0" u="none" strike="noStrike" kern="1200" cap="none" spc="0" normalizeH="0" baseline="0" noProof="0" dirty="0">
                <a:ln>
                  <a:noFill/>
                </a:ln>
                <a:solidFill>
                  <a:srgbClr val="001B5B"/>
                </a:solidFill>
                <a:effectLst/>
                <a:uLnTx/>
                <a:uFillTx/>
                <a:latin typeface="Arial"/>
                <a:ea typeface="+mn-ea"/>
                <a:cs typeface="+mn-cs"/>
              </a:rPr>
              <a:t> decision rights at a glance</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dirty="0">
                <a:ln>
                  <a:noFill/>
                </a:ln>
                <a:solidFill>
                  <a:srgbClr val="999999"/>
                </a:solidFill>
                <a:effectLst/>
                <a:uLnTx/>
                <a:uFillTx/>
                <a:latin typeface="Arial"/>
                <a:ea typeface="+mn-ea"/>
                <a:cs typeface="+mn-cs"/>
              </a:rPr>
              <a:t>AI-NATIVE HR · FINAL </a:t>
            </a:r>
            <a:r>
              <a:rPr kumimoji="0" lang="en-US" sz="800" b="0" i="0" u="none" strike="noStrike" kern="1200" cap="none" spc="0" normalizeH="0" baseline="0" noProof="0" dirty="0">
                <a:ln>
                  <a:noFill/>
                </a:ln>
                <a:solidFill>
                  <a:srgbClr val="999999"/>
                </a:solidFill>
                <a:effectLst/>
                <a:uLnTx/>
                <a:uFillTx/>
                <a:latin typeface="Arial"/>
                <a:ea typeface="+mn-ea"/>
                <a:cs typeface="+mn-cs"/>
              </a:rPr>
              <a:t>REVIEW</a:t>
            </a:r>
            <a:endParaRPr kumimoji="0" sz="800" b="0" i="0" u="none" strike="noStrike" kern="1200" cap="none" spc="0" normalizeH="0" baseline="0" noProof="0" dirty="0">
              <a:ln>
                <a:noFill/>
              </a:ln>
              <a:solidFill>
                <a:srgbClr val="999999"/>
              </a:solidFill>
              <a:effectLst/>
              <a:uLnTx/>
              <a:uFillTx/>
              <a:latin typeface="Arial"/>
              <a:ea typeface="+mn-ea"/>
              <a:cs typeface="+mn-cs"/>
            </a:endParaRPr>
          </a:p>
        </p:txBody>
      </p:sp>
      <p:grpSp>
        <p:nvGrpSpPr>
          <p:cNvPr id="88" name="Group 87">
            <a:extLst>
              <a:ext uri="{FF2B5EF4-FFF2-40B4-BE49-F238E27FC236}">
                <a16:creationId xmlns:a16="http://schemas.microsoft.com/office/drawing/2014/main" id="{DE1A7F7A-59D0-5B23-B181-1837A1397523}"/>
              </a:ext>
            </a:extLst>
          </p:cNvPr>
          <p:cNvGrpSpPr/>
          <p:nvPr/>
        </p:nvGrpSpPr>
        <p:grpSpPr>
          <a:xfrm>
            <a:off x="341699" y="1005840"/>
            <a:ext cx="8686799" cy="3419633"/>
            <a:chOff x="341699" y="1005840"/>
            <a:chExt cx="8686799" cy="3419633"/>
          </a:xfrm>
        </p:grpSpPr>
        <p:sp>
          <p:nvSpPr>
            <p:cNvPr id="6" name="Rectangle 5"/>
            <p:cNvSpPr/>
            <p:nvPr/>
          </p:nvSpPr>
          <p:spPr>
            <a:xfrm>
              <a:off x="341699" y="1005840"/>
              <a:ext cx="2697480" cy="32004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341699" y="1051560"/>
              <a:ext cx="2697480" cy="257369"/>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FFFFFF"/>
                  </a:solidFill>
                  <a:effectLst/>
                  <a:uLnTx/>
                  <a:uFillTx/>
                  <a:latin typeface="Arial"/>
                  <a:ea typeface="+mn-ea"/>
                  <a:cs typeface="+mn-cs"/>
                </a:rPr>
                <a:t>Decision area</a:t>
              </a:r>
            </a:p>
          </p:txBody>
        </p:sp>
        <p:sp>
          <p:nvSpPr>
            <p:cNvPr id="8" name="Rectangle 7"/>
            <p:cNvSpPr/>
            <p:nvPr/>
          </p:nvSpPr>
          <p:spPr>
            <a:xfrm>
              <a:off x="3039179" y="1005840"/>
              <a:ext cx="1920240" cy="32004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3039179" y="1051560"/>
              <a:ext cx="1920240" cy="257369"/>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AI role</a:t>
              </a:r>
            </a:p>
          </p:txBody>
        </p:sp>
        <p:sp>
          <p:nvSpPr>
            <p:cNvPr id="10" name="Rectangle 9"/>
            <p:cNvSpPr/>
            <p:nvPr/>
          </p:nvSpPr>
          <p:spPr>
            <a:xfrm>
              <a:off x="4959419" y="1005840"/>
              <a:ext cx="1874519" cy="32004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p:cNvSpPr txBox="1"/>
            <p:nvPr/>
          </p:nvSpPr>
          <p:spPr>
            <a:xfrm>
              <a:off x="4959419" y="1051560"/>
              <a:ext cx="1874519" cy="257369"/>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Human owner</a:t>
              </a:r>
            </a:p>
          </p:txBody>
        </p:sp>
        <p:sp>
          <p:nvSpPr>
            <p:cNvPr id="12" name="Rectangle 11"/>
            <p:cNvSpPr/>
            <p:nvPr/>
          </p:nvSpPr>
          <p:spPr>
            <a:xfrm>
              <a:off x="6833938" y="1005840"/>
              <a:ext cx="2194560" cy="32004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Calibri"/>
                <a:ea typeface="+mn-ea"/>
                <a:cs typeface="+mn-cs"/>
              </a:endParaRPr>
            </a:p>
          </p:txBody>
        </p:sp>
        <p:sp>
          <p:nvSpPr>
            <p:cNvPr id="13" name="TextBox 12"/>
            <p:cNvSpPr txBox="1"/>
            <p:nvPr/>
          </p:nvSpPr>
          <p:spPr>
            <a:xfrm>
              <a:off x="6833938" y="1051560"/>
              <a:ext cx="2194560" cy="257369"/>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Why this stays human</a:t>
              </a:r>
            </a:p>
          </p:txBody>
        </p:sp>
        <p:sp>
          <p:nvSpPr>
            <p:cNvPr id="14" name="Rectangle 13"/>
            <p:cNvSpPr/>
            <p:nvPr/>
          </p:nvSpPr>
          <p:spPr>
            <a:xfrm>
              <a:off x="341699" y="1325880"/>
              <a:ext cx="2697480" cy="329184"/>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15" name="TextBox 14"/>
            <p:cNvSpPr txBox="1"/>
            <p:nvPr/>
          </p:nvSpPr>
          <p:spPr>
            <a:xfrm>
              <a:off x="414851" y="1380744"/>
              <a:ext cx="2551176"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272727"/>
                  </a:solidFill>
                  <a:effectLst/>
                  <a:uLnTx/>
                  <a:uFillTx/>
                  <a:latin typeface="Arial"/>
                  <a:ea typeface="+mn-ea"/>
                  <a:cs typeface="+mn-cs"/>
                </a:rPr>
                <a:t>Pursue custom program / route choice</a:t>
              </a:r>
            </a:p>
          </p:txBody>
        </p:sp>
        <p:sp>
          <p:nvSpPr>
            <p:cNvPr id="16" name="Rectangle 15"/>
            <p:cNvSpPr/>
            <p:nvPr/>
          </p:nvSpPr>
          <p:spPr>
            <a:xfrm>
              <a:off x="3039179" y="1325880"/>
              <a:ext cx="1920240" cy="329184"/>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17" name="TextBox 16"/>
            <p:cNvSpPr txBox="1"/>
            <p:nvPr/>
          </p:nvSpPr>
          <p:spPr>
            <a:xfrm>
              <a:off x="3112331" y="1380744"/>
              <a:ext cx="1773936"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Analyse + recommend</a:t>
              </a:r>
            </a:p>
          </p:txBody>
        </p:sp>
        <p:sp>
          <p:nvSpPr>
            <p:cNvPr id="18" name="Rectangle 17"/>
            <p:cNvSpPr/>
            <p:nvPr/>
          </p:nvSpPr>
          <p:spPr>
            <a:xfrm>
              <a:off x="4959419" y="1325880"/>
              <a:ext cx="1874519" cy="329184"/>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18"/>
            <p:cNvSpPr txBox="1"/>
            <p:nvPr/>
          </p:nvSpPr>
          <p:spPr>
            <a:xfrm>
              <a:off x="5032571" y="1380744"/>
              <a:ext cx="1728215"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PD / leadership</a:t>
              </a:r>
            </a:p>
          </p:txBody>
        </p:sp>
        <p:sp>
          <p:nvSpPr>
            <p:cNvPr id="20" name="Rectangle 19"/>
            <p:cNvSpPr/>
            <p:nvPr/>
          </p:nvSpPr>
          <p:spPr>
            <a:xfrm>
              <a:off x="6833938" y="1325880"/>
              <a:ext cx="2194560" cy="329184"/>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21" name="TextBox 20"/>
            <p:cNvSpPr txBox="1"/>
            <p:nvPr/>
          </p:nvSpPr>
          <p:spPr>
            <a:xfrm>
              <a:off x="6907090" y="1380744"/>
              <a:ext cx="2048256"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Sponsor trust + strategic priority</a:t>
              </a:r>
            </a:p>
          </p:txBody>
        </p:sp>
        <p:sp>
          <p:nvSpPr>
            <p:cNvPr id="22" name="Rectangle 21"/>
            <p:cNvSpPr/>
            <p:nvPr/>
          </p:nvSpPr>
          <p:spPr>
            <a:xfrm>
              <a:off x="341699" y="1655064"/>
              <a:ext cx="269748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23" name="TextBox 22"/>
            <p:cNvSpPr txBox="1"/>
            <p:nvPr/>
          </p:nvSpPr>
          <p:spPr>
            <a:xfrm>
              <a:off x="414851" y="1709928"/>
              <a:ext cx="2551176"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Business problem diagnosis</a:t>
              </a:r>
            </a:p>
          </p:txBody>
        </p:sp>
        <p:sp>
          <p:nvSpPr>
            <p:cNvPr id="24" name="Rectangle 23"/>
            <p:cNvSpPr/>
            <p:nvPr/>
          </p:nvSpPr>
          <p:spPr>
            <a:xfrm>
              <a:off x="3039179" y="1655064"/>
              <a:ext cx="19202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25" name="TextBox 24"/>
            <p:cNvSpPr txBox="1"/>
            <p:nvPr/>
          </p:nvSpPr>
          <p:spPr>
            <a:xfrm>
              <a:off x="3112331" y="1709928"/>
              <a:ext cx="1773936"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Hypothesise + ask</a:t>
              </a:r>
            </a:p>
          </p:txBody>
        </p:sp>
        <p:sp>
          <p:nvSpPr>
            <p:cNvPr id="26" name="Rectangle 25"/>
            <p:cNvSpPr/>
            <p:nvPr/>
          </p:nvSpPr>
          <p:spPr>
            <a:xfrm>
              <a:off x="4959419" y="1655064"/>
              <a:ext cx="1874519"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27" name="TextBox 26"/>
            <p:cNvSpPr txBox="1"/>
            <p:nvPr/>
          </p:nvSpPr>
          <p:spPr>
            <a:xfrm>
              <a:off x="5032571" y="1709928"/>
              <a:ext cx="1728215"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PD</a:t>
              </a:r>
            </a:p>
          </p:txBody>
        </p:sp>
        <p:sp>
          <p:nvSpPr>
            <p:cNvPr id="28" name="Rectangle 27"/>
            <p:cNvSpPr/>
            <p:nvPr/>
          </p:nvSpPr>
          <p:spPr>
            <a:xfrm>
              <a:off x="6833938" y="1655064"/>
              <a:ext cx="219456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29" name="TextBox 28"/>
            <p:cNvSpPr txBox="1"/>
            <p:nvPr/>
          </p:nvSpPr>
          <p:spPr>
            <a:xfrm>
              <a:off x="6907090" y="1709928"/>
              <a:ext cx="2048256" cy="411257"/>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Frame matters more than answer</a:t>
              </a:r>
            </a:p>
          </p:txBody>
        </p:sp>
        <p:sp>
          <p:nvSpPr>
            <p:cNvPr id="30" name="Rectangle 29"/>
            <p:cNvSpPr/>
            <p:nvPr/>
          </p:nvSpPr>
          <p:spPr>
            <a:xfrm>
              <a:off x="341699" y="1984248"/>
              <a:ext cx="2697480" cy="329184"/>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31" name="TextBox 30"/>
            <p:cNvSpPr txBox="1"/>
            <p:nvPr/>
          </p:nvSpPr>
          <p:spPr>
            <a:xfrm>
              <a:off x="414851" y="2039112"/>
              <a:ext cx="2551176"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Faculty / vendor selection</a:t>
              </a:r>
            </a:p>
          </p:txBody>
        </p:sp>
        <p:sp>
          <p:nvSpPr>
            <p:cNvPr id="32" name="Rectangle 31"/>
            <p:cNvSpPr/>
            <p:nvPr/>
          </p:nvSpPr>
          <p:spPr>
            <a:xfrm>
              <a:off x="3039179" y="1984248"/>
              <a:ext cx="1920240" cy="329184"/>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33" name="TextBox 32"/>
            <p:cNvSpPr txBox="1"/>
            <p:nvPr/>
          </p:nvSpPr>
          <p:spPr>
            <a:xfrm>
              <a:off x="3112331" y="2039112"/>
              <a:ext cx="1773936"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Rank with evidence</a:t>
              </a:r>
            </a:p>
          </p:txBody>
        </p:sp>
        <p:sp>
          <p:nvSpPr>
            <p:cNvPr id="34" name="Rectangle 33"/>
            <p:cNvSpPr/>
            <p:nvPr/>
          </p:nvSpPr>
          <p:spPr>
            <a:xfrm>
              <a:off x="4959419" y="1984248"/>
              <a:ext cx="1874519" cy="329184"/>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35" name="TextBox 34"/>
            <p:cNvSpPr txBox="1"/>
            <p:nvPr/>
          </p:nvSpPr>
          <p:spPr>
            <a:xfrm>
              <a:off x="5032571" y="2039112"/>
              <a:ext cx="1728215"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PD / PM</a:t>
              </a:r>
            </a:p>
          </p:txBody>
        </p:sp>
        <p:sp>
          <p:nvSpPr>
            <p:cNvPr id="36" name="Rectangle 35"/>
            <p:cNvSpPr/>
            <p:nvPr/>
          </p:nvSpPr>
          <p:spPr>
            <a:xfrm>
              <a:off x="6833938" y="1984248"/>
              <a:ext cx="2194560" cy="329184"/>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37" name="TextBox 36"/>
            <p:cNvSpPr txBox="1"/>
            <p:nvPr/>
          </p:nvSpPr>
          <p:spPr>
            <a:xfrm>
              <a:off x="6907090" y="2039112"/>
              <a:ext cx="2048256"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Cohort fit + relationship</a:t>
              </a:r>
            </a:p>
          </p:txBody>
        </p:sp>
        <p:sp>
          <p:nvSpPr>
            <p:cNvPr id="38" name="Rectangle 37"/>
            <p:cNvSpPr/>
            <p:nvPr/>
          </p:nvSpPr>
          <p:spPr>
            <a:xfrm>
              <a:off x="341699" y="2313432"/>
              <a:ext cx="269748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39" name="TextBox 38"/>
            <p:cNvSpPr txBox="1"/>
            <p:nvPr/>
          </p:nvSpPr>
          <p:spPr>
            <a:xfrm>
              <a:off x="414851" y="2368296"/>
              <a:ext cx="2551176"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Budget approval</a:t>
              </a:r>
            </a:p>
          </p:txBody>
        </p:sp>
        <p:sp>
          <p:nvSpPr>
            <p:cNvPr id="40" name="Rectangle 39"/>
            <p:cNvSpPr/>
            <p:nvPr/>
          </p:nvSpPr>
          <p:spPr>
            <a:xfrm>
              <a:off x="3039179" y="2313432"/>
              <a:ext cx="19202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41" name="TextBox 40"/>
            <p:cNvSpPr txBox="1"/>
            <p:nvPr/>
          </p:nvSpPr>
          <p:spPr>
            <a:xfrm>
              <a:off x="3112331" y="2368296"/>
              <a:ext cx="1773936"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Draft estimate</a:t>
              </a:r>
            </a:p>
          </p:txBody>
        </p:sp>
        <p:sp>
          <p:nvSpPr>
            <p:cNvPr id="42" name="Rectangle 41"/>
            <p:cNvSpPr/>
            <p:nvPr/>
          </p:nvSpPr>
          <p:spPr>
            <a:xfrm>
              <a:off x="4959419" y="2313432"/>
              <a:ext cx="1874519"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43" name="TextBox 42"/>
            <p:cNvSpPr txBox="1"/>
            <p:nvPr/>
          </p:nvSpPr>
          <p:spPr>
            <a:xfrm>
              <a:off x="5032571" y="2368296"/>
              <a:ext cx="1728215"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Finance / leadership</a:t>
              </a:r>
            </a:p>
          </p:txBody>
        </p:sp>
        <p:sp>
          <p:nvSpPr>
            <p:cNvPr id="44" name="Rectangle 43"/>
            <p:cNvSpPr/>
            <p:nvPr/>
          </p:nvSpPr>
          <p:spPr>
            <a:xfrm>
              <a:off x="6833938" y="2313432"/>
              <a:ext cx="219456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45" name="TextBox 44"/>
            <p:cNvSpPr txBox="1"/>
            <p:nvPr/>
          </p:nvSpPr>
          <p:spPr>
            <a:xfrm>
              <a:off x="6907090" y="2368296"/>
              <a:ext cx="2048256"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Financial accountability</a:t>
              </a:r>
            </a:p>
          </p:txBody>
        </p:sp>
        <p:sp>
          <p:nvSpPr>
            <p:cNvPr id="46" name="Rectangle 45"/>
            <p:cNvSpPr/>
            <p:nvPr/>
          </p:nvSpPr>
          <p:spPr>
            <a:xfrm>
              <a:off x="341699" y="2642616"/>
              <a:ext cx="2697480" cy="329184"/>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47" name="TextBox 46"/>
            <p:cNvSpPr txBox="1"/>
            <p:nvPr/>
          </p:nvSpPr>
          <p:spPr>
            <a:xfrm>
              <a:off x="414851" y="2697480"/>
              <a:ext cx="2551176"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Sponsor reporting + impact claims</a:t>
              </a:r>
            </a:p>
          </p:txBody>
        </p:sp>
        <p:sp>
          <p:nvSpPr>
            <p:cNvPr id="48" name="Rectangle 47"/>
            <p:cNvSpPr/>
            <p:nvPr/>
          </p:nvSpPr>
          <p:spPr>
            <a:xfrm>
              <a:off x="3039179" y="2642616"/>
              <a:ext cx="1920240" cy="329184"/>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49" name="TextBox 48"/>
            <p:cNvSpPr txBox="1"/>
            <p:nvPr/>
          </p:nvSpPr>
          <p:spPr>
            <a:xfrm>
              <a:off x="3112331" y="2697480"/>
              <a:ext cx="1773936"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Synthesise evidence</a:t>
              </a:r>
            </a:p>
          </p:txBody>
        </p:sp>
        <p:sp>
          <p:nvSpPr>
            <p:cNvPr id="50" name="Rectangle 49"/>
            <p:cNvSpPr/>
            <p:nvPr/>
          </p:nvSpPr>
          <p:spPr>
            <a:xfrm>
              <a:off x="4959419" y="2642616"/>
              <a:ext cx="1874519" cy="329184"/>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51" name="TextBox 50"/>
            <p:cNvSpPr txBox="1"/>
            <p:nvPr/>
          </p:nvSpPr>
          <p:spPr>
            <a:xfrm>
              <a:off x="5032571" y="2697480"/>
              <a:ext cx="1728215"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PD / leadership</a:t>
              </a:r>
            </a:p>
          </p:txBody>
        </p:sp>
        <p:sp>
          <p:nvSpPr>
            <p:cNvPr id="52" name="Rectangle 51"/>
            <p:cNvSpPr/>
            <p:nvPr/>
          </p:nvSpPr>
          <p:spPr>
            <a:xfrm>
              <a:off x="6833938" y="2642616"/>
              <a:ext cx="2194560" cy="329184"/>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53" name="TextBox 52"/>
            <p:cNvSpPr txBox="1"/>
            <p:nvPr/>
          </p:nvSpPr>
          <p:spPr>
            <a:xfrm>
              <a:off x="6907090" y="2697480"/>
              <a:ext cx="2048256"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Reputation + credibility</a:t>
              </a:r>
            </a:p>
          </p:txBody>
        </p:sp>
        <p:sp>
          <p:nvSpPr>
            <p:cNvPr id="54" name="Rectangle 53"/>
            <p:cNvSpPr/>
            <p:nvPr/>
          </p:nvSpPr>
          <p:spPr>
            <a:xfrm>
              <a:off x="341699" y="2971800"/>
              <a:ext cx="269748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55" name="TextBox 54"/>
            <p:cNvSpPr txBox="1"/>
            <p:nvPr/>
          </p:nvSpPr>
          <p:spPr>
            <a:xfrm>
              <a:off x="414851" y="3026664"/>
              <a:ext cx="2551176"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TAS rubric content + application</a:t>
              </a:r>
            </a:p>
          </p:txBody>
        </p:sp>
        <p:sp>
          <p:nvSpPr>
            <p:cNvPr id="56" name="Rectangle 55"/>
            <p:cNvSpPr/>
            <p:nvPr/>
          </p:nvSpPr>
          <p:spPr>
            <a:xfrm>
              <a:off x="3039179" y="2971800"/>
              <a:ext cx="19202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57" name="TextBox 56"/>
            <p:cNvSpPr txBox="1"/>
            <p:nvPr/>
          </p:nvSpPr>
          <p:spPr>
            <a:xfrm>
              <a:off x="3091760" y="2929560"/>
              <a:ext cx="2393639" cy="411257"/>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100" dirty="0">
                  <a:solidFill>
                    <a:srgbClr val="272727"/>
                  </a:solidFill>
                  <a:latin typeface="Arial"/>
                </a:rPr>
                <a:t>Used to generate</a:t>
              </a:r>
              <a:br>
                <a:rPr lang="en-US" sz="1100" dirty="0">
                  <a:solidFill>
                    <a:srgbClr val="272727"/>
                  </a:solidFill>
                  <a:latin typeface="Arial"/>
                </a:rPr>
              </a:br>
              <a:r>
                <a:rPr lang="en-US" sz="1100" dirty="0">
                  <a:solidFill>
                    <a:srgbClr val="272727"/>
                  </a:solidFill>
                  <a:latin typeface="Arial"/>
                </a:rPr>
                <a:t>confidence score</a:t>
              </a:r>
              <a:endParaRPr kumimoji="0" sz="1100" b="0" i="0" u="none" strike="noStrike" kern="1200" cap="none" spc="0" normalizeH="0" baseline="0" noProof="0" dirty="0">
                <a:ln>
                  <a:noFill/>
                </a:ln>
                <a:solidFill>
                  <a:srgbClr val="272727"/>
                </a:solidFill>
                <a:effectLst/>
                <a:uLnTx/>
                <a:uFillTx/>
                <a:latin typeface="Arial"/>
                <a:ea typeface="+mn-ea"/>
                <a:cs typeface="+mn-cs"/>
              </a:endParaRPr>
            </a:p>
          </p:txBody>
        </p:sp>
        <p:sp>
          <p:nvSpPr>
            <p:cNvPr id="58" name="Rectangle 57"/>
            <p:cNvSpPr/>
            <p:nvPr/>
          </p:nvSpPr>
          <p:spPr>
            <a:xfrm>
              <a:off x="4959419" y="2971800"/>
              <a:ext cx="1874519"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59" name="TextBox 58"/>
            <p:cNvSpPr txBox="1"/>
            <p:nvPr/>
          </p:nvSpPr>
          <p:spPr>
            <a:xfrm>
              <a:off x="5032571" y="3026664"/>
              <a:ext cx="1728215"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TAS Lead alone</a:t>
              </a:r>
            </a:p>
          </p:txBody>
        </p:sp>
        <p:sp>
          <p:nvSpPr>
            <p:cNvPr id="60" name="Rectangle 59"/>
            <p:cNvSpPr/>
            <p:nvPr/>
          </p:nvSpPr>
          <p:spPr>
            <a:xfrm>
              <a:off x="6833938" y="2971800"/>
              <a:ext cx="219456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61" name="TextBox 60"/>
            <p:cNvSpPr txBox="1"/>
            <p:nvPr/>
          </p:nvSpPr>
          <p:spPr>
            <a:xfrm>
              <a:off x="6907090" y="3026664"/>
              <a:ext cx="2048256"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100" dirty="0">
                  <a:solidFill>
                    <a:srgbClr val="272727"/>
                  </a:solidFill>
                  <a:latin typeface="Arial"/>
                </a:rPr>
                <a:t>Human Context</a:t>
              </a:r>
              <a:endParaRPr kumimoji="0" sz="1100" b="0" i="0" u="none" strike="noStrike" kern="1200" cap="none" spc="0" normalizeH="0" baseline="0" noProof="0" dirty="0">
                <a:ln>
                  <a:noFill/>
                </a:ln>
                <a:solidFill>
                  <a:srgbClr val="272727"/>
                </a:solidFill>
                <a:effectLst/>
                <a:uLnTx/>
                <a:uFillTx/>
                <a:latin typeface="Arial"/>
                <a:ea typeface="+mn-ea"/>
                <a:cs typeface="+mn-cs"/>
              </a:endParaRPr>
            </a:p>
          </p:txBody>
        </p:sp>
        <p:sp>
          <p:nvSpPr>
            <p:cNvPr id="62" name="Rectangle 61"/>
            <p:cNvSpPr/>
            <p:nvPr/>
          </p:nvSpPr>
          <p:spPr>
            <a:xfrm>
              <a:off x="341699" y="3300984"/>
              <a:ext cx="2697480" cy="329184"/>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63" name="TextBox 62"/>
            <p:cNvSpPr txBox="1"/>
            <p:nvPr/>
          </p:nvSpPr>
          <p:spPr>
            <a:xfrm>
              <a:off x="414851" y="3355848"/>
              <a:ext cx="2551176"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TAS screening decision</a:t>
              </a:r>
            </a:p>
          </p:txBody>
        </p:sp>
        <p:sp>
          <p:nvSpPr>
            <p:cNvPr id="64" name="Rectangle 63"/>
            <p:cNvSpPr/>
            <p:nvPr/>
          </p:nvSpPr>
          <p:spPr>
            <a:xfrm>
              <a:off x="3039179" y="3300984"/>
              <a:ext cx="1920240" cy="329184"/>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65" name="TextBox 64"/>
            <p:cNvSpPr txBox="1"/>
            <p:nvPr/>
          </p:nvSpPr>
          <p:spPr>
            <a:xfrm>
              <a:off x="3112331" y="3355848"/>
              <a:ext cx="1773936"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Rank + reasoning trace</a:t>
              </a:r>
            </a:p>
          </p:txBody>
        </p:sp>
        <p:sp>
          <p:nvSpPr>
            <p:cNvPr id="66" name="Rectangle 65"/>
            <p:cNvSpPr/>
            <p:nvPr/>
          </p:nvSpPr>
          <p:spPr>
            <a:xfrm>
              <a:off x="4959419" y="3300984"/>
              <a:ext cx="1874519" cy="329184"/>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67" name="TextBox 66"/>
            <p:cNvSpPr txBox="1"/>
            <p:nvPr/>
          </p:nvSpPr>
          <p:spPr>
            <a:xfrm>
              <a:off x="5032571" y="3355848"/>
              <a:ext cx="1728215"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TAS Lead</a:t>
              </a:r>
            </a:p>
          </p:txBody>
        </p:sp>
        <p:sp>
          <p:nvSpPr>
            <p:cNvPr id="68" name="Rectangle 67"/>
            <p:cNvSpPr/>
            <p:nvPr/>
          </p:nvSpPr>
          <p:spPr>
            <a:xfrm>
              <a:off x="6833938" y="3300984"/>
              <a:ext cx="2194560" cy="329184"/>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69" name="TextBox 68"/>
            <p:cNvSpPr txBox="1"/>
            <p:nvPr/>
          </p:nvSpPr>
          <p:spPr>
            <a:xfrm>
              <a:off x="6907090" y="3355848"/>
              <a:ext cx="2048256"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Borderline calls + fairness</a:t>
              </a:r>
            </a:p>
          </p:txBody>
        </p:sp>
        <p:sp>
          <p:nvSpPr>
            <p:cNvPr id="70" name="Rectangle 69"/>
            <p:cNvSpPr/>
            <p:nvPr/>
          </p:nvSpPr>
          <p:spPr>
            <a:xfrm>
              <a:off x="341699" y="3630168"/>
              <a:ext cx="269748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71" name="TextBox 70"/>
            <p:cNvSpPr txBox="1"/>
            <p:nvPr/>
          </p:nvSpPr>
          <p:spPr>
            <a:xfrm>
              <a:off x="414851" y="3685032"/>
              <a:ext cx="2551176"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Stint match + Y2 placement offer</a:t>
              </a:r>
            </a:p>
          </p:txBody>
        </p:sp>
        <p:sp>
          <p:nvSpPr>
            <p:cNvPr id="72" name="Rectangle 71"/>
            <p:cNvSpPr/>
            <p:nvPr/>
          </p:nvSpPr>
          <p:spPr>
            <a:xfrm>
              <a:off x="3039179" y="3630168"/>
              <a:ext cx="19202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73" name="TextBox 72"/>
            <p:cNvSpPr txBox="1"/>
            <p:nvPr/>
          </p:nvSpPr>
          <p:spPr>
            <a:xfrm>
              <a:off x="3112331" y="3685032"/>
              <a:ext cx="1773936"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Rank + rationale</a:t>
              </a:r>
            </a:p>
          </p:txBody>
        </p:sp>
        <p:sp>
          <p:nvSpPr>
            <p:cNvPr id="74" name="Rectangle 73"/>
            <p:cNvSpPr/>
            <p:nvPr/>
          </p:nvSpPr>
          <p:spPr>
            <a:xfrm>
              <a:off x="4959419" y="3630168"/>
              <a:ext cx="1874519"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75" name="TextBox 74"/>
            <p:cNvSpPr txBox="1"/>
            <p:nvPr/>
          </p:nvSpPr>
          <p:spPr>
            <a:xfrm>
              <a:off x="5032571" y="3685032"/>
              <a:ext cx="1728215" cy="411257"/>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Lead + candidate + company</a:t>
              </a:r>
            </a:p>
          </p:txBody>
        </p:sp>
        <p:sp>
          <p:nvSpPr>
            <p:cNvPr id="76" name="Rectangle 75"/>
            <p:cNvSpPr/>
            <p:nvPr/>
          </p:nvSpPr>
          <p:spPr>
            <a:xfrm>
              <a:off x="6833938" y="3630168"/>
              <a:ext cx="219456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77" name="TextBox 76"/>
            <p:cNvSpPr txBox="1"/>
            <p:nvPr/>
          </p:nvSpPr>
          <p:spPr>
            <a:xfrm>
              <a:off x="6907090" y="3685032"/>
              <a:ext cx="2048256"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Career trajectory</a:t>
              </a:r>
            </a:p>
          </p:txBody>
        </p:sp>
        <p:sp>
          <p:nvSpPr>
            <p:cNvPr id="78" name="Rectangle 77"/>
            <p:cNvSpPr/>
            <p:nvPr/>
          </p:nvSpPr>
          <p:spPr>
            <a:xfrm>
              <a:off x="341699" y="3959352"/>
              <a:ext cx="2697480" cy="329184"/>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79" name="TextBox 78"/>
            <p:cNvSpPr txBox="1"/>
            <p:nvPr/>
          </p:nvSpPr>
          <p:spPr>
            <a:xfrm>
              <a:off x="414851" y="4014216"/>
              <a:ext cx="2551176" cy="411257"/>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Manpower reconciliation + share-of-expenses</a:t>
              </a:r>
            </a:p>
          </p:txBody>
        </p:sp>
        <p:sp>
          <p:nvSpPr>
            <p:cNvPr id="80" name="Rectangle 79"/>
            <p:cNvSpPr/>
            <p:nvPr/>
          </p:nvSpPr>
          <p:spPr>
            <a:xfrm>
              <a:off x="3039179" y="3959352"/>
              <a:ext cx="1920240" cy="329184"/>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81" name="TextBox 80"/>
            <p:cNvSpPr txBox="1"/>
            <p:nvPr/>
          </p:nvSpPr>
          <p:spPr>
            <a:xfrm>
              <a:off x="3112331" y="4014216"/>
              <a:ext cx="1773936"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Draft + flag</a:t>
              </a:r>
            </a:p>
          </p:txBody>
        </p:sp>
        <p:sp>
          <p:nvSpPr>
            <p:cNvPr id="82" name="Rectangle 81"/>
            <p:cNvSpPr/>
            <p:nvPr/>
          </p:nvSpPr>
          <p:spPr>
            <a:xfrm>
              <a:off x="4959419" y="3959352"/>
              <a:ext cx="1874519" cy="329184"/>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83" name="TextBox 82"/>
            <p:cNvSpPr txBox="1"/>
            <p:nvPr/>
          </p:nvSpPr>
          <p:spPr>
            <a:xfrm>
              <a:off x="5032571" y="4014216"/>
              <a:ext cx="1728215"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Finance + Lead</a:t>
              </a:r>
            </a:p>
          </p:txBody>
        </p:sp>
        <p:sp>
          <p:nvSpPr>
            <p:cNvPr id="84" name="Rectangle 83"/>
            <p:cNvSpPr/>
            <p:nvPr/>
          </p:nvSpPr>
          <p:spPr>
            <a:xfrm>
              <a:off x="6833938" y="3959352"/>
              <a:ext cx="2194560" cy="329184"/>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white"/>
                </a:solidFill>
                <a:effectLst/>
                <a:uLnTx/>
                <a:uFillTx/>
                <a:latin typeface="Calibri"/>
                <a:ea typeface="+mn-ea"/>
                <a:cs typeface="+mn-cs"/>
              </a:endParaRPr>
            </a:p>
          </p:txBody>
        </p:sp>
        <p:sp>
          <p:nvSpPr>
            <p:cNvPr id="85" name="TextBox 84"/>
            <p:cNvSpPr txBox="1"/>
            <p:nvPr/>
          </p:nvSpPr>
          <p:spPr>
            <a:xfrm>
              <a:off x="6907090" y="4014216"/>
              <a:ext cx="2048256"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Audit + cost-recovery accuracy</a:t>
              </a:r>
            </a:p>
          </p:txBody>
        </p:sp>
      </p:grpSp>
      <p:sp>
        <p:nvSpPr>
          <p:cNvPr id="86" name="TextBox 85"/>
          <p:cNvSpPr txBox="1"/>
          <p:nvPr/>
        </p:nvSpPr>
        <p:spPr>
          <a:xfrm>
            <a:off x="8046720" y="4864608"/>
            <a:ext cx="914400" cy="195814"/>
          </a:xfrm>
          <a:prstGeom prst="rect">
            <a:avLst/>
          </a:prstGeom>
          <a:noFill/>
        </p:spPr>
        <p:txBody>
          <a:bodyPr wrap="square" lIns="36000" tIns="36000" rIns="36000" bIns="3600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dirty="0">
                <a:ln>
                  <a:noFill/>
                </a:ln>
                <a:solidFill>
                  <a:srgbClr val="999999"/>
                </a:solidFill>
                <a:effectLst/>
                <a:uLnTx/>
                <a:uFillTx/>
                <a:latin typeface="Arial"/>
                <a:ea typeface="+mn-ea"/>
                <a:cs typeface="+mn-cs"/>
              </a:rPr>
              <a:t>2</a:t>
            </a:r>
            <a:r>
              <a:rPr kumimoji="0" lang="en-US" sz="800" b="0" i="0" u="none" strike="noStrike" kern="1200" cap="none" spc="0" normalizeH="0" baseline="0" noProof="0" dirty="0">
                <a:ln>
                  <a:noFill/>
                </a:ln>
                <a:solidFill>
                  <a:srgbClr val="999999"/>
                </a:solidFill>
                <a:effectLst/>
                <a:uLnTx/>
                <a:uFillTx/>
                <a:latin typeface="Arial"/>
                <a:ea typeface="+mn-ea"/>
                <a:cs typeface="+mn-cs"/>
              </a:rPr>
              <a:t>1</a:t>
            </a:r>
            <a:r>
              <a:rPr kumimoji="0" sz="800" b="0" i="0" u="none" strike="noStrike" kern="1200" cap="none" spc="0" normalizeH="0" baseline="0" noProof="0" dirty="0">
                <a:ln>
                  <a:noFill/>
                </a:ln>
                <a:solidFill>
                  <a:srgbClr val="999999"/>
                </a:solidFill>
                <a:effectLst/>
                <a:uLnTx/>
                <a:uFillTx/>
                <a:latin typeface="Arial"/>
                <a:ea typeface="+mn-ea"/>
                <a:cs typeface="+mn-cs"/>
              </a:rPr>
              <a:t> / </a:t>
            </a:r>
            <a:r>
              <a:rPr lang="en-US" sz="800" dirty="0">
                <a:solidFill>
                  <a:srgbClr val="999999"/>
                </a:solidFill>
                <a:latin typeface="Arial"/>
              </a:rPr>
              <a:t>27</a:t>
            </a:r>
            <a:endParaRPr kumimoji="0" sz="800" b="0" i="0" u="none" strike="noStrike" kern="1200" cap="none" spc="0" normalizeH="0" baseline="0" noProof="0" dirty="0">
              <a:ln>
                <a:noFill/>
              </a:ln>
              <a:solidFill>
                <a:srgbClr val="999999"/>
              </a:solidFill>
              <a:effectLst/>
              <a:uLnTx/>
              <a:uFillTx/>
              <a:latin typeface="Arial"/>
              <a:ea typeface="+mn-ea"/>
              <a:cs typeface="+mn-cs"/>
            </a:endParaRPr>
          </a:p>
        </p:txBody>
      </p:sp>
      <p:pic>
        <p:nvPicPr>
          <p:cNvPr id="87" name="Picture 8" descr="Tata logo png, Tata icon transparent png 20975508 PNG">
            <a:extLst>
              <a:ext uri="{FF2B5EF4-FFF2-40B4-BE49-F238E27FC236}">
                <a16:creationId xmlns:a16="http://schemas.microsoft.com/office/drawing/2014/main" id="{49595D81-AD2B-3B44-B770-92293136DF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7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42210" y="296055"/>
            <a:ext cx="8229600" cy="3804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dirty="0">
                <a:ln>
                  <a:noFill/>
                </a:ln>
                <a:solidFill>
                  <a:srgbClr val="001B5B"/>
                </a:solidFill>
                <a:effectLst/>
                <a:uLnTx/>
                <a:uFillTx/>
                <a:latin typeface="Arial"/>
                <a:ea typeface="+mn-ea"/>
                <a:cs typeface="+mn-cs"/>
              </a:rPr>
              <a:t>Metrics framework </a:t>
            </a:r>
            <a:r>
              <a:rPr kumimoji="0" lang="en-US" sz="2000" b="1" i="0" u="none" strike="noStrike" kern="1200" cap="none" spc="0" normalizeH="0" baseline="0" noProof="0" dirty="0">
                <a:ln>
                  <a:noFill/>
                </a:ln>
                <a:solidFill>
                  <a:srgbClr val="001B5B"/>
                </a:solidFill>
                <a:effectLst/>
                <a:uLnTx/>
                <a:uFillTx/>
                <a:latin typeface="Arial"/>
                <a:ea typeface="+mn-ea"/>
                <a:cs typeface="+mn-cs"/>
              </a:rPr>
              <a:t>-</a:t>
            </a:r>
            <a:r>
              <a:rPr kumimoji="0" sz="2000" b="1" i="0" u="none" strike="noStrike" kern="1200" cap="none" spc="0" normalizeH="0" baseline="0" noProof="0" dirty="0">
                <a:ln>
                  <a:noFill/>
                </a:ln>
                <a:solidFill>
                  <a:srgbClr val="001B5B"/>
                </a:solidFill>
                <a:effectLst/>
                <a:uLnTx/>
                <a:uFillTx/>
                <a:latin typeface="Arial"/>
                <a:ea typeface="+mn-ea"/>
                <a:cs typeface="+mn-cs"/>
              </a:rPr>
              <a:t> efficiency · quality · impact · trust · adoption</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dirty="0">
                <a:ln>
                  <a:noFill/>
                </a:ln>
                <a:solidFill>
                  <a:srgbClr val="999999"/>
                </a:solidFill>
                <a:effectLst/>
                <a:uLnTx/>
                <a:uFillTx/>
                <a:latin typeface="Arial"/>
                <a:ea typeface="+mn-ea"/>
                <a:cs typeface="+mn-cs"/>
              </a:rPr>
              <a:t>AI-NATIVE HR · FINAL </a:t>
            </a:r>
            <a:r>
              <a:rPr lang="en-US" sz="800" dirty="0">
                <a:solidFill>
                  <a:srgbClr val="999999"/>
                </a:solidFill>
                <a:latin typeface="Arial"/>
              </a:rPr>
              <a:t>REVIEW</a:t>
            </a:r>
            <a:endParaRPr kumimoji="0" sz="800" b="0" i="0" u="none" strike="noStrike" kern="1200" cap="none" spc="0" normalizeH="0" baseline="0" noProof="0" dirty="0">
              <a:ln>
                <a:noFill/>
              </a:ln>
              <a:solidFill>
                <a:srgbClr val="999999"/>
              </a:solidFill>
              <a:effectLst/>
              <a:uLnTx/>
              <a:uFillTx/>
              <a:latin typeface="Arial"/>
              <a:ea typeface="+mn-ea"/>
              <a:cs typeface="+mn-cs"/>
            </a:endParaRPr>
          </a:p>
        </p:txBody>
      </p:sp>
      <p:grpSp>
        <p:nvGrpSpPr>
          <p:cNvPr id="34" name="Group 33">
            <a:extLst>
              <a:ext uri="{FF2B5EF4-FFF2-40B4-BE49-F238E27FC236}">
                <a16:creationId xmlns:a16="http://schemas.microsoft.com/office/drawing/2014/main" id="{4FCDF27B-92A6-ED34-0E86-8C22AD1DF107}"/>
              </a:ext>
            </a:extLst>
          </p:cNvPr>
          <p:cNvGrpSpPr/>
          <p:nvPr/>
        </p:nvGrpSpPr>
        <p:grpSpPr>
          <a:xfrm>
            <a:off x="457200" y="1005840"/>
            <a:ext cx="2697480" cy="1691640"/>
            <a:chOff x="457200" y="1005840"/>
            <a:chExt cx="2697480" cy="1691640"/>
          </a:xfrm>
        </p:grpSpPr>
        <p:sp>
          <p:nvSpPr>
            <p:cNvPr id="6" name="Rectangle 5"/>
            <p:cNvSpPr/>
            <p:nvPr/>
          </p:nvSpPr>
          <p:spPr>
            <a:xfrm>
              <a:off x="457200" y="1005840"/>
              <a:ext cx="2697480" cy="16916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457200" y="1005840"/>
              <a:ext cx="2697480" cy="45720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p:cNvSpPr txBox="1"/>
            <p:nvPr/>
          </p:nvSpPr>
          <p:spPr>
            <a:xfrm>
              <a:off x="566928" y="1042416"/>
              <a:ext cx="2514600" cy="241980"/>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FFFFFF"/>
                  </a:solidFill>
                  <a:effectLst/>
                  <a:uLnTx/>
                  <a:uFillTx/>
                  <a:latin typeface="Arial"/>
                  <a:ea typeface="+mn-ea"/>
                  <a:cs typeface="+mn-cs"/>
                </a:rPr>
                <a:t>EFFICIENCY</a:t>
              </a:r>
            </a:p>
          </p:txBody>
        </p:sp>
        <p:sp>
          <p:nvSpPr>
            <p:cNvPr id="9" name="TextBox 8"/>
            <p:cNvSpPr txBox="1"/>
            <p:nvPr/>
          </p:nvSpPr>
          <p:spPr>
            <a:xfrm>
              <a:off x="566928" y="1252728"/>
              <a:ext cx="2514600" cy="226591"/>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dirty="0">
                  <a:ln>
                    <a:noFill/>
                  </a:ln>
                  <a:solidFill>
                    <a:srgbClr val="E8901E"/>
                  </a:solidFill>
                  <a:effectLst/>
                  <a:uLnTx/>
                  <a:uFillTx/>
                  <a:latin typeface="Arial"/>
                  <a:ea typeface="+mn-ea"/>
                  <a:cs typeface="+mn-cs"/>
                </a:rPr>
                <a:t>How </a:t>
              </a:r>
              <a:r>
                <a:rPr kumimoji="0" sz="1000" b="1" i="0" u="none" strike="noStrike" kern="1200" cap="none" spc="0" normalizeH="0" baseline="0" noProof="0" dirty="0">
                  <a:ln>
                    <a:noFill/>
                  </a:ln>
                  <a:solidFill>
                    <a:srgbClr val="E8901E"/>
                  </a:solidFill>
                  <a:effectLst/>
                  <a:uLnTx/>
                  <a:uFillTx/>
                  <a:latin typeface="Arial"/>
                  <a:ea typeface="+mn-ea"/>
                  <a:cs typeface="+mn-cs"/>
                </a:rPr>
                <a:t>much</a:t>
              </a:r>
              <a:r>
                <a:rPr kumimoji="0" sz="800" b="1" i="0" u="none" strike="noStrike" kern="1200" cap="none" spc="0" normalizeH="0" baseline="0" noProof="0" dirty="0">
                  <a:ln>
                    <a:noFill/>
                  </a:ln>
                  <a:solidFill>
                    <a:srgbClr val="E8901E"/>
                  </a:solidFill>
                  <a:effectLst/>
                  <a:uLnTx/>
                  <a:uFillTx/>
                  <a:latin typeface="Arial"/>
                  <a:ea typeface="+mn-ea"/>
                  <a:cs typeface="+mn-cs"/>
                </a:rPr>
                <a:t> time we recover</a:t>
              </a:r>
            </a:p>
          </p:txBody>
        </p:sp>
        <p:sp>
          <p:nvSpPr>
            <p:cNvPr id="10" name="TextBox 9"/>
            <p:cNvSpPr txBox="1"/>
            <p:nvPr/>
          </p:nvSpPr>
          <p:spPr>
            <a:xfrm>
              <a:off x="566928" y="1554480"/>
              <a:ext cx="2514600" cy="88742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200"/>
                </a:spcAft>
                <a:buClrTx/>
                <a:buSzTx/>
                <a:buFontTx/>
                <a:buNone/>
                <a:tabLst/>
                <a:defRPr/>
              </a:pPr>
              <a:r>
                <a:rPr kumimoji="0" sz="900" b="1" i="0" u="none" strike="noStrike" kern="1200" cap="none" spc="0" normalizeH="0" baseline="0" noProof="0" dirty="0">
                  <a:ln>
                    <a:noFill/>
                  </a:ln>
                  <a:solidFill>
                    <a:srgbClr val="E8901E"/>
                  </a:solidFill>
                  <a:effectLst/>
                  <a:uLnTx/>
                  <a:uFillTx/>
                  <a:latin typeface="Arial"/>
                  <a:ea typeface="+mn-ea"/>
                  <a:cs typeface="+mn-cs"/>
                </a:rPr>
                <a:t>▸  </a:t>
              </a:r>
              <a:r>
                <a:rPr kumimoji="0" sz="900" b="0" i="0" u="none" strike="noStrike" kern="1200" cap="none" spc="0" normalizeH="0" baseline="0" noProof="0" dirty="0">
                  <a:ln>
                    <a:noFill/>
                  </a:ln>
                  <a:solidFill>
                    <a:srgbClr val="272727"/>
                  </a:solidFill>
                  <a:effectLst/>
                  <a:uLnTx/>
                  <a:uFillTx/>
                  <a:latin typeface="Arial"/>
                  <a:ea typeface="+mn-ea"/>
                  <a:cs typeface="+mn-cs"/>
                </a:rPr>
                <a:t>Time to draft custom proposal</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900" b="1" i="0" u="none" strike="noStrike" kern="1200" cap="none" spc="0" normalizeH="0" baseline="0" noProof="0" dirty="0">
                  <a:ln>
                    <a:noFill/>
                  </a:ln>
                  <a:solidFill>
                    <a:srgbClr val="E8901E"/>
                  </a:solidFill>
                  <a:effectLst/>
                  <a:uLnTx/>
                  <a:uFillTx/>
                  <a:latin typeface="Arial"/>
                  <a:ea typeface="+mn-ea"/>
                  <a:cs typeface="+mn-cs"/>
                </a:rPr>
                <a:t>▸  </a:t>
              </a:r>
              <a:r>
                <a:rPr kumimoji="0" sz="900" b="0" i="0" u="none" strike="noStrike" kern="1200" cap="none" spc="0" normalizeH="0" baseline="0" noProof="0" dirty="0">
                  <a:ln>
                    <a:noFill/>
                  </a:ln>
                  <a:solidFill>
                    <a:srgbClr val="272727"/>
                  </a:solidFill>
                  <a:effectLst/>
                  <a:uLnTx/>
                  <a:uFillTx/>
                  <a:latin typeface="Arial"/>
                  <a:ea typeface="+mn-ea"/>
                  <a:cs typeface="+mn-cs"/>
                </a:rPr>
                <a:t>Time to generate program dossier</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900" b="1" i="0" u="none" strike="noStrike" kern="1200" cap="none" spc="0" normalizeH="0" baseline="0" noProof="0" dirty="0">
                  <a:ln>
                    <a:noFill/>
                  </a:ln>
                  <a:solidFill>
                    <a:srgbClr val="E8901E"/>
                  </a:solidFill>
                  <a:effectLst/>
                  <a:uLnTx/>
                  <a:uFillTx/>
                  <a:latin typeface="Arial"/>
                  <a:ea typeface="+mn-ea"/>
                  <a:cs typeface="+mn-cs"/>
                </a:rPr>
                <a:t>▸  </a:t>
              </a:r>
              <a:r>
                <a:rPr kumimoji="0" sz="900" b="0" i="0" u="none" strike="noStrike" kern="1200" cap="none" spc="0" normalizeH="0" baseline="0" noProof="0" dirty="0">
                  <a:ln>
                    <a:noFill/>
                  </a:ln>
                  <a:solidFill>
                    <a:srgbClr val="272727"/>
                  </a:solidFill>
                  <a:effectLst/>
                  <a:uLnTx/>
                  <a:uFillTx/>
                  <a:latin typeface="Arial"/>
                  <a:ea typeface="+mn-ea"/>
                  <a:cs typeface="+mn-cs"/>
                </a:rPr>
                <a:t>Time per 300-CV screening cycle</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900" b="1" i="0" u="none" strike="noStrike" kern="1200" cap="none" spc="0" normalizeH="0" baseline="0" noProof="0" dirty="0">
                  <a:ln>
                    <a:noFill/>
                  </a:ln>
                  <a:solidFill>
                    <a:srgbClr val="E8901E"/>
                  </a:solidFill>
                  <a:effectLst/>
                  <a:uLnTx/>
                  <a:uFillTx/>
                  <a:latin typeface="Arial"/>
                  <a:ea typeface="+mn-ea"/>
                  <a:cs typeface="+mn-cs"/>
                </a:rPr>
                <a:t>▸  </a:t>
              </a:r>
              <a:r>
                <a:rPr kumimoji="0" sz="900" b="0" i="0" u="none" strike="noStrike" kern="1200" cap="none" spc="0" normalizeH="0" baseline="0" noProof="0" dirty="0" err="1">
                  <a:ln>
                    <a:noFill/>
                  </a:ln>
                  <a:solidFill>
                    <a:srgbClr val="272727"/>
                  </a:solidFill>
                  <a:effectLst/>
                  <a:uLnTx/>
                  <a:uFillTx/>
                  <a:latin typeface="Arial"/>
                  <a:ea typeface="+mn-ea"/>
                  <a:cs typeface="+mn-cs"/>
                </a:rPr>
                <a:t>Panellist</a:t>
              </a:r>
              <a:r>
                <a:rPr kumimoji="0" sz="900" b="0" i="0" u="none" strike="noStrike" kern="1200" cap="none" spc="0" normalizeH="0" baseline="0" noProof="0" dirty="0">
                  <a:ln>
                    <a:noFill/>
                  </a:ln>
                  <a:solidFill>
                    <a:srgbClr val="272727"/>
                  </a:solidFill>
                  <a:effectLst/>
                  <a:uLnTx/>
                  <a:uFillTx/>
                  <a:latin typeface="Arial"/>
                  <a:ea typeface="+mn-ea"/>
                  <a:cs typeface="+mn-cs"/>
                </a:rPr>
                <a:t> logistics days per campus</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900" b="1" i="0" u="none" strike="noStrike" kern="1200" cap="none" spc="0" normalizeH="0" baseline="0" noProof="0" dirty="0">
                  <a:ln>
                    <a:noFill/>
                  </a:ln>
                  <a:solidFill>
                    <a:srgbClr val="E8901E"/>
                  </a:solidFill>
                  <a:effectLst/>
                  <a:uLnTx/>
                  <a:uFillTx/>
                  <a:latin typeface="Arial"/>
                  <a:ea typeface="+mn-ea"/>
                  <a:cs typeface="+mn-cs"/>
                </a:rPr>
                <a:t>▸  </a:t>
              </a:r>
              <a:r>
                <a:rPr kumimoji="0" sz="900" b="0" i="0" u="none" strike="noStrike" kern="1200" cap="none" spc="0" normalizeH="0" baseline="0" noProof="0" dirty="0">
                  <a:ln>
                    <a:noFill/>
                  </a:ln>
                  <a:solidFill>
                    <a:srgbClr val="272727"/>
                  </a:solidFill>
                  <a:effectLst/>
                  <a:uLnTx/>
                  <a:uFillTx/>
                  <a:latin typeface="Arial"/>
                  <a:ea typeface="+mn-ea"/>
                  <a:cs typeface="+mn-cs"/>
                </a:rPr>
                <a:t>Stint matching cycle time</a:t>
              </a:r>
            </a:p>
          </p:txBody>
        </p:sp>
      </p:grpSp>
      <p:grpSp>
        <p:nvGrpSpPr>
          <p:cNvPr id="35" name="Group 34">
            <a:extLst>
              <a:ext uri="{FF2B5EF4-FFF2-40B4-BE49-F238E27FC236}">
                <a16:creationId xmlns:a16="http://schemas.microsoft.com/office/drawing/2014/main" id="{A7185A4E-69E9-3002-0535-69DCCDDA89C5}"/>
              </a:ext>
            </a:extLst>
          </p:cNvPr>
          <p:cNvGrpSpPr/>
          <p:nvPr/>
        </p:nvGrpSpPr>
        <p:grpSpPr>
          <a:xfrm>
            <a:off x="3246120" y="1005840"/>
            <a:ext cx="2697480" cy="1691640"/>
            <a:chOff x="3246120" y="1005840"/>
            <a:chExt cx="2697480" cy="1691640"/>
          </a:xfrm>
        </p:grpSpPr>
        <p:sp>
          <p:nvSpPr>
            <p:cNvPr id="11" name="Rectangle 10"/>
            <p:cNvSpPr/>
            <p:nvPr/>
          </p:nvSpPr>
          <p:spPr>
            <a:xfrm>
              <a:off x="3246120" y="1005840"/>
              <a:ext cx="2697480" cy="16916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3246120" y="1005840"/>
              <a:ext cx="2697480" cy="45720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b="0" i="0" u="none" strike="noStrike" kern="1200" cap="none" spc="0" normalizeH="0" baseline="0" noProof="0">
                <a:ln>
                  <a:noFill/>
                </a:ln>
                <a:solidFill>
                  <a:prstClr val="white"/>
                </a:solidFill>
                <a:effectLst/>
                <a:uLnTx/>
                <a:uFillTx/>
                <a:latin typeface="Calibri"/>
                <a:ea typeface="+mn-ea"/>
                <a:cs typeface="+mn-cs"/>
              </a:endParaRPr>
            </a:p>
          </p:txBody>
        </p:sp>
        <p:sp>
          <p:nvSpPr>
            <p:cNvPr id="13" name="TextBox 12"/>
            <p:cNvSpPr txBox="1"/>
            <p:nvPr/>
          </p:nvSpPr>
          <p:spPr>
            <a:xfrm>
              <a:off x="3355848" y="1042416"/>
              <a:ext cx="2514600" cy="241980"/>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FFFFFF"/>
                  </a:solidFill>
                  <a:effectLst/>
                  <a:uLnTx/>
                  <a:uFillTx/>
                  <a:latin typeface="Arial"/>
                  <a:ea typeface="+mn-ea"/>
                  <a:cs typeface="+mn-cs"/>
                </a:rPr>
                <a:t>PROGRAM / HIRING QUALITY</a:t>
              </a:r>
            </a:p>
          </p:txBody>
        </p:sp>
        <p:sp>
          <p:nvSpPr>
            <p:cNvPr id="14" name="TextBox 13"/>
            <p:cNvSpPr txBox="1"/>
            <p:nvPr/>
          </p:nvSpPr>
          <p:spPr>
            <a:xfrm>
              <a:off x="3355848" y="1252728"/>
              <a:ext cx="2514600" cy="226591"/>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E8901E"/>
                  </a:solidFill>
                  <a:effectLst/>
                  <a:uLnTx/>
                  <a:uFillTx/>
                  <a:latin typeface="Arial"/>
                  <a:ea typeface="+mn-ea"/>
                  <a:cs typeface="+mn-cs"/>
                </a:rPr>
                <a:t>Whether the work is better</a:t>
              </a:r>
            </a:p>
          </p:txBody>
        </p:sp>
        <p:sp>
          <p:nvSpPr>
            <p:cNvPr id="15" name="TextBox 14"/>
            <p:cNvSpPr txBox="1"/>
            <p:nvPr/>
          </p:nvSpPr>
          <p:spPr>
            <a:xfrm>
              <a:off x="3355848" y="1554480"/>
              <a:ext cx="2514600" cy="88742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200"/>
                </a:spcAft>
                <a:buClrTx/>
                <a:buSzTx/>
                <a:buFontTx/>
                <a:buNone/>
                <a:tabLst/>
                <a:defRPr/>
              </a:pPr>
              <a:r>
                <a:rPr kumimoji="0" sz="900" b="1" i="0" u="none" strike="noStrike" kern="1200" cap="none" spc="0" normalizeH="0" baseline="0" noProof="0" dirty="0">
                  <a:ln>
                    <a:noFill/>
                  </a:ln>
                  <a:solidFill>
                    <a:srgbClr val="E8901E"/>
                  </a:solidFill>
                  <a:effectLst/>
                  <a:uLnTx/>
                  <a:uFillTx/>
                  <a:latin typeface="Arial"/>
                  <a:ea typeface="+mn-ea"/>
                  <a:cs typeface="+mn-cs"/>
                </a:rPr>
                <a:t>▸  </a:t>
              </a:r>
              <a:r>
                <a:rPr kumimoji="0" sz="900" b="0" i="0" u="none" strike="noStrike" kern="1200" cap="none" spc="0" normalizeH="0" baseline="0" noProof="0" dirty="0">
                  <a:ln>
                    <a:noFill/>
                  </a:ln>
                  <a:solidFill>
                    <a:srgbClr val="272727"/>
                  </a:solidFill>
                  <a:effectLst/>
                  <a:uLnTx/>
                  <a:uFillTx/>
                  <a:latin typeface="Arial"/>
                  <a:ea typeface="+mn-ea"/>
                  <a:cs typeface="+mn-cs"/>
                </a:rPr>
                <a:t>Participant satisfaction · faculty rating</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900" b="1" i="0" u="none" strike="noStrike" kern="1200" cap="none" spc="0" normalizeH="0" baseline="0" noProof="0" dirty="0">
                  <a:ln>
                    <a:noFill/>
                  </a:ln>
                  <a:solidFill>
                    <a:srgbClr val="E8901E"/>
                  </a:solidFill>
                  <a:effectLst/>
                  <a:uLnTx/>
                  <a:uFillTx/>
                  <a:latin typeface="Arial"/>
                  <a:ea typeface="+mn-ea"/>
                  <a:cs typeface="+mn-cs"/>
                </a:rPr>
                <a:t>▸  </a:t>
              </a:r>
              <a:r>
                <a:rPr kumimoji="0" sz="900" b="0" i="0" u="none" strike="noStrike" kern="1200" cap="none" spc="0" normalizeH="0" baseline="0" noProof="0" dirty="0">
                  <a:ln>
                    <a:noFill/>
                  </a:ln>
                  <a:solidFill>
                    <a:srgbClr val="272727"/>
                  </a:solidFill>
                  <a:effectLst/>
                  <a:uLnTx/>
                  <a:uFillTx/>
                  <a:latin typeface="Arial"/>
                  <a:ea typeface="+mn-ea"/>
                  <a:cs typeface="+mn-cs"/>
                </a:rPr>
                <a:t>Cohort fit score</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900" b="1" i="0" u="none" strike="noStrike" kern="1200" cap="none" spc="0" normalizeH="0" baseline="0" noProof="0" dirty="0">
                  <a:ln>
                    <a:noFill/>
                  </a:ln>
                  <a:solidFill>
                    <a:srgbClr val="E8901E"/>
                  </a:solidFill>
                  <a:effectLst/>
                  <a:uLnTx/>
                  <a:uFillTx/>
                  <a:latin typeface="Arial"/>
                  <a:ea typeface="+mn-ea"/>
                  <a:cs typeface="+mn-cs"/>
                </a:rPr>
                <a:t>▸  </a:t>
              </a:r>
              <a:r>
                <a:rPr kumimoji="0" sz="900" b="0" i="0" u="none" strike="noStrike" kern="1200" cap="none" spc="0" normalizeH="0" baseline="0" noProof="0" dirty="0">
                  <a:ln>
                    <a:noFill/>
                  </a:ln>
                  <a:solidFill>
                    <a:srgbClr val="272727"/>
                  </a:solidFill>
                  <a:effectLst/>
                  <a:uLnTx/>
                  <a:uFillTx/>
                  <a:latin typeface="Arial"/>
                  <a:ea typeface="+mn-ea"/>
                  <a:cs typeface="+mn-cs"/>
                </a:rPr>
                <a:t>Borderline-flag accuracy (TAS)</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900" b="1" i="0" u="none" strike="noStrike" kern="1200" cap="none" spc="0" normalizeH="0" baseline="0" noProof="0" dirty="0">
                  <a:ln>
                    <a:noFill/>
                  </a:ln>
                  <a:solidFill>
                    <a:srgbClr val="E8901E"/>
                  </a:solidFill>
                  <a:effectLst/>
                  <a:uLnTx/>
                  <a:uFillTx/>
                  <a:latin typeface="Arial"/>
                  <a:ea typeface="+mn-ea"/>
                  <a:cs typeface="+mn-cs"/>
                </a:rPr>
                <a:t>▸  </a:t>
              </a:r>
              <a:r>
                <a:rPr kumimoji="0" sz="900" b="0" i="0" u="none" strike="noStrike" kern="1200" cap="none" spc="0" normalizeH="0" baseline="0" noProof="0" dirty="0">
                  <a:ln>
                    <a:noFill/>
                  </a:ln>
                  <a:solidFill>
                    <a:srgbClr val="272727"/>
                  </a:solidFill>
                  <a:effectLst/>
                  <a:uLnTx/>
                  <a:uFillTx/>
                  <a:latin typeface="Arial"/>
                  <a:ea typeface="+mn-ea"/>
                  <a:cs typeface="+mn-cs"/>
                </a:rPr>
                <a:t>Override rate per channel</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900" b="1" i="0" u="none" strike="noStrike" kern="1200" cap="none" spc="0" normalizeH="0" baseline="0" noProof="0" dirty="0">
                  <a:ln>
                    <a:noFill/>
                  </a:ln>
                  <a:solidFill>
                    <a:srgbClr val="E8901E"/>
                  </a:solidFill>
                  <a:effectLst/>
                  <a:uLnTx/>
                  <a:uFillTx/>
                  <a:latin typeface="Arial"/>
                  <a:ea typeface="+mn-ea"/>
                  <a:cs typeface="+mn-cs"/>
                </a:rPr>
                <a:t>▸  </a:t>
              </a:r>
              <a:r>
                <a:rPr kumimoji="0" sz="900" b="0" i="0" u="none" strike="noStrike" kern="1200" cap="none" spc="0" normalizeH="0" baseline="0" noProof="0" dirty="0">
                  <a:ln>
                    <a:noFill/>
                  </a:ln>
                  <a:solidFill>
                    <a:srgbClr val="272727"/>
                  </a:solidFill>
                  <a:effectLst/>
                  <a:uLnTx/>
                  <a:uFillTx/>
                  <a:latin typeface="Arial"/>
                  <a:ea typeface="+mn-ea"/>
                  <a:cs typeface="+mn-cs"/>
                </a:rPr>
                <a:t>ETR miss rate (TAS Y1)</a:t>
              </a:r>
            </a:p>
          </p:txBody>
        </p:sp>
      </p:grpSp>
      <p:grpSp>
        <p:nvGrpSpPr>
          <p:cNvPr id="36" name="Group 35">
            <a:extLst>
              <a:ext uri="{FF2B5EF4-FFF2-40B4-BE49-F238E27FC236}">
                <a16:creationId xmlns:a16="http://schemas.microsoft.com/office/drawing/2014/main" id="{6C0287CA-7F72-2F31-9C51-DD834304B5CA}"/>
              </a:ext>
            </a:extLst>
          </p:cNvPr>
          <p:cNvGrpSpPr/>
          <p:nvPr/>
        </p:nvGrpSpPr>
        <p:grpSpPr>
          <a:xfrm>
            <a:off x="6035040" y="1005840"/>
            <a:ext cx="2697480" cy="1691640"/>
            <a:chOff x="6035040" y="1005840"/>
            <a:chExt cx="2697480" cy="1691640"/>
          </a:xfrm>
        </p:grpSpPr>
        <p:sp>
          <p:nvSpPr>
            <p:cNvPr id="16" name="Rectangle 15"/>
            <p:cNvSpPr/>
            <p:nvPr/>
          </p:nvSpPr>
          <p:spPr>
            <a:xfrm>
              <a:off x="6035040" y="1005840"/>
              <a:ext cx="2697480" cy="16916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p:nvSpPr>
          <p:spPr>
            <a:xfrm>
              <a:off x="6035040" y="1005840"/>
              <a:ext cx="2697480" cy="45720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b="0" i="0" u="none" strike="noStrike" kern="1200" cap="none" spc="0" normalizeH="0" baseline="0" noProof="0">
                <a:ln>
                  <a:noFill/>
                </a:ln>
                <a:solidFill>
                  <a:prstClr val="white"/>
                </a:solidFill>
                <a:effectLst/>
                <a:uLnTx/>
                <a:uFillTx/>
                <a:latin typeface="Calibri"/>
                <a:ea typeface="+mn-ea"/>
                <a:cs typeface="+mn-cs"/>
              </a:endParaRPr>
            </a:p>
          </p:txBody>
        </p:sp>
        <p:sp>
          <p:nvSpPr>
            <p:cNvPr id="18" name="TextBox 17"/>
            <p:cNvSpPr txBox="1"/>
            <p:nvPr/>
          </p:nvSpPr>
          <p:spPr>
            <a:xfrm>
              <a:off x="6144768" y="1042416"/>
              <a:ext cx="2514600" cy="241980"/>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FFFFFF"/>
                  </a:solidFill>
                  <a:effectLst/>
                  <a:uLnTx/>
                  <a:uFillTx/>
                  <a:latin typeface="Arial"/>
                  <a:ea typeface="+mn-ea"/>
                  <a:cs typeface="+mn-cs"/>
                </a:rPr>
                <a:t>BUSINESS IMPACT</a:t>
              </a:r>
            </a:p>
          </p:txBody>
        </p:sp>
        <p:sp>
          <p:nvSpPr>
            <p:cNvPr id="19" name="TextBox 18"/>
            <p:cNvSpPr txBox="1"/>
            <p:nvPr/>
          </p:nvSpPr>
          <p:spPr>
            <a:xfrm>
              <a:off x="6053328" y="1252729"/>
              <a:ext cx="2679192" cy="226591"/>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E8901E"/>
                  </a:solidFill>
                  <a:effectLst/>
                  <a:uLnTx/>
                  <a:uFillTx/>
                  <a:latin typeface="Arial"/>
                  <a:ea typeface="+mn-ea"/>
                  <a:cs typeface="+mn-cs"/>
                </a:rPr>
                <a:t>Whether sponsors / companies see value</a:t>
              </a:r>
            </a:p>
          </p:txBody>
        </p:sp>
        <p:sp>
          <p:nvSpPr>
            <p:cNvPr id="20" name="TextBox 19"/>
            <p:cNvSpPr txBox="1"/>
            <p:nvPr/>
          </p:nvSpPr>
          <p:spPr>
            <a:xfrm>
              <a:off x="6144768" y="1554480"/>
              <a:ext cx="2514600" cy="88742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200"/>
                </a:spcAft>
                <a:buClrTx/>
                <a:buSzTx/>
                <a:buFontTx/>
                <a:buNone/>
                <a:tabLst/>
                <a:defRPr/>
              </a:pPr>
              <a:r>
                <a:rPr kumimoji="0" sz="900" b="1" i="0" u="none" strike="noStrike" kern="1200" cap="none" spc="0" normalizeH="0" baseline="0" noProof="0" dirty="0">
                  <a:ln>
                    <a:noFill/>
                  </a:ln>
                  <a:solidFill>
                    <a:srgbClr val="E8901E"/>
                  </a:solidFill>
                  <a:effectLst/>
                  <a:uLnTx/>
                  <a:uFillTx/>
                  <a:latin typeface="Arial"/>
                  <a:ea typeface="+mn-ea"/>
                  <a:cs typeface="+mn-cs"/>
                </a:rPr>
                <a:t>▸  </a:t>
              </a:r>
              <a:r>
                <a:rPr kumimoji="0" sz="900" b="0" i="0" u="none" strike="noStrike" kern="1200" cap="none" spc="0" normalizeH="0" baseline="0" noProof="0" dirty="0">
                  <a:ln>
                    <a:noFill/>
                  </a:ln>
                  <a:solidFill>
                    <a:srgbClr val="272727"/>
                  </a:solidFill>
                  <a:effectLst/>
                  <a:uLnTx/>
                  <a:uFillTx/>
                  <a:latin typeface="Arial"/>
                  <a:ea typeface="+mn-ea"/>
                  <a:cs typeface="+mn-cs"/>
                </a:rPr>
                <a:t>Sponsor satisfaction · renewal rate</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900" b="1" i="0" u="none" strike="noStrike" kern="1200" cap="none" spc="0" normalizeH="0" baseline="0" noProof="0" dirty="0">
                  <a:ln>
                    <a:noFill/>
                  </a:ln>
                  <a:solidFill>
                    <a:srgbClr val="E8901E"/>
                  </a:solidFill>
                  <a:effectLst/>
                  <a:uLnTx/>
                  <a:uFillTx/>
                  <a:latin typeface="Arial"/>
                  <a:ea typeface="+mn-ea"/>
                  <a:cs typeface="+mn-cs"/>
                </a:rPr>
                <a:t>▸  </a:t>
              </a:r>
              <a:r>
                <a:rPr kumimoji="0" sz="900" b="0" i="0" u="none" strike="noStrike" kern="1200" cap="none" spc="0" normalizeH="0" baseline="0" noProof="0" dirty="0">
                  <a:ln>
                    <a:noFill/>
                  </a:ln>
                  <a:solidFill>
                    <a:srgbClr val="272727"/>
                  </a:solidFill>
                  <a:effectLst/>
                  <a:uLnTx/>
                  <a:uFillTx/>
                  <a:latin typeface="Arial"/>
                  <a:ea typeface="+mn-ea"/>
                  <a:cs typeface="+mn-cs"/>
                </a:rPr>
                <a:t>Custom program conversion</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900" b="1" i="0" u="none" strike="noStrike" kern="1200" cap="none" spc="0" normalizeH="0" baseline="0" noProof="0" dirty="0">
                  <a:ln>
                    <a:noFill/>
                  </a:ln>
                  <a:solidFill>
                    <a:srgbClr val="E8901E"/>
                  </a:solidFill>
                  <a:effectLst/>
                  <a:uLnTx/>
                  <a:uFillTx/>
                  <a:latin typeface="Arial"/>
                  <a:ea typeface="+mn-ea"/>
                  <a:cs typeface="+mn-cs"/>
                </a:rPr>
                <a:t>▸  </a:t>
              </a:r>
              <a:r>
                <a:rPr kumimoji="0" sz="900" b="0" i="0" u="none" strike="noStrike" kern="1200" cap="none" spc="0" normalizeH="0" baseline="0" noProof="0" dirty="0">
                  <a:ln>
                    <a:noFill/>
                  </a:ln>
                  <a:solidFill>
                    <a:srgbClr val="272727"/>
                  </a:solidFill>
                  <a:effectLst/>
                  <a:uLnTx/>
                  <a:uFillTx/>
                  <a:latin typeface="Arial"/>
                  <a:ea typeface="+mn-ea"/>
                  <a:cs typeface="+mn-cs"/>
                </a:rPr>
                <a:t>Open program seat fill rate</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900" b="1" i="0" u="none" strike="noStrike" kern="1200" cap="none" spc="0" normalizeH="0" baseline="0" noProof="0" dirty="0">
                  <a:ln>
                    <a:noFill/>
                  </a:ln>
                  <a:solidFill>
                    <a:srgbClr val="E8901E"/>
                  </a:solidFill>
                  <a:effectLst/>
                  <a:uLnTx/>
                  <a:uFillTx/>
                  <a:latin typeface="Arial"/>
                  <a:ea typeface="+mn-ea"/>
                  <a:cs typeface="+mn-cs"/>
                </a:rPr>
                <a:t>▸  </a:t>
              </a:r>
              <a:r>
                <a:rPr kumimoji="0" sz="900" b="0" i="0" u="none" strike="noStrike" kern="1200" cap="none" spc="0" normalizeH="0" baseline="0" noProof="0" dirty="0">
                  <a:ln>
                    <a:noFill/>
                  </a:ln>
                  <a:solidFill>
                    <a:srgbClr val="272727"/>
                  </a:solidFill>
                  <a:effectLst/>
                  <a:uLnTx/>
                  <a:uFillTx/>
                  <a:latin typeface="Arial"/>
                  <a:ea typeface="+mn-ea"/>
                  <a:cs typeface="+mn-cs"/>
                </a:rPr>
                <a:t>Channel conversion rate (TAS)</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900" b="1" i="0" u="none" strike="noStrike" kern="1200" cap="none" spc="0" normalizeH="0" baseline="0" noProof="0" dirty="0">
                  <a:ln>
                    <a:noFill/>
                  </a:ln>
                  <a:solidFill>
                    <a:srgbClr val="E8901E"/>
                  </a:solidFill>
                  <a:effectLst/>
                  <a:uLnTx/>
                  <a:uFillTx/>
                  <a:latin typeface="Arial"/>
                  <a:ea typeface="+mn-ea"/>
                  <a:cs typeface="+mn-cs"/>
                </a:rPr>
                <a:t>▸  </a:t>
              </a:r>
              <a:r>
                <a:rPr kumimoji="0" sz="900" b="0" i="0" u="none" strike="noStrike" kern="1200" cap="none" spc="0" normalizeH="0" baseline="0" noProof="0" dirty="0">
                  <a:ln>
                    <a:noFill/>
                  </a:ln>
                  <a:solidFill>
                    <a:srgbClr val="272727"/>
                  </a:solidFill>
                  <a:effectLst/>
                  <a:uLnTx/>
                  <a:uFillTx/>
                  <a:latin typeface="Arial"/>
                  <a:ea typeface="+mn-ea"/>
                  <a:cs typeface="+mn-cs"/>
                </a:rPr>
                <a:t>Cost-recovery accuracy (TAS)</a:t>
              </a:r>
            </a:p>
          </p:txBody>
        </p:sp>
      </p:grpSp>
      <p:grpSp>
        <p:nvGrpSpPr>
          <p:cNvPr id="37" name="Group 36">
            <a:extLst>
              <a:ext uri="{FF2B5EF4-FFF2-40B4-BE49-F238E27FC236}">
                <a16:creationId xmlns:a16="http://schemas.microsoft.com/office/drawing/2014/main" id="{9B91BFCD-20A1-F1C5-ECD1-08CF6FF68D3C}"/>
              </a:ext>
            </a:extLst>
          </p:cNvPr>
          <p:cNvGrpSpPr/>
          <p:nvPr/>
        </p:nvGrpSpPr>
        <p:grpSpPr>
          <a:xfrm>
            <a:off x="457200" y="2788920"/>
            <a:ext cx="2697480" cy="1691640"/>
            <a:chOff x="457200" y="2788920"/>
            <a:chExt cx="2697480" cy="1691640"/>
          </a:xfrm>
        </p:grpSpPr>
        <p:sp>
          <p:nvSpPr>
            <p:cNvPr id="21" name="Rectangle 20"/>
            <p:cNvSpPr/>
            <p:nvPr/>
          </p:nvSpPr>
          <p:spPr>
            <a:xfrm>
              <a:off x="457200" y="2788920"/>
              <a:ext cx="2697480" cy="16916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b="0" i="0" u="none" strike="noStrike" kern="1200" cap="none" spc="0" normalizeH="0" baseline="0" noProof="0">
                <a:ln>
                  <a:noFill/>
                </a:ln>
                <a:solidFill>
                  <a:prstClr val="white"/>
                </a:solidFill>
                <a:effectLst/>
                <a:uLnTx/>
                <a:uFillTx/>
                <a:latin typeface="Calibri"/>
                <a:ea typeface="+mn-ea"/>
                <a:cs typeface="+mn-cs"/>
              </a:endParaRPr>
            </a:p>
          </p:txBody>
        </p:sp>
        <p:sp>
          <p:nvSpPr>
            <p:cNvPr id="22" name="Rectangle 21"/>
            <p:cNvSpPr/>
            <p:nvPr/>
          </p:nvSpPr>
          <p:spPr>
            <a:xfrm>
              <a:off x="457200" y="2788920"/>
              <a:ext cx="2697480" cy="45720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b="0" i="0" u="none" strike="noStrike" kern="1200" cap="none" spc="0" normalizeH="0" baseline="0" noProof="0">
                <a:ln>
                  <a:noFill/>
                </a:ln>
                <a:solidFill>
                  <a:prstClr val="white"/>
                </a:solidFill>
                <a:effectLst/>
                <a:uLnTx/>
                <a:uFillTx/>
                <a:latin typeface="Calibri"/>
                <a:ea typeface="+mn-ea"/>
                <a:cs typeface="+mn-cs"/>
              </a:endParaRPr>
            </a:p>
          </p:txBody>
        </p:sp>
        <p:sp>
          <p:nvSpPr>
            <p:cNvPr id="23" name="TextBox 22"/>
            <p:cNvSpPr txBox="1"/>
            <p:nvPr/>
          </p:nvSpPr>
          <p:spPr>
            <a:xfrm>
              <a:off x="566928" y="2825496"/>
              <a:ext cx="2514600" cy="241980"/>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FFFFFF"/>
                  </a:solidFill>
                  <a:effectLst/>
                  <a:uLnTx/>
                  <a:uFillTx/>
                  <a:latin typeface="Arial"/>
                  <a:ea typeface="+mn-ea"/>
                  <a:cs typeface="+mn-cs"/>
                </a:rPr>
                <a:t>LEARNER / ALUMNI / CANDIDATE</a:t>
              </a:r>
            </a:p>
          </p:txBody>
        </p:sp>
        <p:sp>
          <p:nvSpPr>
            <p:cNvPr id="24" name="TextBox 23"/>
            <p:cNvSpPr txBox="1"/>
            <p:nvPr/>
          </p:nvSpPr>
          <p:spPr>
            <a:xfrm>
              <a:off x="566928" y="3035808"/>
              <a:ext cx="2514600" cy="226591"/>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E8901E"/>
                  </a:solidFill>
                  <a:effectLst/>
                  <a:uLnTx/>
                  <a:uFillTx/>
                  <a:latin typeface="Arial"/>
                  <a:ea typeface="+mn-ea"/>
                  <a:cs typeface="+mn-cs"/>
                </a:rPr>
                <a:t>Whether the experience compounds</a:t>
              </a:r>
            </a:p>
          </p:txBody>
        </p:sp>
        <p:sp>
          <p:nvSpPr>
            <p:cNvPr id="25" name="TextBox 24"/>
            <p:cNvSpPr txBox="1"/>
            <p:nvPr/>
          </p:nvSpPr>
          <p:spPr>
            <a:xfrm>
              <a:off x="566928" y="3337560"/>
              <a:ext cx="2514600" cy="88742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200"/>
                </a:spcAft>
                <a:buClrTx/>
                <a:buSzTx/>
                <a:buFontTx/>
                <a:buNone/>
                <a:tabLst/>
                <a:defRPr/>
              </a:pPr>
              <a:r>
                <a:rPr kumimoji="0" sz="900" b="1" i="0" u="none" strike="noStrike" kern="1200" cap="none" spc="0" normalizeH="0" baseline="0" noProof="0" dirty="0">
                  <a:ln>
                    <a:noFill/>
                  </a:ln>
                  <a:solidFill>
                    <a:srgbClr val="E8901E"/>
                  </a:solidFill>
                  <a:effectLst/>
                  <a:uLnTx/>
                  <a:uFillTx/>
                  <a:latin typeface="Arial"/>
                  <a:ea typeface="+mn-ea"/>
                  <a:cs typeface="+mn-cs"/>
                </a:rPr>
                <a:t>▸  </a:t>
              </a:r>
              <a:r>
                <a:rPr kumimoji="0" sz="900" b="0" i="0" u="none" strike="noStrike" kern="1200" cap="none" spc="0" normalizeH="0" baseline="0" noProof="0" dirty="0">
                  <a:ln>
                    <a:noFill/>
                  </a:ln>
                  <a:solidFill>
                    <a:srgbClr val="272727"/>
                  </a:solidFill>
                  <a:effectLst/>
                  <a:uLnTx/>
                  <a:uFillTx/>
                  <a:latin typeface="Arial"/>
                  <a:ea typeface="+mn-ea"/>
                  <a:cs typeface="+mn-cs"/>
                </a:rPr>
                <a:t>Post-program engagement</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900" b="1" i="0" u="none" strike="noStrike" kern="1200" cap="none" spc="0" normalizeH="0" baseline="0" noProof="0" dirty="0">
                  <a:ln>
                    <a:noFill/>
                  </a:ln>
                  <a:solidFill>
                    <a:srgbClr val="E8901E"/>
                  </a:solidFill>
                  <a:effectLst/>
                  <a:uLnTx/>
                  <a:uFillTx/>
                  <a:latin typeface="Arial"/>
                  <a:ea typeface="+mn-ea"/>
                  <a:cs typeface="+mn-cs"/>
                </a:rPr>
                <a:t>▸  </a:t>
              </a:r>
              <a:r>
                <a:rPr kumimoji="0" sz="900" b="0" i="0" u="none" strike="noStrike" kern="1200" cap="none" spc="0" normalizeH="0" baseline="0" noProof="0" dirty="0">
                  <a:ln>
                    <a:noFill/>
                  </a:ln>
                  <a:solidFill>
                    <a:srgbClr val="272727"/>
                  </a:solidFill>
                  <a:effectLst/>
                  <a:uLnTx/>
                  <a:uFillTx/>
                  <a:latin typeface="Arial"/>
                  <a:ea typeface="+mn-ea"/>
                  <a:cs typeface="+mn-cs"/>
                </a:rPr>
                <a:t>Alumni profile freshness</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900" b="1" i="0" u="none" strike="noStrike" kern="1200" cap="none" spc="0" normalizeH="0" baseline="0" noProof="0" dirty="0">
                  <a:ln>
                    <a:noFill/>
                  </a:ln>
                  <a:solidFill>
                    <a:srgbClr val="E8901E"/>
                  </a:solidFill>
                  <a:effectLst/>
                  <a:uLnTx/>
                  <a:uFillTx/>
                  <a:latin typeface="Arial"/>
                  <a:ea typeface="+mn-ea"/>
                  <a:cs typeface="+mn-cs"/>
                </a:rPr>
                <a:t>▸  </a:t>
              </a:r>
              <a:r>
                <a:rPr kumimoji="0" sz="900" b="0" i="0" u="none" strike="noStrike" kern="1200" cap="none" spc="0" normalizeH="0" baseline="0" noProof="0" dirty="0">
                  <a:ln>
                    <a:noFill/>
                  </a:ln>
                  <a:solidFill>
                    <a:srgbClr val="272727"/>
                  </a:solidFill>
                  <a:effectLst/>
                  <a:uLnTx/>
                  <a:uFillTx/>
                  <a:latin typeface="Arial"/>
                  <a:ea typeface="+mn-ea"/>
                  <a:cs typeface="+mn-cs"/>
                </a:rPr>
                <a:t>Next-level program progression</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900" b="1" i="0" u="none" strike="noStrike" kern="1200" cap="none" spc="0" normalizeH="0" baseline="0" noProof="0" dirty="0">
                  <a:ln>
                    <a:noFill/>
                  </a:ln>
                  <a:solidFill>
                    <a:srgbClr val="E8901E"/>
                  </a:solidFill>
                  <a:effectLst/>
                  <a:uLnTx/>
                  <a:uFillTx/>
                  <a:latin typeface="Arial"/>
                  <a:ea typeface="+mn-ea"/>
                  <a:cs typeface="+mn-cs"/>
                </a:rPr>
                <a:t>▸  </a:t>
              </a:r>
              <a:r>
                <a:rPr kumimoji="0" sz="900" b="0" i="0" u="none" strike="noStrike" kern="1200" cap="none" spc="0" normalizeH="0" baseline="0" noProof="0" dirty="0">
                  <a:ln>
                    <a:noFill/>
                  </a:ln>
                  <a:solidFill>
                    <a:srgbClr val="272727"/>
                  </a:solidFill>
                  <a:effectLst/>
                  <a:uLnTx/>
                  <a:uFillTx/>
                  <a:latin typeface="Arial"/>
                  <a:ea typeface="+mn-ea"/>
                  <a:cs typeface="+mn-cs"/>
                </a:rPr>
                <a:t>Retention through Y2 (TAS)</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900" b="1" i="0" u="none" strike="noStrike" kern="1200" cap="none" spc="0" normalizeH="0" baseline="0" noProof="0" dirty="0">
                  <a:ln>
                    <a:noFill/>
                  </a:ln>
                  <a:solidFill>
                    <a:srgbClr val="E8901E"/>
                  </a:solidFill>
                  <a:effectLst/>
                  <a:uLnTx/>
                  <a:uFillTx/>
                  <a:latin typeface="Arial"/>
                  <a:ea typeface="+mn-ea"/>
                  <a:cs typeface="+mn-cs"/>
                </a:rPr>
                <a:t>▸  </a:t>
              </a:r>
              <a:r>
                <a:rPr kumimoji="0" sz="900" b="0" i="0" u="none" strike="noStrike" kern="1200" cap="none" spc="0" normalizeH="0" baseline="0" noProof="0" dirty="0">
                  <a:ln>
                    <a:noFill/>
                  </a:ln>
                  <a:solidFill>
                    <a:srgbClr val="272727"/>
                  </a:solidFill>
                  <a:effectLst/>
                  <a:uLnTx/>
                  <a:uFillTx/>
                  <a:latin typeface="Arial"/>
                  <a:ea typeface="+mn-ea"/>
                  <a:cs typeface="+mn-cs"/>
                </a:rPr>
                <a:t>Alumni 5-year career progression</a:t>
              </a:r>
            </a:p>
          </p:txBody>
        </p:sp>
      </p:grpSp>
      <p:grpSp>
        <p:nvGrpSpPr>
          <p:cNvPr id="33" name="Group 32">
            <a:extLst>
              <a:ext uri="{FF2B5EF4-FFF2-40B4-BE49-F238E27FC236}">
                <a16:creationId xmlns:a16="http://schemas.microsoft.com/office/drawing/2014/main" id="{C91594D9-F915-CE4D-AF39-720AD1110117}"/>
              </a:ext>
            </a:extLst>
          </p:cNvPr>
          <p:cNvGrpSpPr/>
          <p:nvPr/>
        </p:nvGrpSpPr>
        <p:grpSpPr>
          <a:xfrm>
            <a:off x="6035040" y="2784348"/>
            <a:ext cx="2697480" cy="1691640"/>
            <a:chOff x="3246120" y="2788920"/>
            <a:chExt cx="2697480" cy="1691640"/>
          </a:xfrm>
        </p:grpSpPr>
        <p:sp>
          <p:nvSpPr>
            <p:cNvPr id="26" name="Rectangle 25"/>
            <p:cNvSpPr/>
            <p:nvPr/>
          </p:nvSpPr>
          <p:spPr>
            <a:xfrm>
              <a:off x="3246120" y="2788920"/>
              <a:ext cx="2697480" cy="169164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b="0" i="0" u="none" strike="noStrike" kern="1200" cap="none" spc="0" normalizeH="0" baseline="0" noProof="0">
                <a:ln>
                  <a:noFill/>
                </a:ln>
                <a:solidFill>
                  <a:prstClr val="white"/>
                </a:solidFill>
                <a:effectLst/>
                <a:uLnTx/>
                <a:uFillTx/>
                <a:latin typeface="Calibri"/>
                <a:ea typeface="+mn-ea"/>
                <a:cs typeface="+mn-cs"/>
              </a:endParaRPr>
            </a:p>
          </p:txBody>
        </p:sp>
        <p:sp>
          <p:nvSpPr>
            <p:cNvPr id="27" name="Rectangle 26"/>
            <p:cNvSpPr/>
            <p:nvPr/>
          </p:nvSpPr>
          <p:spPr>
            <a:xfrm>
              <a:off x="3246120" y="2788920"/>
              <a:ext cx="2697480" cy="45720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b="0" i="0" u="none" strike="noStrike" kern="1200" cap="none" spc="0" normalizeH="0" baseline="0" noProof="0">
                <a:ln>
                  <a:noFill/>
                </a:ln>
                <a:solidFill>
                  <a:prstClr val="white"/>
                </a:solidFill>
                <a:effectLst/>
                <a:uLnTx/>
                <a:uFillTx/>
                <a:latin typeface="Calibri"/>
                <a:ea typeface="+mn-ea"/>
                <a:cs typeface="+mn-cs"/>
              </a:endParaRPr>
            </a:p>
          </p:txBody>
        </p:sp>
        <p:sp>
          <p:nvSpPr>
            <p:cNvPr id="28" name="TextBox 27"/>
            <p:cNvSpPr txBox="1"/>
            <p:nvPr/>
          </p:nvSpPr>
          <p:spPr>
            <a:xfrm>
              <a:off x="3355848" y="2825496"/>
              <a:ext cx="2514600" cy="241980"/>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FFFFFF"/>
                  </a:solidFill>
                  <a:effectLst/>
                  <a:uLnTx/>
                  <a:uFillTx/>
                  <a:latin typeface="Arial"/>
                  <a:ea typeface="+mn-ea"/>
                  <a:cs typeface="+mn-cs"/>
                </a:rPr>
                <a:t>AI ADOPTION + TRUST + SAFETY</a:t>
              </a:r>
            </a:p>
          </p:txBody>
        </p:sp>
        <p:sp>
          <p:nvSpPr>
            <p:cNvPr id="29" name="TextBox 28"/>
            <p:cNvSpPr txBox="1"/>
            <p:nvPr/>
          </p:nvSpPr>
          <p:spPr>
            <a:xfrm>
              <a:off x="3264407" y="3013323"/>
              <a:ext cx="2679191" cy="226591"/>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E8901E"/>
                  </a:solidFill>
                  <a:effectLst/>
                  <a:uLnTx/>
                  <a:uFillTx/>
                  <a:latin typeface="Arial"/>
                  <a:ea typeface="+mn-ea"/>
                  <a:cs typeface="+mn-cs"/>
                </a:rPr>
                <a:t>Whether the operating model is </a:t>
              </a:r>
              <a:r>
                <a:rPr lang="en-US" sz="1000" b="1" dirty="0">
                  <a:solidFill>
                    <a:srgbClr val="E8901E"/>
                  </a:solidFill>
                  <a:latin typeface="Arial"/>
                </a:rPr>
                <a:t>adopted</a:t>
              </a:r>
              <a:endParaRPr kumimoji="0" sz="1000" b="1" i="0" u="none" strike="noStrike" kern="1200" cap="none" spc="0" normalizeH="0" baseline="0" noProof="0" dirty="0">
                <a:ln>
                  <a:noFill/>
                </a:ln>
                <a:solidFill>
                  <a:srgbClr val="E8901E"/>
                </a:solidFill>
                <a:effectLst/>
                <a:uLnTx/>
                <a:uFillTx/>
                <a:latin typeface="Arial"/>
                <a:ea typeface="+mn-ea"/>
                <a:cs typeface="+mn-cs"/>
              </a:endParaRPr>
            </a:p>
          </p:txBody>
        </p:sp>
        <p:sp>
          <p:nvSpPr>
            <p:cNvPr id="30" name="TextBox 29"/>
            <p:cNvSpPr txBox="1"/>
            <p:nvPr/>
          </p:nvSpPr>
          <p:spPr>
            <a:xfrm>
              <a:off x="3355848" y="3337560"/>
              <a:ext cx="2514600" cy="88742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200"/>
                </a:spcAft>
                <a:buClrTx/>
                <a:buSzTx/>
                <a:buFontTx/>
                <a:buNone/>
                <a:tabLst/>
                <a:defRPr/>
              </a:pPr>
              <a:r>
                <a:rPr kumimoji="0" sz="900" b="1" i="0" u="none" strike="noStrike" kern="1200" cap="none" spc="0" normalizeH="0" baseline="0" noProof="0" dirty="0">
                  <a:ln>
                    <a:noFill/>
                  </a:ln>
                  <a:solidFill>
                    <a:srgbClr val="E8901E"/>
                  </a:solidFill>
                  <a:effectLst/>
                  <a:uLnTx/>
                  <a:uFillTx/>
                  <a:latin typeface="Arial"/>
                  <a:ea typeface="+mn-ea"/>
                  <a:cs typeface="+mn-cs"/>
                </a:rPr>
                <a:t>▸  </a:t>
              </a:r>
              <a:r>
                <a:rPr kumimoji="0" sz="900" b="0" i="0" u="none" strike="noStrike" kern="1200" cap="none" spc="0" normalizeH="0" baseline="0" noProof="0" dirty="0">
                  <a:ln>
                    <a:noFill/>
                  </a:ln>
                  <a:solidFill>
                    <a:srgbClr val="272727"/>
                  </a:solidFill>
                  <a:effectLst/>
                  <a:uLnTx/>
                  <a:uFillTx/>
                  <a:latin typeface="Arial"/>
                  <a:ea typeface="+mn-ea"/>
                  <a:cs typeface="+mn-cs"/>
                </a:rPr>
                <a:t>AI recommendation acceptance rate</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900" b="1" i="0" u="none" strike="noStrike" kern="1200" cap="none" spc="0" normalizeH="0" baseline="0" noProof="0" dirty="0">
                  <a:ln>
                    <a:noFill/>
                  </a:ln>
                  <a:solidFill>
                    <a:srgbClr val="E8901E"/>
                  </a:solidFill>
                  <a:effectLst/>
                  <a:uLnTx/>
                  <a:uFillTx/>
                  <a:latin typeface="Arial"/>
                  <a:ea typeface="+mn-ea"/>
                  <a:cs typeface="+mn-cs"/>
                </a:rPr>
                <a:t>▸  </a:t>
              </a:r>
              <a:r>
                <a:rPr kumimoji="0" sz="900" b="0" i="0" u="none" strike="noStrike" kern="1200" cap="none" spc="0" normalizeH="0" baseline="0" noProof="0" dirty="0">
                  <a:ln>
                    <a:noFill/>
                  </a:ln>
                  <a:solidFill>
                    <a:srgbClr val="272727"/>
                  </a:solidFill>
                  <a:effectLst/>
                  <a:uLnTx/>
                  <a:uFillTx/>
                  <a:latin typeface="Arial"/>
                  <a:ea typeface="+mn-ea"/>
                  <a:cs typeface="+mn-cs"/>
                </a:rPr>
                <a:t>Human override rate</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900" b="1" i="0" u="none" strike="noStrike" kern="1200" cap="none" spc="0" normalizeH="0" baseline="0" noProof="0" dirty="0">
                  <a:ln>
                    <a:noFill/>
                  </a:ln>
                  <a:solidFill>
                    <a:srgbClr val="E8901E"/>
                  </a:solidFill>
                  <a:effectLst/>
                  <a:uLnTx/>
                  <a:uFillTx/>
                  <a:latin typeface="Arial"/>
                  <a:ea typeface="+mn-ea"/>
                  <a:cs typeface="+mn-cs"/>
                </a:rPr>
                <a:t>▸  </a:t>
              </a:r>
              <a:r>
                <a:rPr kumimoji="0" sz="900" b="0" i="0" u="none" strike="noStrike" kern="1200" cap="none" spc="0" normalizeH="0" baseline="0" noProof="0" dirty="0">
                  <a:ln>
                    <a:noFill/>
                  </a:ln>
                  <a:solidFill>
                    <a:srgbClr val="272727"/>
                  </a:solidFill>
                  <a:effectLst/>
                  <a:uLnTx/>
                  <a:uFillTx/>
                  <a:latin typeface="Arial"/>
                  <a:ea typeface="+mn-ea"/>
                  <a:cs typeface="+mn-cs"/>
                </a:rPr>
                <a:t>Source citation coverage</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900" b="1" i="0" u="none" strike="noStrike" kern="1200" cap="none" spc="0" normalizeH="0" baseline="0" noProof="0" dirty="0">
                  <a:ln>
                    <a:noFill/>
                  </a:ln>
                  <a:solidFill>
                    <a:srgbClr val="E8901E"/>
                  </a:solidFill>
                  <a:effectLst/>
                  <a:uLnTx/>
                  <a:uFillTx/>
                  <a:latin typeface="Arial"/>
                  <a:ea typeface="+mn-ea"/>
                  <a:cs typeface="+mn-cs"/>
                </a:rPr>
                <a:t>▸  </a:t>
              </a:r>
              <a:r>
                <a:rPr kumimoji="0" sz="900" b="0" i="0" u="none" strike="noStrike" kern="1200" cap="none" spc="0" normalizeH="0" baseline="0" noProof="0" dirty="0">
                  <a:ln>
                    <a:noFill/>
                  </a:ln>
                  <a:solidFill>
                    <a:srgbClr val="272727"/>
                  </a:solidFill>
                  <a:effectLst/>
                  <a:uLnTx/>
                  <a:uFillTx/>
                  <a:latin typeface="Arial"/>
                  <a:ea typeface="+mn-ea"/>
                  <a:cs typeface="+mn-cs"/>
                </a:rPr>
                <a:t>Hallucination / error incidents</a:t>
              </a:r>
            </a:p>
            <a:p>
              <a:pPr marL="0" marR="0" lvl="0" indent="0" algn="l" defTabSz="457200" rtl="0" eaLnBrk="1" fontAlgn="auto" latinLnBrk="0" hangingPunct="1">
                <a:lnSpc>
                  <a:spcPct val="100000"/>
                </a:lnSpc>
                <a:spcBef>
                  <a:spcPts val="0"/>
                </a:spcBef>
                <a:spcAft>
                  <a:spcPts val="200"/>
                </a:spcAft>
                <a:buClrTx/>
                <a:buSzTx/>
                <a:buFontTx/>
                <a:buNone/>
                <a:tabLst/>
                <a:defRPr/>
              </a:pPr>
              <a:r>
                <a:rPr kumimoji="0" sz="900" b="1" i="0" u="none" strike="noStrike" kern="1200" cap="none" spc="0" normalizeH="0" baseline="0" noProof="0" dirty="0">
                  <a:ln>
                    <a:noFill/>
                  </a:ln>
                  <a:solidFill>
                    <a:srgbClr val="E8901E"/>
                  </a:solidFill>
                  <a:effectLst/>
                  <a:uLnTx/>
                  <a:uFillTx/>
                  <a:latin typeface="Arial"/>
                  <a:ea typeface="+mn-ea"/>
                  <a:cs typeface="+mn-cs"/>
                </a:rPr>
                <a:t>▸  </a:t>
              </a:r>
              <a:r>
                <a:rPr kumimoji="0" sz="900" b="0" i="0" u="none" strike="noStrike" kern="1200" cap="none" spc="0" normalizeH="0" baseline="0" noProof="0" dirty="0">
                  <a:ln>
                    <a:noFill/>
                  </a:ln>
                  <a:solidFill>
                    <a:srgbClr val="272727"/>
                  </a:solidFill>
                  <a:effectLst/>
                  <a:uLnTx/>
                  <a:uFillTx/>
                  <a:latin typeface="Arial"/>
                  <a:ea typeface="+mn-ea"/>
                  <a:cs typeface="+mn-cs"/>
                </a:rPr>
                <a:t>Rubric leak attempts — target: 0</a:t>
              </a:r>
            </a:p>
          </p:txBody>
        </p:sp>
      </p:grpSp>
      <p:sp>
        <p:nvSpPr>
          <p:cNvPr id="31" name="TextBox 30"/>
          <p:cNvSpPr txBox="1"/>
          <p:nvPr/>
        </p:nvSpPr>
        <p:spPr>
          <a:xfrm>
            <a:off x="8046720" y="4864608"/>
            <a:ext cx="914400" cy="195814"/>
          </a:xfrm>
          <a:prstGeom prst="rect">
            <a:avLst/>
          </a:prstGeom>
          <a:noFill/>
        </p:spPr>
        <p:txBody>
          <a:bodyPr wrap="square" lIns="36000" tIns="36000" rIns="36000" bIns="3600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dirty="0">
                <a:ln>
                  <a:noFill/>
                </a:ln>
                <a:solidFill>
                  <a:srgbClr val="999999"/>
                </a:solidFill>
                <a:effectLst/>
                <a:uLnTx/>
                <a:uFillTx/>
                <a:latin typeface="Arial"/>
                <a:ea typeface="+mn-ea"/>
                <a:cs typeface="+mn-cs"/>
              </a:rPr>
              <a:t>2</a:t>
            </a:r>
            <a:r>
              <a:rPr kumimoji="0" lang="en-US" sz="800" b="0" i="0" u="none" strike="noStrike" kern="1200" cap="none" spc="0" normalizeH="0" baseline="0" noProof="0" dirty="0">
                <a:ln>
                  <a:noFill/>
                </a:ln>
                <a:solidFill>
                  <a:srgbClr val="999999"/>
                </a:solidFill>
                <a:effectLst/>
                <a:uLnTx/>
                <a:uFillTx/>
                <a:latin typeface="Arial"/>
                <a:ea typeface="+mn-ea"/>
                <a:cs typeface="+mn-cs"/>
              </a:rPr>
              <a:t>2</a:t>
            </a:r>
            <a:r>
              <a:rPr kumimoji="0" sz="800" b="0" i="0" u="none" strike="noStrike" kern="1200" cap="none" spc="0" normalizeH="0" baseline="0" noProof="0" dirty="0">
                <a:ln>
                  <a:noFill/>
                </a:ln>
                <a:solidFill>
                  <a:srgbClr val="999999"/>
                </a:solidFill>
                <a:effectLst/>
                <a:uLnTx/>
                <a:uFillTx/>
                <a:latin typeface="Arial"/>
                <a:ea typeface="+mn-ea"/>
                <a:cs typeface="+mn-cs"/>
              </a:rPr>
              <a:t> / </a:t>
            </a:r>
            <a:r>
              <a:rPr lang="en-US" sz="800" dirty="0">
                <a:solidFill>
                  <a:srgbClr val="999999"/>
                </a:solidFill>
                <a:latin typeface="Arial"/>
              </a:rPr>
              <a:t>27</a:t>
            </a:r>
            <a:endParaRPr kumimoji="0" sz="800" b="0" i="0" u="none" strike="noStrike" kern="1200" cap="none" spc="0" normalizeH="0" baseline="0" noProof="0" dirty="0">
              <a:ln>
                <a:noFill/>
              </a:ln>
              <a:solidFill>
                <a:srgbClr val="999999"/>
              </a:solidFill>
              <a:effectLst/>
              <a:uLnTx/>
              <a:uFillTx/>
              <a:latin typeface="Arial"/>
              <a:ea typeface="+mn-ea"/>
              <a:cs typeface="+mn-cs"/>
            </a:endParaRPr>
          </a:p>
        </p:txBody>
      </p:sp>
      <p:pic>
        <p:nvPicPr>
          <p:cNvPr id="32" name="Picture 8" descr="Tata logo png, Tata icon transparent png 20975508 PNG">
            <a:extLst>
              <a:ext uri="{FF2B5EF4-FFF2-40B4-BE49-F238E27FC236}">
                <a16:creationId xmlns:a16="http://schemas.microsoft.com/office/drawing/2014/main" id="{D9A63215-14D6-6FC4-8BB0-5C2D3B8335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7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16175"/>
            <a:ext cx="8229600" cy="688256"/>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1B5B"/>
                </a:solidFill>
                <a:effectLst/>
                <a:uLnTx/>
                <a:uFillTx/>
                <a:latin typeface="Arial"/>
                <a:ea typeface="+mn-ea"/>
                <a:cs typeface="+mn-cs"/>
              </a:rPr>
              <a:t>Implementation </a:t>
            </a:r>
            <a:r>
              <a:rPr kumimoji="0" sz="2000" b="1" i="0" u="none" strike="noStrike" kern="1200" cap="none" spc="0" normalizeH="0" baseline="0" noProof="0" dirty="0">
                <a:ln>
                  <a:noFill/>
                </a:ln>
                <a:solidFill>
                  <a:srgbClr val="001B5B"/>
                </a:solidFill>
                <a:effectLst/>
                <a:uLnTx/>
                <a:uFillTx/>
                <a:latin typeface="Arial"/>
                <a:ea typeface="+mn-ea"/>
                <a:cs typeface="+mn-cs"/>
              </a:rPr>
              <a:t>Roadmap </a:t>
            </a:r>
            <a:r>
              <a:rPr kumimoji="0" lang="en-US" sz="2000" b="1" i="0" u="none" strike="noStrike" kern="1200" cap="none" spc="0" normalizeH="0" baseline="0" noProof="0" dirty="0">
                <a:ln>
                  <a:noFill/>
                </a:ln>
                <a:solidFill>
                  <a:srgbClr val="001B5B"/>
                </a:solidFill>
                <a:effectLst/>
                <a:uLnTx/>
                <a:uFillTx/>
                <a:latin typeface="Arial"/>
                <a:ea typeface="+mn-ea"/>
                <a:cs typeface="+mn-cs"/>
              </a:rPr>
              <a:t>-</a:t>
            </a:r>
            <a:r>
              <a:rPr kumimoji="0" sz="2000" b="1" i="0" u="none" strike="noStrike" kern="1200" cap="none" spc="0" normalizeH="0" baseline="0" noProof="0" dirty="0">
                <a:ln>
                  <a:noFill/>
                </a:ln>
                <a:solidFill>
                  <a:srgbClr val="001B5B"/>
                </a:solidFill>
                <a:effectLst/>
                <a:uLnTx/>
                <a:uFillTx/>
                <a:latin typeface="Arial"/>
                <a:ea typeface="+mn-ea"/>
                <a:cs typeface="+mn-cs"/>
              </a:rPr>
              <a:t> clean the memory first</a:t>
            </a:r>
            <a:r>
              <a:rPr kumimoji="0" lang="en-US" sz="2000" b="1" i="0" u="none" strike="noStrike" kern="1200" cap="none" spc="0" normalizeH="0" baseline="0" noProof="0" dirty="0">
                <a:ln>
                  <a:noFill/>
                </a:ln>
                <a:solidFill>
                  <a:srgbClr val="001B5B"/>
                </a:solidFill>
                <a:effectLst/>
                <a:uLnTx/>
                <a:uFillTx/>
                <a:latin typeface="Arial"/>
                <a:ea typeface="+mn-ea"/>
                <a:cs typeface="+mn-cs"/>
              </a:rPr>
              <a:t>;</a:t>
            </a:r>
            <a:r>
              <a:rPr kumimoji="0" sz="2000" b="1" i="0" u="none" strike="noStrike" kern="1200" cap="none" spc="0" normalizeH="0" baseline="0" noProof="0" dirty="0">
                <a:ln>
                  <a:noFill/>
                </a:ln>
                <a:solidFill>
                  <a:srgbClr val="001B5B"/>
                </a:solidFill>
                <a:effectLst/>
                <a:uLnTx/>
                <a:uFillTx/>
                <a:latin typeface="Arial"/>
                <a:ea typeface="+mn-ea"/>
                <a:cs typeface="+mn-cs"/>
              </a:rPr>
              <a:t> </a:t>
            </a:r>
            <a:endParaRPr lang="en-US" sz="2000" b="1" dirty="0">
              <a:solidFill>
                <a:srgbClr val="001B5B"/>
              </a:solidFill>
              <a:latin typeface="Arial"/>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dirty="0">
                <a:ln>
                  <a:noFill/>
                </a:ln>
                <a:solidFill>
                  <a:srgbClr val="001B5B"/>
                </a:solidFill>
                <a:effectLst/>
                <a:uLnTx/>
                <a:uFillTx/>
                <a:latin typeface="Arial"/>
                <a:ea typeface="+mn-ea"/>
                <a:cs typeface="+mn-cs"/>
              </a:rPr>
              <a:t>automate coordination next</a:t>
            </a:r>
            <a:r>
              <a:rPr kumimoji="0" lang="en-US" sz="2000" b="1" i="0" u="none" strike="noStrike" kern="1200" cap="none" spc="0" normalizeH="0" baseline="0" noProof="0" dirty="0">
                <a:ln>
                  <a:noFill/>
                </a:ln>
                <a:solidFill>
                  <a:srgbClr val="001B5B"/>
                </a:solidFill>
                <a:effectLst/>
                <a:uLnTx/>
                <a:uFillTx/>
                <a:latin typeface="Arial"/>
                <a:ea typeface="+mn-ea"/>
                <a:cs typeface="+mn-cs"/>
              </a:rPr>
              <a:t>;</a:t>
            </a:r>
            <a:r>
              <a:rPr kumimoji="0" sz="2000" b="1" i="0" u="none" strike="noStrike" kern="1200" cap="none" spc="0" normalizeH="0" baseline="0" noProof="0" dirty="0">
                <a:ln>
                  <a:noFill/>
                </a:ln>
                <a:solidFill>
                  <a:srgbClr val="001B5B"/>
                </a:solidFill>
                <a:effectLst/>
                <a:uLnTx/>
                <a:uFillTx/>
                <a:latin typeface="Arial"/>
                <a:ea typeface="+mn-ea"/>
                <a:cs typeface="+mn-cs"/>
              </a:rPr>
              <a:t> </a:t>
            </a:r>
            <a:r>
              <a:rPr kumimoji="0" sz="2000" b="1" i="0" u="none" strike="noStrike" kern="1200" cap="none" spc="0" normalizeH="0" baseline="0" noProof="0" dirty="0" err="1">
                <a:ln>
                  <a:noFill/>
                </a:ln>
                <a:solidFill>
                  <a:srgbClr val="001B5B"/>
                </a:solidFill>
                <a:effectLst/>
                <a:uLnTx/>
                <a:uFillTx/>
                <a:latin typeface="Arial"/>
                <a:ea typeface="+mn-ea"/>
                <a:cs typeface="+mn-cs"/>
              </a:rPr>
              <a:t>platformise</a:t>
            </a:r>
            <a:r>
              <a:rPr kumimoji="0" sz="2000" b="1" i="0" u="none" strike="noStrike" kern="1200" cap="none" spc="0" normalizeH="0" baseline="0" noProof="0" dirty="0">
                <a:ln>
                  <a:noFill/>
                </a:ln>
                <a:solidFill>
                  <a:srgbClr val="001B5B"/>
                </a:solidFill>
                <a:effectLst/>
                <a:uLnTx/>
                <a:uFillTx/>
                <a:latin typeface="Arial"/>
                <a:ea typeface="+mn-ea"/>
                <a:cs typeface="+mn-cs"/>
              </a:rPr>
              <a:t> after</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dirty="0">
                <a:ln>
                  <a:noFill/>
                </a:ln>
                <a:solidFill>
                  <a:srgbClr val="999999"/>
                </a:solidFill>
                <a:effectLst/>
                <a:uLnTx/>
                <a:uFillTx/>
                <a:latin typeface="Arial"/>
                <a:ea typeface="+mn-ea"/>
                <a:cs typeface="+mn-cs"/>
              </a:rPr>
              <a:t>AI-NATIVE HR · FINAL </a:t>
            </a:r>
            <a:r>
              <a:rPr lang="en-US" sz="800" dirty="0">
                <a:solidFill>
                  <a:srgbClr val="999999"/>
                </a:solidFill>
                <a:latin typeface="Arial"/>
              </a:rPr>
              <a:t>REVIEW</a:t>
            </a:r>
            <a:endParaRPr kumimoji="0" sz="800" b="0" i="0" u="none" strike="noStrike" kern="1200" cap="none" spc="0" normalizeH="0" baseline="0" noProof="0" dirty="0">
              <a:ln>
                <a:noFill/>
              </a:ln>
              <a:solidFill>
                <a:srgbClr val="999999"/>
              </a:solidFill>
              <a:effectLst/>
              <a:uLnTx/>
              <a:uFillTx/>
              <a:latin typeface="Arial"/>
              <a:ea typeface="+mn-ea"/>
              <a:cs typeface="+mn-cs"/>
            </a:endParaRPr>
          </a:p>
        </p:txBody>
      </p:sp>
      <p:grpSp>
        <p:nvGrpSpPr>
          <p:cNvPr id="20" name="Group 19">
            <a:extLst>
              <a:ext uri="{FF2B5EF4-FFF2-40B4-BE49-F238E27FC236}">
                <a16:creationId xmlns:a16="http://schemas.microsoft.com/office/drawing/2014/main" id="{B27F8A00-C887-E658-44BB-9D7E82206854}"/>
              </a:ext>
            </a:extLst>
          </p:cNvPr>
          <p:cNvGrpSpPr/>
          <p:nvPr/>
        </p:nvGrpSpPr>
        <p:grpSpPr>
          <a:xfrm>
            <a:off x="457200" y="1185719"/>
            <a:ext cx="2697480" cy="3131822"/>
            <a:chOff x="457200" y="1005839"/>
            <a:chExt cx="2697480" cy="3131822"/>
          </a:xfrm>
        </p:grpSpPr>
        <p:sp>
          <p:nvSpPr>
            <p:cNvPr id="6" name="Rectangle 5"/>
            <p:cNvSpPr/>
            <p:nvPr/>
          </p:nvSpPr>
          <p:spPr>
            <a:xfrm>
              <a:off x="457200" y="1005840"/>
              <a:ext cx="2697480" cy="3131821"/>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457200" y="1005839"/>
              <a:ext cx="2697480" cy="441589"/>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p:cNvSpPr txBox="1"/>
            <p:nvPr/>
          </p:nvSpPr>
          <p:spPr>
            <a:xfrm>
              <a:off x="594360" y="1051560"/>
              <a:ext cx="2514600" cy="395869"/>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FFFFFF"/>
                  </a:solidFill>
                  <a:effectLst/>
                  <a:uLnTx/>
                  <a:uFillTx/>
                  <a:latin typeface="Arial"/>
                  <a:ea typeface="+mn-ea"/>
                  <a:cs typeface="+mn-cs"/>
                </a:rPr>
                <a:t>PHASE 1  </a:t>
              </a:r>
              <a:br>
                <a:rPr kumimoji="0" lang="en-US" sz="1200" b="1" i="0" u="none" strike="noStrike" kern="1200" cap="none" spc="0" normalizeH="0" baseline="0" noProof="0" dirty="0">
                  <a:ln>
                    <a:noFill/>
                  </a:ln>
                  <a:solidFill>
                    <a:srgbClr val="FFFFFF"/>
                  </a:solidFill>
                  <a:effectLst/>
                  <a:uLnTx/>
                  <a:uFillTx/>
                  <a:latin typeface="Arial"/>
                  <a:ea typeface="+mn-ea"/>
                  <a:cs typeface="+mn-cs"/>
                </a:rPr>
              </a:br>
              <a:r>
                <a:rPr kumimoji="0" sz="900" b="1" i="0" u="none" strike="noStrike" kern="1200" cap="none" spc="0" normalizeH="0" baseline="0" noProof="0" dirty="0">
                  <a:ln>
                    <a:noFill/>
                  </a:ln>
                  <a:solidFill>
                    <a:srgbClr val="FFFFFF"/>
                  </a:solidFill>
                  <a:effectLst/>
                  <a:uLnTx/>
                  <a:uFillTx/>
                  <a:latin typeface="Arial"/>
                  <a:ea typeface="+mn-ea"/>
                  <a:cs typeface="+mn-cs"/>
                </a:rPr>
                <a:t>0–90 days</a:t>
              </a:r>
              <a:endParaRPr kumimoji="0" sz="1200" b="1" i="0" u="none" strike="noStrike" kern="1200" cap="none" spc="0" normalizeH="0" baseline="0" noProof="0" dirty="0">
                <a:ln>
                  <a:noFill/>
                </a:ln>
                <a:solidFill>
                  <a:srgbClr val="FFFFFF"/>
                </a:solidFill>
                <a:effectLst/>
                <a:uLnTx/>
                <a:uFillTx/>
                <a:latin typeface="Arial"/>
                <a:ea typeface="+mn-ea"/>
                <a:cs typeface="+mn-cs"/>
              </a:endParaRPr>
            </a:p>
          </p:txBody>
        </p:sp>
        <p:sp>
          <p:nvSpPr>
            <p:cNvPr id="9" name="TextBox 8"/>
            <p:cNvSpPr txBox="1"/>
            <p:nvPr/>
          </p:nvSpPr>
          <p:spPr>
            <a:xfrm>
              <a:off x="594360" y="1463040"/>
              <a:ext cx="2423160" cy="233910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300"/>
                </a:spcAft>
                <a:buClrTx/>
                <a:buSzTx/>
                <a:buFontTx/>
                <a:buNone/>
                <a:tabLst/>
                <a:defRPr/>
              </a:pPr>
              <a:r>
                <a:rPr kumimoji="0" lang="en-US" sz="1100" b="1" i="0" u="none" strike="noStrike" kern="1200" cap="none" spc="0" normalizeH="0" baseline="0" noProof="0" dirty="0">
                  <a:ln>
                    <a:noFill/>
                  </a:ln>
                  <a:effectLst/>
                  <a:uLnTx/>
                  <a:uFillTx/>
                  <a:latin typeface="Arial"/>
                  <a:ea typeface="+mn-ea"/>
                  <a:cs typeface="+mn-cs"/>
                </a:rPr>
                <a:t>TMTC</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1" i="0" u="none" strike="noStrike" kern="1200" cap="none" spc="0" normalizeH="0" baseline="0" noProof="0" dirty="0">
                  <a:ln>
                    <a:noFill/>
                  </a:ln>
                  <a:solidFill>
                    <a:srgbClr val="E8901E"/>
                  </a:solidFill>
                  <a:effectLst/>
                  <a:uLnTx/>
                  <a:uFillTx/>
                  <a:latin typeface="Arial"/>
                  <a:ea typeface="+mn-ea"/>
                  <a:cs typeface="+mn-cs"/>
                </a:rPr>
                <a:t>▸  </a:t>
              </a:r>
              <a:r>
                <a:rPr kumimoji="0" sz="1100" b="0" i="0" u="none" strike="noStrike" kern="1200" cap="none" spc="0" normalizeH="0" baseline="0" noProof="0" dirty="0">
                  <a:ln>
                    <a:noFill/>
                  </a:ln>
                  <a:solidFill>
                    <a:srgbClr val="272727"/>
                  </a:solidFill>
                  <a:effectLst/>
                  <a:uLnTx/>
                  <a:uFillTx/>
                  <a:latin typeface="Arial"/>
                  <a:ea typeface="+mn-ea"/>
                  <a:cs typeface="+mn-cs"/>
                </a:rPr>
                <a:t>SharePoint cleanup + taxonomy </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1" i="0" u="none" strike="noStrike" kern="1200" cap="none" spc="0" normalizeH="0" baseline="0" noProof="0" dirty="0">
                  <a:ln>
                    <a:noFill/>
                  </a:ln>
                  <a:solidFill>
                    <a:srgbClr val="E8901E"/>
                  </a:solidFill>
                  <a:effectLst/>
                  <a:uLnTx/>
                  <a:uFillTx/>
                  <a:latin typeface="Arial"/>
                  <a:ea typeface="+mn-ea"/>
                  <a:cs typeface="+mn-cs"/>
                </a:rPr>
                <a:t>▸  </a:t>
              </a:r>
              <a:r>
                <a:rPr kumimoji="0" sz="1100" b="0" i="0" u="none" strike="noStrike" kern="1200" cap="none" spc="0" normalizeH="0" baseline="0" noProof="0" dirty="0">
                  <a:ln>
                    <a:noFill/>
                  </a:ln>
                  <a:solidFill>
                    <a:srgbClr val="272727"/>
                  </a:solidFill>
                  <a:effectLst/>
                  <a:uLnTx/>
                  <a:uFillTx/>
                  <a:latin typeface="Arial"/>
                  <a:ea typeface="+mn-ea"/>
                  <a:cs typeface="+mn-cs"/>
                </a:rPr>
                <a:t>Program memory template</a:t>
              </a:r>
              <a:endParaRPr kumimoji="0" lang="en-US" sz="1100" b="0" i="0" u="none" strike="noStrike" kern="1200" cap="none" spc="0" normalizeH="0" baseline="0" noProof="0" dirty="0">
                <a:ln>
                  <a:noFill/>
                </a:ln>
                <a:solidFill>
                  <a:srgbClr val="272727"/>
                </a:solidFill>
                <a:effectLst/>
                <a:uLnTx/>
                <a:uFillTx/>
                <a:latin typeface="Arial"/>
                <a:ea typeface="+mn-ea"/>
                <a:cs typeface="+mn-cs"/>
              </a:endParaRPr>
            </a:p>
            <a:p>
              <a:pPr lvl="0">
                <a:spcAft>
                  <a:spcPts val="300"/>
                </a:spcAft>
                <a:defRPr/>
              </a:pPr>
              <a:r>
                <a:rPr lang="en-US" sz="1100" b="1" dirty="0">
                  <a:solidFill>
                    <a:srgbClr val="E8901E"/>
                  </a:solidFill>
                  <a:latin typeface="Arial"/>
                </a:rPr>
                <a:t>▸  </a:t>
              </a:r>
              <a:r>
                <a:rPr lang="en-US" sz="1100" dirty="0">
                  <a:solidFill>
                    <a:srgbClr val="272727"/>
                  </a:solidFill>
                  <a:latin typeface="Arial"/>
                </a:rPr>
                <a:t>Faculty database MVP</a:t>
              </a:r>
            </a:p>
            <a:p>
              <a:pPr lvl="0">
                <a:spcAft>
                  <a:spcPts val="300"/>
                </a:spcAft>
                <a:defRPr/>
              </a:pPr>
              <a:r>
                <a:rPr lang="en-US" sz="1100" b="1" dirty="0">
                  <a:solidFill>
                    <a:srgbClr val="E8901E"/>
                  </a:solidFill>
                  <a:latin typeface="Arial"/>
                </a:rPr>
                <a:t>▸  </a:t>
              </a:r>
              <a:r>
                <a:rPr lang="en-US" sz="1100" dirty="0">
                  <a:solidFill>
                    <a:srgbClr val="272727"/>
                  </a:solidFill>
                  <a:latin typeface="Arial"/>
                </a:rPr>
                <a:t>Prompt packs + safety workshop </a:t>
              </a:r>
              <a:endParaRPr kumimoji="0" lang="en-US" sz="1100" b="0" i="0" u="none" strike="noStrike" kern="1200" cap="none" spc="0" normalizeH="0" baseline="0" noProof="0" dirty="0">
                <a:ln>
                  <a:noFill/>
                </a:ln>
                <a:solidFill>
                  <a:srgbClr val="272727"/>
                </a:solidFill>
                <a:effectLst/>
                <a:uLnTx/>
                <a:uFillTx/>
                <a:latin typeface="Arial"/>
                <a:ea typeface="+mn-ea"/>
                <a:cs typeface="+mn-cs"/>
              </a:endParaRPr>
            </a:p>
            <a:p>
              <a:pPr marL="0" marR="0" lvl="0" indent="0" algn="l" defTabSz="457200" rtl="0" eaLnBrk="1" fontAlgn="auto" latinLnBrk="0" hangingPunct="1">
                <a:lnSpc>
                  <a:spcPct val="100000"/>
                </a:lnSpc>
                <a:spcBef>
                  <a:spcPts val="0"/>
                </a:spcBef>
                <a:spcAft>
                  <a:spcPts val="300"/>
                </a:spcAft>
                <a:buClrTx/>
                <a:buSzTx/>
                <a:buFontTx/>
                <a:buNone/>
                <a:tabLst/>
                <a:defRPr/>
              </a:pPr>
              <a:r>
                <a:rPr lang="en-IN" sz="1100" b="1" dirty="0">
                  <a:solidFill>
                    <a:srgbClr val="272727"/>
                  </a:solidFill>
                  <a:latin typeface="Arial"/>
                </a:rPr>
                <a:t>TAS</a:t>
              </a:r>
              <a:endParaRPr kumimoji="0" sz="1100" b="1" i="0" u="none" strike="noStrike" kern="1200" cap="none" spc="0" normalizeH="0" baseline="0" noProof="0" dirty="0">
                <a:ln>
                  <a:noFill/>
                </a:ln>
                <a:solidFill>
                  <a:srgbClr val="272727"/>
                </a:solidFill>
                <a:effectLst/>
                <a:uLnTx/>
                <a:uFillTx/>
                <a:latin typeface="Arial"/>
                <a:ea typeface="+mn-ea"/>
                <a:cs typeface="+mn-cs"/>
              </a:endParaRP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1" i="0" u="none" strike="noStrike" kern="1200" cap="none" spc="0" normalizeH="0" baseline="0" noProof="0" dirty="0">
                  <a:ln>
                    <a:noFill/>
                  </a:ln>
                  <a:solidFill>
                    <a:srgbClr val="E8901E"/>
                  </a:solidFill>
                  <a:effectLst/>
                  <a:uLnTx/>
                  <a:uFillTx/>
                  <a:latin typeface="Arial"/>
                  <a:ea typeface="+mn-ea"/>
                  <a:cs typeface="+mn-cs"/>
                </a:rPr>
                <a:t>▸  </a:t>
              </a:r>
              <a:r>
                <a:rPr kumimoji="0" sz="1100" b="0" i="0" u="none" strike="noStrike" kern="1200" cap="none" spc="0" normalizeH="0" baseline="0" noProof="0" dirty="0">
                  <a:ln>
                    <a:noFill/>
                  </a:ln>
                  <a:solidFill>
                    <a:srgbClr val="272727"/>
                  </a:solidFill>
                  <a:effectLst/>
                  <a:uLnTx/>
                  <a:uFillTx/>
                  <a:latin typeface="Arial"/>
                  <a:ea typeface="+mn-ea"/>
                  <a:cs typeface="+mn-cs"/>
                </a:rPr>
                <a:t>Vendor collation MVP</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1" i="0" u="none" strike="noStrike" kern="1200" cap="none" spc="0" normalizeH="0" baseline="0" noProof="0" dirty="0">
                  <a:ln>
                    <a:noFill/>
                  </a:ln>
                  <a:solidFill>
                    <a:srgbClr val="E8901E"/>
                  </a:solidFill>
                  <a:effectLst/>
                  <a:uLnTx/>
                  <a:uFillTx/>
                  <a:latin typeface="Arial"/>
                  <a:ea typeface="+mn-ea"/>
                  <a:cs typeface="+mn-cs"/>
                </a:rPr>
                <a:t>▸  </a:t>
              </a:r>
              <a:r>
                <a:rPr kumimoji="0" sz="1100" b="0" i="0" u="none" strike="noStrike" kern="1200" cap="none" spc="0" normalizeH="0" baseline="0" noProof="0" dirty="0">
                  <a:ln>
                    <a:noFill/>
                  </a:ln>
                  <a:solidFill>
                    <a:srgbClr val="272727"/>
                  </a:solidFill>
                  <a:effectLst/>
                  <a:uLnTx/>
                  <a:uFillTx/>
                  <a:latin typeface="Arial"/>
                  <a:ea typeface="+mn-ea"/>
                  <a:cs typeface="+mn-cs"/>
                </a:rPr>
                <a:t>Rubric AI Worker</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1" i="0" u="none" strike="noStrike" kern="1200" cap="none" spc="0" normalizeH="0" baseline="0" noProof="0" dirty="0">
                  <a:ln>
                    <a:noFill/>
                  </a:ln>
                  <a:solidFill>
                    <a:srgbClr val="E8901E"/>
                  </a:solidFill>
                  <a:effectLst/>
                  <a:uLnTx/>
                  <a:uFillTx/>
                  <a:latin typeface="Arial"/>
                  <a:ea typeface="+mn-ea"/>
                  <a:cs typeface="+mn-cs"/>
                </a:rPr>
                <a:t>▸  </a:t>
              </a:r>
              <a:r>
                <a:rPr kumimoji="0" sz="1100" b="0" i="0" u="none" strike="noStrike" kern="1200" cap="none" spc="0" normalizeH="0" baseline="0" noProof="0" dirty="0">
                  <a:ln>
                    <a:noFill/>
                  </a:ln>
                  <a:solidFill>
                    <a:srgbClr val="272727"/>
                  </a:solidFill>
                  <a:effectLst/>
                  <a:uLnTx/>
                  <a:uFillTx/>
                  <a:latin typeface="Arial"/>
                  <a:ea typeface="+mn-ea"/>
                  <a:cs typeface="+mn-cs"/>
                </a:rPr>
                <a:t>Panelist coordination tracker</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1" i="0" u="none" strike="noStrike" kern="1200" cap="none" spc="0" normalizeH="0" baseline="0" noProof="0" dirty="0">
                  <a:ln>
                    <a:noFill/>
                  </a:ln>
                  <a:solidFill>
                    <a:srgbClr val="E8901E"/>
                  </a:solidFill>
                  <a:effectLst/>
                  <a:uLnTx/>
                  <a:uFillTx/>
                  <a:latin typeface="Arial"/>
                  <a:ea typeface="+mn-ea"/>
                  <a:cs typeface="+mn-cs"/>
                </a:rPr>
                <a:t>▸  </a:t>
              </a:r>
              <a:r>
                <a:rPr kumimoji="0" sz="1100" b="0" i="0" u="none" strike="noStrike" kern="1200" cap="none" spc="0" normalizeH="0" baseline="0" noProof="0" dirty="0">
                  <a:ln>
                    <a:noFill/>
                  </a:ln>
                  <a:solidFill>
                    <a:srgbClr val="272727"/>
                  </a:solidFill>
                  <a:effectLst/>
                  <a:uLnTx/>
                  <a:uFillTx/>
                  <a:latin typeface="Arial"/>
                  <a:ea typeface="+mn-ea"/>
                  <a:cs typeface="+mn-cs"/>
                </a:rPr>
                <a:t>Manpower SPOC tracker</a:t>
              </a:r>
              <a:endParaRPr kumimoji="0" lang="en-US" sz="1100" b="0" i="0" u="none" strike="noStrike" kern="1200" cap="none" spc="0" normalizeH="0" baseline="0" noProof="0" dirty="0">
                <a:ln>
                  <a:noFill/>
                </a:ln>
                <a:solidFill>
                  <a:srgbClr val="272727"/>
                </a:solidFill>
                <a:effectLst/>
                <a:uLnTx/>
                <a:uFillTx/>
                <a:latin typeface="Arial"/>
                <a:ea typeface="+mn-ea"/>
                <a:cs typeface="+mn-cs"/>
              </a:endParaRPr>
            </a:p>
            <a:p>
              <a:pPr marL="0" marR="0" lvl="0" indent="0" algn="l" defTabSz="457200" rtl="0" eaLnBrk="1" fontAlgn="auto" latinLnBrk="0" hangingPunct="1">
                <a:lnSpc>
                  <a:spcPct val="100000"/>
                </a:lnSpc>
                <a:spcBef>
                  <a:spcPts val="0"/>
                </a:spcBef>
                <a:spcAft>
                  <a:spcPts val="300"/>
                </a:spcAft>
                <a:buClrTx/>
                <a:buSzTx/>
                <a:buFontTx/>
                <a:buNone/>
                <a:tabLst/>
                <a:defRPr/>
              </a:pPr>
              <a:r>
                <a:rPr kumimoji="0" lang="en-US" sz="1100" b="1" i="0" u="none" strike="noStrike" kern="1200" cap="none" spc="0" normalizeH="0" baseline="0" noProof="0" dirty="0">
                  <a:ln>
                    <a:noFill/>
                  </a:ln>
                  <a:solidFill>
                    <a:srgbClr val="E8901E"/>
                  </a:solidFill>
                  <a:effectLst/>
                  <a:uLnTx/>
                  <a:uFillTx/>
                  <a:latin typeface="Arial"/>
                  <a:ea typeface="+mn-ea"/>
                  <a:cs typeface="+mn-cs"/>
                </a:rPr>
                <a:t>▸  </a:t>
              </a:r>
              <a:r>
                <a:rPr kumimoji="0" lang="en-US" sz="1100" b="0" i="0" u="none" strike="noStrike" kern="1200" cap="none" spc="0" normalizeH="0" baseline="0" noProof="0" dirty="0">
                  <a:ln>
                    <a:noFill/>
                  </a:ln>
                  <a:solidFill>
                    <a:srgbClr val="272727"/>
                  </a:solidFill>
                  <a:effectLst/>
                  <a:uLnTx/>
                  <a:uFillTx/>
                  <a:latin typeface="Arial"/>
                  <a:ea typeface="+mn-ea"/>
                  <a:cs typeface="+mn-cs"/>
                </a:rPr>
                <a:t>Prompt packs + safety workshop </a:t>
              </a:r>
            </a:p>
          </p:txBody>
        </p:sp>
      </p:grpSp>
      <p:grpSp>
        <p:nvGrpSpPr>
          <p:cNvPr id="21" name="Group 20">
            <a:extLst>
              <a:ext uri="{FF2B5EF4-FFF2-40B4-BE49-F238E27FC236}">
                <a16:creationId xmlns:a16="http://schemas.microsoft.com/office/drawing/2014/main" id="{5E8C1BC9-5B64-BC45-CE32-F903E858DBC8}"/>
              </a:ext>
            </a:extLst>
          </p:cNvPr>
          <p:cNvGrpSpPr/>
          <p:nvPr/>
        </p:nvGrpSpPr>
        <p:grpSpPr>
          <a:xfrm>
            <a:off x="3246120" y="1185720"/>
            <a:ext cx="2697480" cy="3131821"/>
            <a:chOff x="3246120" y="1005840"/>
            <a:chExt cx="2697480" cy="3131821"/>
          </a:xfrm>
        </p:grpSpPr>
        <p:sp>
          <p:nvSpPr>
            <p:cNvPr id="10" name="Rectangle 9"/>
            <p:cNvSpPr/>
            <p:nvPr/>
          </p:nvSpPr>
          <p:spPr>
            <a:xfrm>
              <a:off x="3246120" y="1005840"/>
              <a:ext cx="2697480" cy="3131821"/>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3246120" y="1005840"/>
              <a:ext cx="2697480" cy="441588"/>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3383280" y="1051560"/>
              <a:ext cx="2514600" cy="395869"/>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FFFFFF"/>
                  </a:solidFill>
                  <a:effectLst/>
                  <a:uLnTx/>
                  <a:uFillTx/>
                  <a:latin typeface="Arial"/>
                  <a:ea typeface="+mn-ea"/>
                  <a:cs typeface="+mn-cs"/>
                </a:rPr>
                <a:t>PHASE 2 </a:t>
              </a:r>
              <a:br>
                <a:rPr lang="en-US" sz="1000" b="1" dirty="0">
                  <a:solidFill>
                    <a:srgbClr val="FFFFFF"/>
                  </a:solidFill>
                  <a:latin typeface="Arial"/>
                </a:rPr>
              </a:br>
              <a:r>
                <a:rPr kumimoji="0" sz="900" b="1" i="0" u="none" strike="noStrike" kern="1200" cap="none" spc="0" normalizeH="0" baseline="0" noProof="0" dirty="0">
                  <a:ln>
                    <a:noFill/>
                  </a:ln>
                  <a:solidFill>
                    <a:srgbClr val="FFFFFF"/>
                  </a:solidFill>
                  <a:effectLst/>
                  <a:uLnTx/>
                  <a:uFillTx/>
                  <a:latin typeface="Arial"/>
                  <a:ea typeface="+mn-ea"/>
                  <a:cs typeface="+mn-cs"/>
                </a:rPr>
                <a:t>3–6 months</a:t>
              </a:r>
              <a:endParaRPr kumimoji="0" sz="1000" b="1" i="0" u="none" strike="noStrike" kern="1200" cap="none" spc="0" normalizeH="0" baseline="0" noProof="0" dirty="0">
                <a:ln>
                  <a:noFill/>
                </a:ln>
                <a:solidFill>
                  <a:srgbClr val="FFFFFF"/>
                </a:solidFill>
                <a:effectLst/>
                <a:uLnTx/>
                <a:uFillTx/>
                <a:latin typeface="Arial"/>
                <a:ea typeface="+mn-ea"/>
                <a:cs typeface="+mn-cs"/>
              </a:endParaRPr>
            </a:p>
          </p:txBody>
        </p:sp>
        <p:sp>
          <p:nvSpPr>
            <p:cNvPr id="13" name="TextBox 12"/>
            <p:cNvSpPr txBox="1"/>
            <p:nvPr/>
          </p:nvSpPr>
          <p:spPr>
            <a:xfrm>
              <a:off x="3383280" y="1463040"/>
              <a:ext cx="2423160" cy="2131353"/>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300"/>
                </a:spcAft>
                <a:buClrTx/>
                <a:buSzTx/>
                <a:buFontTx/>
                <a:buNone/>
                <a:tabLst/>
                <a:defRPr/>
              </a:pPr>
              <a:r>
                <a:rPr kumimoji="0" lang="en-US" sz="1100" b="1" i="0" u="none" strike="noStrike" kern="1200" cap="none" spc="0" normalizeH="0" baseline="0" noProof="0" dirty="0">
                  <a:ln>
                    <a:noFill/>
                  </a:ln>
                  <a:effectLst/>
                  <a:uLnTx/>
                  <a:uFillTx/>
                  <a:latin typeface="Arial"/>
                  <a:ea typeface="+mn-ea"/>
                  <a:cs typeface="+mn-cs"/>
                </a:rPr>
                <a:t>TMTC</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1" i="0" u="none" strike="noStrike" kern="1200" cap="none" spc="0" normalizeH="0" baseline="0" noProof="0" dirty="0">
                  <a:ln>
                    <a:noFill/>
                  </a:ln>
                  <a:solidFill>
                    <a:srgbClr val="E8901E"/>
                  </a:solidFill>
                  <a:effectLst/>
                  <a:uLnTx/>
                  <a:uFillTx/>
                  <a:latin typeface="Arial"/>
                  <a:ea typeface="+mn-ea"/>
                  <a:cs typeface="+mn-cs"/>
                </a:rPr>
                <a:t>▸  </a:t>
              </a:r>
              <a:r>
                <a:rPr kumimoji="0" sz="1100" b="0" i="0" u="none" strike="noStrike" kern="1200" cap="none" spc="0" normalizeH="0" baseline="0" noProof="0" dirty="0">
                  <a:ln>
                    <a:noFill/>
                  </a:ln>
                  <a:solidFill>
                    <a:srgbClr val="272727"/>
                  </a:solidFill>
                  <a:effectLst/>
                  <a:uLnTx/>
                  <a:uFillTx/>
                  <a:latin typeface="Arial"/>
                  <a:ea typeface="+mn-ea"/>
                  <a:cs typeface="+mn-cs"/>
                </a:rPr>
                <a:t>Custom proposal assistant pilot </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1" i="0" u="none" strike="noStrike" kern="1200" cap="none" spc="0" normalizeH="0" baseline="0" noProof="0" dirty="0">
                  <a:ln>
                    <a:noFill/>
                  </a:ln>
                  <a:solidFill>
                    <a:srgbClr val="E8901E"/>
                  </a:solidFill>
                  <a:effectLst/>
                  <a:uLnTx/>
                  <a:uFillTx/>
                  <a:latin typeface="Arial"/>
                  <a:ea typeface="+mn-ea"/>
                  <a:cs typeface="+mn-cs"/>
                </a:rPr>
                <a:t>▸  </a:t>
              </a:r>
              <a:r>
                <a:rPr kumimoji="0" sz="1100" b="0" i="0" u="none" strike="noStrike" kern="1200" cap="none" spc="0" normalizeH="0" baseline="0" noProof="0" dirty="0">
                  <a:ln>
                    <a:noFill/>
                  </a:ln>
                  <a:solidFill>
                    <a:srgbClr val="272727"/>
                  </a:solidFill>
                  <a:effectLst/>
                  <a:uLnTx/>
                  <a:uFillTx/>
                  <a:latin typeface="Arial"/>
                  <a:ea typeface="+mn-ea"/>
                  <a:cs typeface="+mn-cs"/>
                </a:rPr>
                <a:t>Feedback synthesis dashboard </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1" i="0" u="none" strike="noStrike" kern="1200" cap="none" spc="0" normalizeH="0" baseline="0" noProof="0" dirty="0">
                  <a:ln>
                    <a:noFill/>
                  </a:ln>
                  <a:solidFill>
                    <a:srgbClr val="E8901E"/>
                  </a:solidFill>
                  <a:effectLst/>
                  <a:uLnTx/>
                  <a:uFillTx/>
                  <a:latin typeface="Arial"/>
                  <a:ea typeface="+mn-ea"/>
                  <a:cs typeface="+mn-cs"/>
                </a:rPr>
                <a:t>▸  </a:t>
              </a:r>
              <a:r>
                <a:rPr kumimoji="0" sz="1100" b="0" i="0" u="none" strike="noStrike" kern="1200" cap="none" spc="0" normalizeH="0" baseline="0" noProof="0" dirty="0">
                  <a:ln>
                    <a:noFill/>
                  </a:ln>
                  <a:solidFill>
                    <a:srgbClr val="272727"/>
                  </a:solidFill>
                  <a:effectLst/>
                  <a:uLnTx/>
                  <a:uFillTx/>
                  <a:latin typeface="Arial"/>
                  <a:ea typeface="+mn-ea"/>
                  <a:cs typeface="+mn-cs"/>
                </a:rPr>
                <a:t>Faculty matching MVP </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1" i="0" u="none" strike="noStrike" kern="1200" cap="none" spc="0" normalizeH="0" baseline="0" noProof="0" dirty="0">
                  <a:ln>
                    <a:noFill/>
                  </a:ln>
                  <a:solidFill>
                    <a:srgbClr val="E8901E"/>
                  </a:solidFill>
                  <a:effectLst/>
                  <a:uLnTx/>
                  <a:uFillTx/>
                  <a:latin typeface="Arial"/>
                  <a:ea typeface="+mn-ea"/>
                  <a:cs typeface="+mn-cs"/>
                </a:rPr>
                <a:t>▸  </a:t>
              </a:r>
              <a:r>
                <a:rPr kumimoji="0" sz="1100" b="0" i="0" u="none" strike="noStrike" kern="1200" cap="none" spc="0" normalizeH="0" baseline="0" noProof="0" dirty="0">
                  <a:ln>
                    <a:noFill/>
                  </a:ln>
                  <a:solidFill>
                    <a:srgbClr val="272727"/>
                  </a:solidFill>
                  <a:effectLst/>
                  <a:uLnTx/>
                  <a:uFillTx/>
                  <a:latin typeface="Arial"/>
                  <a:ea typeface="+mn-ea"/>
                  <a:cs typeface="+mn-cs"/>
                </a:rPr>
                <a:t>Content reuse MVP</a:t>
              </a:r>
              <a:endParaRPr kumimoji="0" lang="en-US" sz="1100" b="0" i="0" u="none" strike="noStrike" kern="1200" cap="none" spc="0" normalizeH="0" baseline="0" noProof="0" dirty="0">
                <a:ln>
                  <a:noFill/>
                </a:ln>
                <a:solidFill>
                  <a:srgbClr val="272727"/>
                </a:solidFill>
                <a:effectLst/>
                <a:uLnTx/>
                <a:uFillTx/>
                <a:latin typeface="Arial"/>
                <a:ea typeface="+mn-ea"/>
                <a:cs typeface="+mn-cs"/>
              </a:endParaRPr>
            </a:p>
            <a:p>
              <a:pPr marL="0" marR="0" lvl="0" indent="0" algn="l" defTabSz="457200" rtl="0" eaLnBrk="1" fontAlgn="auto" latinLnBrk="0" hangingPunct="1">
                <a:lnSpc>
                  <a:spcPct val="100000"/>
                </a:lnSpc>
                <a:spcBef>
                  <a:spcPts val="0"/>
                </a:spcBef>
                <a:spcAft>
                  <a:spcPts val="300"/>
                </a:spcAft>
                <a:buClrTx/>
                <a:buSzTx/>
                <a:buFontTx/>
                <a:buNone/>
                <a:tabLst/>
                <a:defRPr/>
              </a:pPr>
              <a:r>
                <a:rPr lang="en-IN" sz="1100" b="1" dirty="0">
                  <a:solidFill>
                    <a:srgbClr val="272727"/>
                  </a:solidFill>
                  <a:latin typeface="Arial"/>
                </a:rPr>
                <a:t>TAS</a:t>
              </a:r>
              <a:endParaRPr kumimoji="0" sz="1100" b="1" i="0" u="none" strike="noStrike" kern="1200" cap="none" spc="0" normalizeH="0" baseline="0" noProof="0" dirty="0">
                <a:ln>
                  <a:noFill/>
                </a:ln>
                <a:solidFill>
                  <a:srgbClr val="272727"/>
                </a:solidFill>
                <a:effectLst/>
                <a:uLnTx/>
                <a:uFillTx/>
                <a:latin typeface="Arial"/>
                <a:ea typeface="+mn-ea"/>
                <a:cs typeface="+mn-cs"/>
              </a:endParaRP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1" i="0" u="none" strike="noStrike" kern="1200" cap="none" spc="0" normalizeH="0" baseline="0" noProof="0" dirty="0">
                  <a:ln>
                    <a:noFill/>
                  </a:ln>
                  <a:solidFill>
                    <a:srgbClr val="E8901E"/>
                  </a:solidFill>
                  <a:effectLst/>
                  <a:uLnTx/>
                  <a:uFillTx/>
                  <a:latin typeface="Arial"/>
                  <a:ea typeface="+mn-ea"/>
                  <a:cs typeface="+mn-cs"/>
                </a:rPr>
                <a:t>▸  </a:t>
              </a:r>
              <a:r>
                <a:rPr kumimoji="0" sz="1100" b="0" i="0" u="none" strike="noStrike" kern="1200" cap="none" spc="0" normalizeH="0" baseline="0" noProof="0" dirty="0">
                  <a:ln>
                    <a:noFill/>
                  </a:ln>
                  <a:solidFill>
                    <a:srgbClr val="272727"/>
                  </a:solidFill>
                  <a:effectLst/>
                  <a:uLnTx/>
                  <a:uFillTx/>
                  <a:latin typeface="Arial"/>
                  <a:ea typeface="+mn-ea"/>
                  <a:cs typeface="+mn-cs"/>
                </a:rPr>
                <a:t>Rubric-blind triage MVP </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1" i="0" u="none" strike="noStrike" kern="1200" cap="none" spc="0" normalizeH="0" baseline="0" noProof="0" dirty="0">
                  <a:ln>
                    <a:noFill/>
                  </a:ln>
                  <a:solidFill>
                    <a:srgbClr val="E8901E"/>
                  </a:solidFill>
                  <a:effectLst/>
                  <a:uLnTx/>
                  <a:uFillTx/>
                  <a:latin typeface="Arial"/>
                  <a:ea typeface="+mn-ea"/>
                  <a:cs typeface="+mn-cs"/>
                </a:rPr>
                <a:t>▸  </a:t>
              </a:r>
              <a:r>
                <a:rPr kumimoji="0" sz="1100" b="0" i="0" u="none" strike="noStrike" kern="1200" cap="none" spc="0" normalizeH="0" baseline="0" noProof="0" dirty="0">
                  <a:ln>
                    <a:noFill/>
                  </a:ln>
                  <a:solidFill>
                    <a:srgbClr val="272727"/>
                  </a:solidFill>
                  <a:effectLst/>
                  <a:uLnTx/>
                  <a:uFillTx/>
                  <a:latin typeface="Arial"/>
                  <a:ea typeface="+mn-ea"/>
                  <a:cs typeface="+mn-cs"/>
                </a:rPr>
                <a:t>Panelist Concierge pilot </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1" i="0" u="none" strike="noStrike" kern="1200" cap="none" spc="0" normalizeH="0" baseline="0" noProof="0" dirty="0">
                  <a:ln>
                    <a:noFill/>
                  </a:ln>
                  <a:solidFill>
                    <a:srgbClr val="E8901E"/>
                  </a:solidFill>
                  <a:effectLst/>
                  <a:uLnTx/>
                  <a:uFillTx/>
                  <a:latin typeface="Arial"/>
                  <a:ea typeface="+mn-ea"/>
                  <a:cs typeface="+mn-cs"/>
                </a:rPr>
                <a:t>▸  </a:t>
              </a:r>
              <a:r>
                <a:rPr kumimoji="0" sz="1100" b="0" i="0" u="none" strike="noStrike" kern="1200" cap="none" spc="0" normalizeH="0" baseline="0" noProof="0" dirty="0">
                  <a:ln>
                    <a:noFill/>
                  </a:ln>
                  <a:solidFill>
                    <a:srgbClr val="272727"/>
                  </a:solidFill>
                  <a:effectLst/>
                  <a:uLnTx/>
                  <a:uFillTx/>
                  <a:latin typeface="Arial"/>
                  <a:ea typeface="+mn-ea"/>
                  <a:cs typeface="+mn-cs"/>
                </a:rPr>
                <a:t>Stint Matching Agent pilot </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1" i="0" u="none" strike="noStrike" kern="1200" cap="none" spc="0" normalizeH="0" baseline="0" noProof="0" dirty="0">
                  <a:ln>
                    <a:noFill/>
                  </a:ln>
                  <a:solidFill>
                    <a:srgbClr val="E8901E"/>
                  </a:solidFill>
                  <a:effectLst/>
                  <a:uLnTx/>
                  <a:uFillTx/>
                  <a:latin typeface="Arial"/>
                  <a:ea typeface="+mn-ea"/>
                  <a:cs typeface="+mn-cs"/>
                </a:rPr>
                <a:t>▸  </a:t>
              </a:r>
              <a:r>
                <a:rPr kumimoji="0" sz="1100" b="0" i="0" u="none" strike="noStrike" kern="1200" cap="none" spc="0" normalizeH="0" baseline="0" noProof="0" dirty="0">
                  <a:ln>
                    <a:noFill/>
                  </a:ln>
                  <a:solidFill>
                    <a:srgbClr val="272727"/>
                  </a:solidFill>
                  <a:effectLst/>
                  <a:uLnTx/>
                  <a:uFillTx/>
                  <a:latin typeface="Arial"/>
                  <a:ea typeface="+mn-ea"/>
                  <a:cs typeface="+mn-cs"/>
                </a:rPr>
                <a:t>Chroma provisioning automation </a:t>
              </a:r>
            </a:p>
          </p:txBody>
        </p:sp>
      </p:grpSp>
      <p:grpSp>
        <p:nvGrpSpPr>
          <p:cNvPr id="22" name="Group 21">
            <a:extLst>
              <a:ext uri="{FF2B5EF4-FFF2-40B4-BE49-F238E27FC236}">
                <a16:creationId xmlns:a16="http://schemas.microsoft.com/office/drawing/2014/main" id="{61FADA1A-D731-DD7F-F90D-ADD28C1A838B}"/>
              </a:ext>
            </a:extLst>
          </p:cNvPr>
          <p:cNvGrpSpPr/>
          <p:nvPr/>
        </p:nvGrpSpPr>
        <p:grpSpPr>
          <a:xfrm>
            <a:off x="6035040" y="1185719"/>
            <a:ext cx="2697480" cy="3131821"/>
            <a:chOff x="6035040" y="1005839"/>
            <a:chExt cx="2697480" cy="3131821"/>
          </a:xfrm>
        </p:grpSpPr>
        <p:sp>
          <p:nvSpPr>
            <p:cNvPr id="14" name="Rectangle 13"/>
            <p:cNvSpPr/>
            <p:nvPr/>
          </p:nvSpPr>
          <p:spPr>
            <a:xfrm>
              <a:off x="6035040" y="1005839"/>
              <a:ext cx="2697480" cy="3131821"/>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6035040" y="1005839"/>
              <a:ext cx="2697480" cy="441587"/>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15"/>
            <p:cNvSpPr txBox="1"/>
            <p:nvPr/>
          </p:nvSpPr>
          <p:spPr>
            <a:xfrm>
              <a:off x="6172200" y="1051560"/>
              <a:ext cx="2514600" cy="411257"/>
            </a:xfrm>
            <a:prstGeom prst="rect">
              <a:avLst/>
            </a:prstGeom>
            <a:noFill/>
          </p:spPr>
          <p:txBody>
            <a:bodyPr wrap="square" lIns="36000" tIns="36000" rIns="36000" bIns="3600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FFFFFF"/>
                  </a:solidFill>
                  <a:effectLst/>
                  <a:uLnTx/>
                  <a:uFillTx/>
                  <a:latin typeface="Arial"/>
                  <a:ea typeface="+mn-ea"/>
                  <a:cs typeface="+mn-cs"/>
                </a:rPr>
                <a:t>PHASE 3</a:t>
              </a:r>
              <a:r>
                <a:rPr kumimoji="0" sz="1000" b="1" i="0" u="none" strike="noStrike" kern="1200" cap="none" spc="0" normalizeH="0" baseline="0" noProof="0" dirty="0">
                  <a:ln>
                    <a:noFill/>
                  </a:ln>
                  <a:solidFill>
                    <a:srgbClr val="FFFFFF"/>
                  </a:solidFill>
                  <a:effectLst/>
                  <a:uLnTx/>
                  <a:uFillTx/>
                  <a:latin typeface="Arial"/>
                  <a:ea typeface="+mn-ea"/>
                  <a:cs typeface="+mn-cs"/>
                </a:rPr>
                <a:t> </a:t>
              </a:r>
              <a:br>
                <a:rPr kumimoji="0" lang="en-US" sz="1000" b="1" i="0" u="none" strike="noStrike" kern="1200" cap="none" spc="0" normalizeH="0" baseline="0" noProof="0" dirty="0">
                  <a:ln>
                    <a:noFill/>
                  </a:ln>
                  <a:solidFill>
                    <a:srgbClr val="FFFFFF"/>
                  </a:solidFill>
                  <a:effectLst/>
                  <a:uLnTx/>
                  <a:uFillTx/>
                  <a:latin typeface="Arial"/>
                  <a:ea typeface="+mn-ea"/>
                  <a:cs typeface="+mn-cs"/>
                </a:rPr>
              </a:br>
              <a:r>
                <a:rPr kumimoji="0" sz="900" b="1" i="0" u="none" strike="noStrike" kern="1200" cap="none" spc="0" normalizeH="0" baseline="0" noProof="0" dirty="0">
                  <a:ln>
                    <a:noFill/>
                  </a:ln>
                  <a:solidFill>
                    <a:srgbClr val="FFFFFF"/>
                  </a:solidFill>
                  <a:effectLst/>
                  <a:uLnTx/>
                  <a:uFillTx/>
                  <a:latin typeface="Arial"/>
                  <a:ea typeface="+mn-ea"/>
                  <a:cs typeface="+mn-cs"/>
                </a:rPr>
                <a:t>6–18 months</a:t>
              </a:r>
              <a:endParaRPr kumimoji="0" sz="1000" b="1" i="0" u="none" strike="noStrike" kern="1200" cap="none" spc="0" normalizeH="0" baseline="0" noProof="0" dirty="0">
                <a:ln>
                  <a:noFill/>
                </a:ln>
                <a:solidFill>
                  <a:srgbClr val="FFFFFF"/>
                </a:solidFill>
                <a:effectLst/>
                <a:uLnTx/>
                <a:uFillTx/>
                <a:latin typeface="Arial"/>
                <a:ea typeface="+mn-ea"/>
                <a:cs typeface="+mn-cs"/>
              </a:endParaRPr>
            </a:p>
          </p:txBody>
        </p:sp>
        <p:sp>
          <p:nvSpPr>
            <p:cNvPr id="17" name="TextBox 16"/>
            <p:cNvSpPr txBox="1"/>
            <p:nvPr/>
          </p:nvSpPr>
          <p:spPr>
            <a:xfrm>
              <a:off x="6172200" y="1463040"/>
              <a:ext cx="2423160" cy="254685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300"/>
                </a:spcAft>
                <a:buClrTx/>
                <a:buSzTx/>
                <a:buFontTx/>
                <a:buNone/>
                <a:tabLst/>
                <a:defRPr/>
              </a:pPr>
              <a:r>
                <a:rPr kumimoji="0" lang="en-US" sz="1100" b="1" i="0" u="none" strike="noStrike" kern="1200" cap="none" spc="0" normalizeH="0" baseline="0" noProof="0" dirty="0">
                  <a:ln>
                    <a:noFill/>
                  </a:ln>
                  <a:effectLst/>
                  <a:uLnTx/>
                  <a:uFillTx/>
                  <a:latin typeface="Arial"/>
                  <a:ea typeface="+mn-ea"/>
                  <a:cs typeface="+mn-cs"/>
                </a:rPr>
                <a:t>TMTC</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1" i="0" u="none" strike="noStrike" kern="1200" cap="none" spc="0" normalizeH="0" baseline="0" noProof="0" dirty="0">
                  <a:ln>
                    <a:noFill/>
                  </a:ln>
                  <a:solidFill>
                    <a:srgbClr val="E8901E"/>
                  </a:solidFill>
                  <a:effectLst/>
                  <a:uLnTx/>
                  <a:uFillTx/>
                  <a:latin typeface="Arial"/>
                  <a:ea typeface="+mn-ea"/>
                  <a:cs typeface="+mn-cs"/>
                </a:rPr>
                <a:t>▸  </a:t>
              </a:r>
              <a:r>
                <a:rPr kumimoji="0" sz="1100" b="0" i="0" u="none" strike="noStrike" kern="1200" cap="none" spc="0" normalizeH="0" baseline="0" noProof="0" dirty="0">
                  <a:ln>
                    <a:noFill/>
                  </a:ln>
                  <a:solidFill>
                    <a:srgbClr val="272727"/>
                  </a:solidFill>
                  <a:effectLst/>
                  <a:uLnTx/>
                  <a:uFillTx/>
                  <a:latin typeface="Arial"/>
                  <a:ea typeface="+mn-ea"/>
                  <a:cs typeface="+mn-cs"/>
                </a:rPr>
                <a:t>LMS integratio</a:t>
              </a:r>
              <a:r>
                <a:rPr kumimoji="0" lang="en-US" sz="1100" b="0" i="0" u="none" strike="noStrike" kern="1200" cap="none" spc="0" normalizeH="0" baseline="0" noProof="0" dirty="0">
                  <a:ln>
                    <a:noFill/>
                  </a:ln>
                  <a:solidFill>
                    <a:srgbClr val="272727"/>
                  </a:solidFill>
                  <a:effectLst/>
                  <a:uLnTx/>
                  <a:uFillTx/>
                  <a:latin typeface="Arial"/>
                  <a:ea typeface="+mn-ea"/>
                  <a:cs typeface="+mn-cs"/>
                </a:rPr>
                <a:t>n with Platform</a:t>
              </a:r>
              <a:endParaRPr kumimoji="0" sz="1100" b="0" i="0" u="none" strike="noStrike" kern="1200" cap="none" spc="0" normalizeH="0" baseline="0" noProof="0" dirty="0">
                <a:ln>
                  <a:noFill/>
                </a:ln>
                <a:solidFill>
                  <a:srgbClr val="272727"/>
                </a:solidFill>
                <a:effectLst/>
                <a:uLnTx/>
                <a:uFillTx/>
                <a:latin typeface="Arial"/>
                <a:ea typeface="+mn-ea"/>
                <a:cs typeface="+mn-cs"/>
              </a:endParaRP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1" i="0" u="none" strike="noStrike" kern="1200" cap="none" spc="0" normalizeH="0" baseline="0" noProof="0" dirty="0">
                  <a:ln>
                    <a:noFill/>
                  </a:ln>
                  <a:solidFill>
                    <a:srgbClr val="E8901E"/>
                  </a:solidFill>
                  <a:effectLst/>
                  <a:uLnTx/>
                  <a:uFillTx/>
                  <a:latin typeface="Arial"/>
                  <a:ea typeface="+mn-ea"/>
                  <a:cs typeface="+mn-cs"/>
                </a:rPr>
                <a:t>▸  </a:t>
              </a:r>
              <a:r>
                <a:rPr kumimoji="0" sz="1100" b="0" i="0" u="none" strike="noStrike" kern="1200" cap="none" spc="0" normalizeH="0" baseline="0" noProof="0" dirty="0">
                  <a:ln>
                    <a:noFill/>
                  </a:ln>
                  <a:solidFill>
                    <a:srgbClr val="272727"/>
                  </a:solidFill>
                  <a:effectLst/>
                  <a:uLnTx/>
                  <a:uFillTx/>
                  <a:latin typeface="Arial"/>
                  <a:ea typeface="+mn-ea"/>
                  <a:cs typeface="+mn-cs"/>
                </a:rPr>
                <a:t>Program asset graph </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1" i="0" u="none" strike="noStrike" kern="1200" cap="none" spc="0" normalizeH="0" baseline="0" noProof="0" dirty="0">
                  <a:ln>
                    <a:noFill/>
                  </a:ln>
                  <a:solidFill>
                    <a:srgbClr val="E8901E"/>
                  </a:solidFill>
                  <a:effectLst/>
                  <a:uLnTx/>
                  <a:uFillTx/>
                  <a:latin typeface="Arial"/>
                  <a:ea typeface="+mn-ea"/>
                  <a:cs typeface="+mn-cs"/>
                </a:rPr>
                <a:t>▸  </a:t>
              </a:r>
              <a:r>
                <a:rPr kumimoji="0" sz="1100" b="0" i="0" u="none" strike="noStrike" kern="1200" cap="none" spc="0" normalizeH="0" baseline="0" noProof="0" dirty="0">
                  <a:ln>
                    <a:noFill/>
                  </a:ln>
                  <a:solidFill>
                    <a:srgbClr val="272727"/>
                  </a:solidFill>
                  <a:effectLst/>
                  <a:uLnTx/>
                  <a:uFillTx/>
                  <a:latin typeface="Arial"/>
                  <a:ea typeface="+mn-ea"/>
                  <a:cs typeface="+mn-cs"/>
                </a:rPr>
                <a:t>Role-based workbenches</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1" i="0" u="none" strike="noStrike" kern="1200" cap="none" spc="0" normalizeH="0" baseline="0" noProof="0" dirty="0">
                  <a:ln>
                    <a:noFill/>
                  </a:ln>
                  <a:solidFill>
                    <a:srgbClr val="E8901E"/>
                  </a:solidFill>
                  <a:effectLst/>
                  <a:uLnTx/>
                  <a:uFillTx/>
                  <a:latin typeface="Arial"/>
                  <a:ea typeface="+mn-ea"/>
                  <a:cs typeface="+mn-cs"/>
                </a:rPr>
                <a:t>▸  </a:t>
              </a:r>
              <a:r>
                <a:rPr kumimoji="0" sz="1100" b="0" i="0" u="none" strike="noStrike" kern="1200" cap="none" spc="0" normalizeH="0" baseline="0" noProof="0" dirty="0">
                  <a:ln>
                    <a:noFill/>
                  </a:ln>
                  <a:solidFill>
                    <a:srgbClr val="272727"/>
                  </a:solidFill>
                  <a:effectLst/>
                  <a:uLnTx/>
                  <a:uFillTx/>
                  <a:latin typeface="Arial"/>
                  <a:ea typeface="+mn-ea"/>
                  <a:cs typeface="+mn-cs"/>
                </a:rPr>
                <a:t>Cohort intelligence </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1" i="0" u="none" strike="noStrike" kern="1200" cap="none" spc="0" normalizeH="0" baseline="0" noProof="0" dirty="0">
                  <a:ln>
                    <a:noFill/>
                  </a:ln>
                  <a:solidFill>
                    <a:srgbClr val="E8901E"/>
                  </a:solidFill>
                  <a:effectLst/>
                  <a:uLnTx/>
                  <a:uFillTx/>
                  <a:latin typeface="Arial"/>
                  <a:ea typeface="+mn-ea"/>
                  <a:cs typeface="+mn-cs"/>
                </a:rPr>
                <a:t>▸  </a:t>
              </a:r>
              <a:r>
                <a:rPr kumimoji="0" sz="1100" b="0" i="0" u="none" strike="noStrike" kern="1200" cap="none" spc="0" normalizeH="0" baseline="0" noProof="0" dirty="0">
                  <a:ln>
                    <a:noFill/>
                  </a:ln>
                  <a:solidFill>
                    <a:srgbClr val="272727"/>
                  </a:solidFill>
                  <a:effectLst/>
                  <a:uLnTx/>
                  <a:uFillTx/>
                  <a:latin typeface="Arial"/>
                  <a:ea typeface="+mn-ea"/>
                  <a:cs typeface="+mn-cs"/>
                </a:rPr>
                <a:t>Sponsor / alumni grap</a:t>
              </a:r>
              <a:r>
                <a:rPr kumimoji="0" lang="en-US" sz="1100" b="0" i="0" u="none" strike="noStrike" kern="1200" cap="none" spc="0" normalizeH="0" baseline="0" noProof="0" dirty="0">
                  <a:ln>
                    <a:noFill/>
                  </a:ln>
                  <a:solidFill>
                    <a:srgbClr val="272727"/>
                  </a:solidFill>
                  <a:effectLst/>
                  <a:uLnTx/>
                  <a:uFillTx/>
                  <a:latin typeface="Arial"/>
                  <a:ea typeface="+mn-ea"/>
                  <a:cs typeface="+mn-cs"/>
                </a:rPr>
                <a:t>h</a:t>
              </a:r>
            </a:p>
            <a:p>
              <a:pPr lvl="0">
                <a:spcAft>
                  <a:spcPts val="300"/>
                </a:spcAft>
                <a:defRPr/>
              </a:pPr>
              <a:r>
                <a:rPr lang="en-IN" sz="1100" b="1" dirty="0">
                  <a:solidFill>
                    <a:srgbClr val="E8901E"/>
                  </a:solidFill>
                  <a:latin typeface="Arial"/>
                </a:rPr>
                <a:t>▸  </a:t>
              </a:r>
              <a:r>
                <a:rPr lang="en-IN" sz="1100" dirty="0">
                  <a:latin typeface="Arial"/>
                </a:rPr>
                <a:t>Audit + bias dashboard</a:t>
              </a:r>
              <a:endParaRPr kumimoji="0" lang="en-US" sz="1100" i="0" u="none" strike="noStrike" kern="1200" cap="none" spc="0" normalizeH="0" baseline="0" noProof="0" dirty="0">
                <a:ln>
                  <a:noFill/>
                </a:ln>
                <a:effectLst/>
                <a:uLnTx/>
                <a:uFillTx/>
                <a:latin typeface="Arial"/>
                <a:ea typeface="+mn-ea"/>
                <a:cs typeface="+mn-cs"/>
              </a:endParaRPr>
            </a:p>
            <a:p>
              <a:pPr marL="0" marR="0" lvl="0" indent="0" algn="l" defTabSz="457200" rtl="0" eaLnBrk="1" fontAlgn="auto" latinLnBrk="0" hangingPunct="1">
                <a:lnSpc>
                  <a:spcPct val="100000"/>
                </a:lnSpc>
                <a:spcBef>
                  <a:spcPts val="0"/>
                </a:spcBef>
                <a:spcAft>
                  <a:spcPts val="300"/>
                </a:spcAft>
                <a:buClrTx/>
                <a:buSzTx/>
                <a:buFontTx/>
                <a:buNone/>
                <a:tabLst/>
                <a:defRPr/>
              </a:pPr>
              <a:r>
                <a:rPr lang="en-IN" sz="1100" b="1" dirty="0">
                  <a:solidFill>
                    <a:srgbClr val="272727"/>
                  </a:solidFill>
                  <a:latin typeface="Arial"/>
                </a:rPr>
                <a:t>TAS</a:t>
              </a:r>
              <a:endParaRPr kumimoji="0" sz="1100" b="1" i="0" u="none" strike="noStrike" kern="1200" cap="none" spc="0" normalizeH="0" baseline="0" noProof="0" dirty="0">
                <a:ln>
                  <a:noFill/>
                </a:ln>
                <a:solidFill>
                  <a:srgbClr val="272727"/>
                </a:solidFill>
                <a:effectLst/>
                <a:uLnTx/>
                <a:uFillTx/>
                <a:latin typeface="Arial"/>
                <a:ea typeface="+mn-ea"/>
                <a:cs typeface="+mn-cs"/>
              </a:endParaRP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1" i="0" u="none" strike="noStrike" kern="1200" cap="none" spc="0" normalizeH="0" baseline="0" noProof="0" dirty="0">
                  <a:ln>
                    <a:noFill/>
                  </a:ln>
                  <a:solidFill>
                    <a:srgbClr val="E8901E"/>
                  </a:solidFill>
                  <a:effectLst/>
                  <a:uLnTx/>
                  <a:uFillTx/>
                  <a:latin typeface="Arial"/>
                  <a:ea typeface="+mn-ea"/>
                  <a:cs typeface="+mn-cs"/>
                </a:rPr>
                <a:t>▸  </a:t>
              </a:r>
              <a:r>
                <a:rPr kumimoji="0" sz="1100" b="0" i="0" u="none" strike="noStrike" kern="1200" cap="none" spc="0" normalizeH="0" baseline="0" noProof="0" dirty="0">
                  <a:ln>
                    <a:noFill/>
                  </a:ln>
                  <a:solidFill>
                    <a:srgbClr val="272727"/>
                  </a:solidFill>
                  <a:effectLst/>
                  <a:uLnTx/>
                  <a:uFillTx/>
                  <a:latin typeface="Arial"/>
                  <a:ea typeface="+mn-ea"/>
                  <a:cs typeface="+mn-cs"/>
                </a:rPr>
                <a:t>Vendor adapter layer</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1" i="0" u="none" strike="noStrike" kern="1200" cap="none" spc="0" normalizeH="0" baseline="0" noProof="0" dirty="0">
                  <a:ln>
                    <a:noFill/>
                  </a:ln>
                  <a:solidFill>
                    <a:srgbClr val="E8901E"/>
                  </a:solidFill>
                  <a:effectLst/>
                  <a:uLnTx/>
                  <a:uFillTx/>
                  <a:latin typeface="Arial"/>
                  <a:ea typeface="+mn-ea"/>
                  <a:cs typeface="+mn-cs"/>
                </a:rPr>
                <a:t>▸  </a:t>
              </a:r>
              <a:r>
                <a:rPr kumimoji="0" sz="1100" b="0" i="0" u="none" strike="noStrike" kern="1200" cap="none" spc="0" normalizeH="0" baseline="0" noProof="0" dirty="0">
                  <a:ln>
                    <a:noFill/>
                  </a:ln>
                  <a:solidFill>
                    <a:srgbClr val="272727"/>
                  </a:solidFill>
                  <a:effectLst/>
                  <a:uLnTx/>
                  <a:uFillTx/>
                  <a:latin typeface="Arial"/>
                  <a:ea typeface="+mn-ea"/>
                  <a:cs typeface="+mn-cs"/>
                </a:rPr>
                <a:t>Living TAS Graph </a:t>
              </a:r>
              <a:endParaRPr kumimoji="0" lang="en-US" sz="1100" b="0" i="0" u="none" strike="noStrike" kern="1200" cap="none" spc="0" normalizeH="0" baseline="0" noProof="0" dirty="0">
                <a:ln>
                  <a:noFill/>
                </a:ln>
                <a:solidFill>
                  <a:srgbClr val="272727"/>
                </a:solidFill>
                <a:effectLst/>
                <a:uLnTx/>
                <a:uFillTx/>
                <a:latin typeface="Arial"/>
                <a:ea typeface="+mn-ea"/>
                <a:cs typeface="+mn-cs"/>
              </a:endParaRPr>
            </a:p>
            <a:p>
              <a:pPr lvl="0">
                <a:spcAft>
                  <a:spcPts val="300"/>
                </a:spcAft>
                <a:defRPr/>
              </a:pPr>
              <a:r>
                <a:rPr lang="en-IN" sz="1100" b="1" dirty="0">
                  <a:solidFill>
                    <a:srgbClr val="E8901E"/>
                  </a:solidFill>
                  <a:latin typeface="Arial"/>
                </a:rPr>
                <a:t>▸  </a:t>
              </a:r>
              <a:r>
                <a:rPr lang="en-IN" sz="1100" dirty="0">
                  <a:latin typeface="Arial"/>
                </a:rPr>
                <a:t>Role-based workbenches</a:t>
              </a:r>
              <a:endParaRPr kumimoji="0" sz="1100" i="0" u="none" strike="noStrike" kern="1200" cap="none" spc="0" normalizeH="0" baseline="0" noProof="0" dirty="0">
                <a:ln>
                  <a:noFill/>
                </a:ln>
                <a:effectLst/>
                <a:uLnTx/>
                <a:uFillTx/>
                <a:latin typeface="Arial"/>
                <a:ea typeface="+mn-ea"/>
                <a:cs typeface="+mn-cs"/>
              </a:endParaRP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1100" b="1" i="0" u="none" strike="noStrike" kern="1200" cap="none" spc="0" normalizeH="0" baseline="0" noProof="0" dirty="0">
                  <a:ln>
                    <a:noFill/>
                  </a:ln>
                  <a:solidFill>
                    <a:srgbClr val="E8901E"/>
                  </a:solidFill>
                  <a:effectLst/>
                  <a:uLnTx/>
                  <a:uFillTx/>
                  <a:latin typeface="Arial"/>
                  <a:ea typeface="+mn-ea"/>
                  <a:cs typeface="+mn-cs"/>
                </a:rPr>
                <a:t>▸  </a:t>
              </a:r>
              <a:r>
                <a:rPr kumimoji="0" sz="1100" b="0" i="0" u="none" strike="noStrike" kern="1200" cap="none" spc="0" normalizeH="0" baseline="0" noProof="0" dirty="0">
                  <a:ln>
                    <a:noFill/>
                  </a:ln>
                  <a:solidFill>
                    <a:srgbClr val="272727"/>
                  </a:solidFill>
                  <a:effectLst/>
                  <a:uLnTx/>
                  <a:uFillTx/>
                  <a:latin typeface="Arial"/>
                  <a:ea typeface="+mn-ea"/>
                  <a:cs typeface="+mn-cs"/>
                </a:rPr>
                <a:t>Audit + bias dashboard</a:t>
              </a:r>
            </a:p>
          </p:txBody>
        </p:sp>
      </p:grpSp>
      <p:sp>
        <p:nvSpPr>
          <p:cNvPr id="18" name="TextBox 17"/>
          <p:cNvSpPr txBox="1"/>
          <p:nvPr/>
        </p:nvSpPr>
        <p:spPr>
          <a:xfrm>
            <a:off x="8046720" y="4864608"/>
            <a:ext cx="914400" cy="195814"/>
          </a:xfrm>
          <a:prstGeom prst="rect">
            <a:avLst/>
          </a:prstGeom>
          <a:noFill/>
        </p:spPr>
        <p:txBody>
          <a:bodyPr wrap="square" lIns="36000" tIns="36000" rIns="36000" bIns="3600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dirty="0">
                <a:ln>
                  <a:noFill/>
                </a:ln>
                <a:solidFill>
                  <a:srgbClr val="999999"/>
                </a:solidFill>
                <a:effectLst/>
                <a:uLnTx/>
                <a:uFillTx/>
                <a:latin typeface="Arial"/>
                <a:ea typeface="+mn-ea"/>
                <a:cs typeface="+mn-cs"/>
              </a:rPr>
              <a:t>2</a:t>
            </a:r>
            <a:r>
              <a:rPr kumimoji="0" lang="en-US" sz="800" b="0" i="0" u="none" strike="noStrike" kern="1200" cap="none" spc="0" normalizeH="0" baseline="0" noProof="0" dirty="0">
                <a:ln>
                  <a:noFill/>
                </a:ln>
                <a:solidFill>
                  <a:srgbClr val="999999"/>
                </a:solidFill>
                <a:effectLst/>
                <a:uLnTx/>
                <a:uFillTx/>
                <a:latin typeface="Arial"/>
                <a:ea typeface="+mn-ea"/>
                <a:cs typeface="+mn-cs"/>
              </a:rPr>
              <a:t>3</a:t>
            </a:r>
            <a:r>
              <a:rPr kumimoji="0" sz="800" b="0" i="0" u="none" strike="noStrike" kern="1200" cap="none" spc="0" normalizeH="0" baseline="0" noProof="0" dirty="0">
                <a:ln>
                  <a:noFill/>
                </a:ln>
                <a:solidFill>
                  <a:srgbClr val="999999"/>
                </a:solidFill>
                <a:effectLst/>
                <a:uLnTx/>
                <a:uFillTx/>
                <a:latin typeface="Arial"/>
                <a:ea typeface="+mn-ea"/>
                <a:cs typeface="+mn-cs"/>
              </a:rPr>
              <a:t> / </a:t>
            </a:r>
            <a:r>
              <a:rPr lang="en-US" sz="800" dirty="0">
                <a:solidFill>
                  <a:srgbClr val="999999"/>
                </a:solidFill>
                <a:latin typeface="Arial"/>
              </a:rPr>
              <a:t>27</a:t>
            </a:r>
            <a:endParaRPr kumimoji="0" sz="800" b="0" i="0" u="none" strike="noStrike" kern="1200" cap="none" spc="0" normalizeH="0" baseline="0" noProof="0" dirty="0">
              <a:ln>
                <a:noFill/>
              </a:ln>
              <a:solidFill>
                <a:srgbClr val="999999"/>
              </a:solidFill>
              <a:effectLst/>
              <a:uLnTx/>
              <a:uFillTx/>
              <a:latin typeface="Arial"/>
              <a:ea typeface="+mn-ea"/>
              <a:cs typeface="+mn-cs"/>
            </a:endParaRPr>
          </a:p>
        </p:txBody>
      </p:sp>
      <p:pic>
        <p:nvPicPr>
          <p:cNvPr id="19" name="Picture 8" descr="Tata logo png, Tata icon transparent png 20975508 PNG">
            <a:extLst>
              <a:ext uri="{FF2B5EF4-FFF2-40B4-BE49-F238E27FC236}">
                <a16:creationId xmlns:a16="http://schemas.microsoft.com/office/drawing/2014/main" id="{B6719648-2884-01E4-EEF5-13C69FC3AA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7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28600"/>
            <a:ext cx="8229600" cy="3804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dirty="0">
                <a:ln>
                  <a:noFill/>
                </a:ln>
                <a:solidFill>
                  <a:srgbClr val="001B5B"/>
                </a:solidFill>
                <a:effectLst/>
                <a:uLnTx/>
                <a:uFillTx/>
                <a:latin typeface="Arial"/>
                <a:ea typeface="+mn-ea"/>
                <a:cs typeface="+mn-cs"/>
              </a:rPr>
              <a:t>Risks we are actively managing and how</a:t>
            </a:r>
            <a:r>
              <a:rPr kumimoji="0" lang="en-US" sz="2000" b="1" i="0" u="none" strike="noStrike" kern="1200" cap="none" spc="0" normalizeH="0" baseline="0" noProof="0" dirty="0">
                <a:ln>
                  <a:noFill/>
                </a:ln>
                <a:solidFill>
                  <a:srgbClr val="001B5B"/>
                </a:solidFill>
                <a:effectLst/>
                <a:uLnTx/>
                <a:uFillTx/>
                <a:latin typeface="Arial"/>
                <a:ea typeface="+mn-ea"/>
                <a:cs typeface="+mn-cs"/>
              </a:rPr>
              <a:t> ?</a:t>
            </a:r>
            <a:endParaRPr kumimoji="0" sz="2000" b="1" i="0" u="none" strike="noStrike" kern="1200" cap="none" spc="0" normalizeH="0" baseline="0" noProof="0" dirty="0">
              <a:ln>
                <a:noFill/>
              </a:ln>
              <a:solidFill>
                <a:srgbClr val="001B5B"/>
              </a:solidFill>
              <a:effectLst/>
              <a:uLnTx/>
              <a:uFillTx/>
              <a:latin typeface="Arial"/>
              <a:ea typeface="+mn-ea"/>
              <a:cs typeface="+mn-cs"/>
            </a:endParaRP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dirty="0">
                <a:ln>
                  <a:noFill/>
                </a:ln>
                <a:solidFill>
                  <a:srgbClr val="999999"/>
                </a:solidFill>
                <a:effectLst/>
                <a:uLnTx/>
                <a:uFillTx/>
                <a:latin typeface="Arial"/>
                <a:ea typeface="+mn-ea"/>
                <a:cs typeface="+mn-cs"/>
              </a:rPr>
              <a:t>AI-NATIVE HR · FINAL </a:t>
            </a:r>
            <a:r>
              <a:rPr lang="en-US" sz="800" dirty="0">
                <a:solidFill>
                  <a:srgbClr val="999999"/>
                </a:solidFill>
                <a:latin typeface="Arial"/>
              </a:rPr>
              <a:t>REVIEW</a:t>
            </a:r>
            <a:endParaRPr kumimoji="0" sz="800" b="0" i="0" u="none" strike="noStrike" kern="1200" cap="none" spc="0" normalizeH="0" baseline="0" noProof="0" dirty="0">
              <a:ln>
                <a:noFill/>
              </a:ln>
              <a:solidFill>
                <a:srgbClr val="999999"/>
              </a:solidFill>
              <a:effectLst/>
              <a:uLnTx/>
              <a:uFillTx/>
              <a:latin typeface="Arial"/>
              <a:ea typeface="+mn-ea"/>
              <a:cs typeface="+mn-cs"/>
            </a:endParaRPr>
          </a:p>
        </p:txBody>
      </p:sp>
      <p:grpSp>
        <p:nvGrpSpPr>
          <p:cNvPr id="40" name="Group 39">
            <a:extLst>
              <a:ext uri="{FF2B5EF4-FFF2-40B4-BE49-F238E27FC236}">
                <a16:creationId xmlns:a16="http://schemas.microsoft.com/office/drawing/2014/main" id="{58C534A1-D219-1A2E-9A1C-B72867E7B36A}"/>
              </a:ext>
            </a:extLst>
          </p:cNvPr>
          <p:cNvGrpSpPr/>
          <p:nvPr/>
        </p:nvGrpSpPr>
        <p:grpSpPr>
          <a:xfrm>
            <a:off x="457200" y="960120"/>
            <a:ext cx="8229600" cy="3639312"/>
            <a:chOff x="457200" y="960120"/>
            <a:chExt cx="8229600" cy="3639312"/>
          </a:xfrm>
        </p:grpSpPr>
        <p:sp>
          <p:nvSpPr>
            <p:cNvPr id="6" name="Rectangle 5"/>
            <p:cNvSpPr/>
            <p:nvPr/>
          </p:nvSpPr>
          <p:spPr>
            <a:xfrm>
              <a:off x="457200" y="960120"/>
              <a:ext cx="8229600" cy="438912"/>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457200" y="960120"/>
              <a:ext cx="73152" cy="438912"/>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p:cNvSpPr txBox="1"/>
            <p:nvPr/>
          </p:nvSpPr>
          <p:spPr>
            <a:xfrm>
              <a:off x="594360" y="1005840"/>
              <a:ext cx="3520440"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001B5B"/>
                  </a:solidFill>
                  <a:effectLst/>
                  <a:uLnTx/>
                  <a:uFillTx/>
                  <a:latin typeface="Arial"/>
                  <a:ea typeface="+mn-ea"/>
                  <a:cs typeface="+mn-cs"/>
                </a:rPr>
                <a:t>Rubric leak via LLM cross-prompt access</a:t>
              </a:r>
            </a:p>
          </p:txBody>
        </p:sp>
        <p:sp>
          <p:nvSpPr>
            <p:cNvPr id="9" name="TextBox 8"/>
            <p:cNvSpPr txBox="1"/>
            <p:nvPr/>
          </p:nvSpPr>
          <p:spPr>
            <a:xfrm>
              <a:off x="4206239" y="1005840"/>
              <a:ext cx="4389120" cy="411257"/>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272727"/>
                  </a:solidFill>
                  <a:effectLst/>
                  <a:uLnTx/>
                  <a:uFillTx/>
                  <a:latin typeface="Arial"/>
                  <a:ea typeface="+mn-ea"/>
                  <a:cs typeface="+mn-cs"/>
                </a:rPr>
                <a:t>Sealed Rubric AI Worker; deterministic scoring </a:t>
              </a:r>
              <a:r>
                <a:rPr kumimoji="0" lang="en-US" sz="1100" b="0" i="0" u="none" strike="noStrike" kern="1200" cap="none" spc="0" normalizeH="0" baseline="0" noProof="0" dirty="0">
                  <a:ln>
                    <a:noFill/>
                  </a:ln>
                  <a:solidFill>
                    <a:srgbClr val="272727"/>
                  </a:solidFill>
                  <a:effectLst/>
                  <a:uLnTx/>
                  <a:uFillTx/>
                  <a:latin typeface="Arial"/>
                  <a:ea typeface="+mn-ea"/>
                  <a:cs typeface="+mn-cs"/>
                </a:rPr>
                <a:t>without </a:t>
              </a:r>
              <a:r>
                <a:rPr kumimoji="0" sz="1100" b="0" i="0" u="none" strike="noStrike" kern="1200" cap="none" spc="0" normalizeH="0" baseline="0" noProof="0" dirty="0">
                  <a:ln>
                    <a:noFill/>
                  </a:ln>
                  <a:solidFill>
                    <a:srgbClr val="272727"/>
                  </a:solidFill>
                  <a:effectLst/>
                  <a:uLnTx/>
                  <a:uFillTx/>
                  <a:latin typeface="Arial"/>
                  <a:ea typeface="+mn-ea"/>
                  <a:cs typeface="+mn-cs"/>
                </a:rPr>
                <a:t>outside</a:t>
              </a:r>
              <a:r>
                <a:rPr kumimoji="0" lang="en-US" sz="1100" b="0" i="0" u="none" strike="noStrike" kern="1200" cap="none" spc="0" normalizeH="0" baseline="0" noProof="0" dirty="0">
                  <a:ln>
                    <a:noFill/>
                  </a:ln>
                  <a:solidFill>
                    <a:srgbClr val="272727"/>
                  </a:solidFill>
                  <a:effectLst/>
                  <a:uLnTx/>
                  <a:uFillTx/>
                  <a:latin typeface="Arial"/>
                  <a:ea typeface="+mn-ea"/>
                  <a:cs typeface="+mn-cs"/>
                </a:rPr>
                <a:t> access</a:t>
              </a:r>
              <a:r>
                <a:rPr kumimoji="0" sz="1100" b="0" i="0" u="none" strike="noStrike" kern="1200" cap="none" spc="0" normalizeH="0" baseline="0" noProof="0" dirty="0">
                  <a:ln>
                    <a:noFill/>
                  </a:ln>
                  <a:solidFill>
                    <a:srgbClr val="272727"/>
                  </a:solidFill>
                  <a:effectLst/>
                  <a:uLnTx/>
                  <a:uFillTx/>
                  <a:latin typeface="Arial"/>
                  <a:ea typeface="+mn-ea"/>
                  <a:cs typeface="+mn-cs"/>
                </a:rPr>
                <a:t>.</a:t>
              </a:r>
            </a:p>
          </p:txBody>
        </p:sp>
        <p:sp>
          <p:nvSpPr>
            <p:cNvPr id="10" name="Rectangle 9"/>
            <p:cNvSpPr/>
            <p:nvPr/>
          </p:nvSpPr>
          <p:spPr>
            <a:xfrm>
              <a:off x="457200" y="1417320"/>
              <a:ext cx="822960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457200" y="1417320"/>
              <a:ext cx="73152" cy="438912"/>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594360" y="1463040"/>
              <a:ext cx="3520440"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001B5B"/>
                  </a:solidFill>
                  <a:effectLst/>
                  <a:uLnTx/>
                  <a:uFillTx/>
                  <a:latin typeface="Arial"/>
                  <a:ea typeface="+mn-ea"/>
                  <a:cs typeface="+mn-cs"/>
                </a:rPr>
                <a:t>Adoption fatigue</a:t>
              </a:r>
              <a:r>
                <a:rPr kumimoji="0" lang="en-US" sz="1100" b="1" i="0" u="none" strike="noStrike" kern="1200" cap="none" spc="0" normalizeH="0" baseline="0" noProof="0" dirty="0">
                  <a:ln>
                    <a:noFill/>
                  </a:ln>
                  <a:solidFill>
                    <a:srgbClr val="001B5B"/>
                  </a:solidFill>
                  <a:effectLst/>
                  <a:uLnTx/>
                  <a:uFillTx/>
                  <a:latin typeface="Arial"/>
                  <a:ea typeface="+mn-ea"/>
                  <a:cs typeface="+mn-cs"/>
                </a:rPr>
                <a:t>;</a:t>
              </a:r>
              <a:r>
                <a:rPr kumimoji="0" sz="1100" b="1" i="0" u="none" strike="noStrike" kern="1200" cap="none" spc="0" normalizeH="0" baseline="0" noProof="0" dirty="0">
                  <a:ln>
                    <a:noFill/>
                  </a:ln>
                  <a:solidFill>
                    <a:srgbClr val="001B5B"/>
                  </a:solidFill>
                  <a:effectLst/>
                  <a:uLnTx/>
                  <a:uFillTx/>
                  <a:latin typeface="Arial"/>
                  <a:ea typeface="+mn-ea"/>
                  <a:cs typeface="+mn-cs"/>
                </a:rPr>
                <a:t> too many agents, too fast</a:t>
              </a:r>
            </a:p>
          </p:txBody>
        </p:sp>
        <p:sp>
          <p:nvSpPr>
            <p:cNvPr id="13" name="TextBox 12"/>
            <p:cNvSpPr txBox="1"/>
            <p:nvPr/>
          </p:nvSpPr>
          <p:spPr>
            <a:xfrm>
              <a:off x="4206239" y="1463040"/>
              <a:ext cx="4389120"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272727"/>
                  </a:solidFill>
                  <a:effectLst/>
                  <a:uLnTx/>
                  <a:uFillTx/>
                  <a:latin typeface="Arial"/>
                  <a:ea typeface="+mn-ea"/>
                  <a:cs typeface="+mn-cs"/>
                </a:rPr>
                <a:t>Phased pilots, role-specific prompt packs, safety workshops.</a:t>
              </a:r>
            </a:p>
          </p:txBody>
        </p:sp>
        <p:sp>
          <p:nvSpPr>
            <p:cNvPr id="14" name="Rectangle 13"/>
            <p:cNvSpPr/>
            <p:nvPr/>
          </p:nvSpPr>
          <p:spPr>
            <a:xfrm>
              <a:off x="457200" y="1874520"/>
              <a:ext cx="8229600" cy="438912"/>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457200" y="1874520"/>
              <a:ext cx="73152" cy="438912"/>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15"/>
            <p:cNvSpPr txBox="1"/>
            <p:nvPr/>
          </p:nvSpPr>
          <p:spPr>
            <a:xfrm>
              <a:off x="594360" y="1920240"/>
              <a:ext cx="3520440" cy="411257"/>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001B5B"/>
                  </a:solidFill>
                  <a:effectLst/>
                  <a:uLnTx/>
                  <a:uFillTx/>
                  <a:latin typeface="Arial"/>
                  <a:ea typeface="+mn-ea"/>
                  <a:cs typeface="+mn-cs"/>
                </a:rPr>
                <a:t>Data quality risk</a:t>
              </a:r>
              <a:r>
                <a:rPr kumimoji="0" lang="en-US" sz="1100" b="1" i="0" u="none" strike="noStrike" kern="1200" cap="none" spc="0" normalizeH="0" baseline="0" noProof="0" dirty="0">
                  <a:ln>
                    <a:noFill/>
                  </a:ln>
                  <a:solidFill>
                    <a:srgbClr val="001B5B"/>
                  </a:solidFill>
                  <a:effectLst/>
                  <a:uLnTx/>
                  <a:uFillTx/>
                  <a:latin typeface="Arial"/>
                  <a:ea typeface="+mn-ea"/>
                  <a:cs typeface="+mn-cs"/>
                </a:rPr>
                <a:t>;</a:t>
              </a:r>
              <a:r>
                <a:rPr kumimoji="0" sz="1100" b="1" i="0" u="none" strike="noStrike" kern="1200" cap="none" spc="0" normalizeH="0" baseline="0" noProof="0" dirty="0">
                  <a:ln>
                    <a:noFill/>
                  </a:ln>
                  <a:solidFill>
                    <a:srgbClr val="001B5B"/>
                  </a:solidFill>
                  <a:effectLst/>
                  <a:uLnTx/>
                  <a:uFillTx/>
                  <a:latin typeface="Arial"/>
                  <a:ea typeface="+mn-ea"/>
                  <a:cs typeface="+mn-cs"/>
                </a:rPr>
                <a:t> SharePoint incomplete, content untagged</a:t>
              </a:r>
            </a:p>
          </p:txBody>
        </p:sp>
        <p:sp>
          <p:nvSpPr>
            <p:cNvPr id="17" name="TextBox 16"/>
            <p:cNvSpPr txBox="1"/>
            <p:nvPr/>
          </p:nvSpPr>
          <p:spPr>
            <a:xfrm>
              <a:off x="4206239" y="1920240"/>
              <a:ext cx="4389120"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272727"/>
                  </a:solidFill>
                  <a:effectLst/>
                  <a:uLnTx/>
                  <a:uFillTx/>
                  <a:latin typeface="Arial"/>
                  <a:ea typeface="+mn-ea"/>
                  <a:cs typeface="+mn-cs"/>
                </a:rPr>
                <a:t>Phase-1 cleanup + mandatory metadata + memory pack per program.</a:t>
              </a:r>
            </a:p>
          </p:txBody>
        </p:sp>
        <p:sp>
          <p:nvSpPr>
            <p:cNvPr id="18" name="Rectangle 17"/>
            <p:cNvSpPr/>
            <p:nvPr/>
          </p:nvSpPr>
          <p:spPr>
            <a:xfrm>
              <a:off x="457200" y="2331720"/>
              <a:ext cx="822960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Rectangle 18"/>
            <p:cNvSpPr/>
            <p:nvPr/>
          </p:nvSpPr>
          <p:spPr>
            <a:xfrm>
              <a:off x="457200" y="2331720"/>
              <a:ext cx="73152" cy="438912"/>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TextBox 19"/>
            <p:cNvSpPr txBox="1"/>
            <p:nvPr/>
          </p:nvSpPr>
          <p:spPr>
            <a:xfrm>
              <a:off x="594360" y="2377440"/>
              <a:ext cx="3520440" cy="411257"/>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001B5B"/>
                  </a:solidFill>
                  <a:effectLst/>
                  <a:uLnTx/>
                  <a:uFillTx/>
                  <a:latin typeface="Arial"/>
                  <a:ea typeface="+mn-ea"/>
                  <a:cs typeface="+mn-cs"/>
                </a:rPr>
                <a:t>Vendor lock-in/shutdow</a:t>
              </a:r>
              <a:r>
                <a:rPr kumimoji="0" lang="en-US" sz="1100" b="1" i="0" u="none" strike="noStrike" kern="1200" cap="none" spc="0" normalizeH="0" baseline="0" noProof="0" dirty="0">
                  <a:ln>
                    <a:noFill/>
                  </a:ln>
                  <a:solidFill>
                    <a:srgbClr val="001B5B"/>
                  </a:solidFill>
                  <a:effectLst/>
                  <a:uLnTx/>
                  <a:uFillTx/>
                  <a:latin typeface="Arial"/>
                  <a:ea typeface="+mn-ea"/>
                  <a:cs typeface="+mn-cs"/>
                </a:rPr>
                <a:t>n:</a:t>
              </a:r>
              <a:r>
                <a:rPr lang="en-US" sz="1100" b="1" dirty="0">
                  <a:solidFill>
                    <a:srgbClr val="001B5B"/>
                  </a:solidFill>
                  <a:latin typeface="Arial"/>
                </a:rPr>
                <a:t> </a:t>
              </a:r>
              <a:r>
                <a:rPr kumimoji="0" sz="1100" b="1" i="0" u="none" strike="noStrike" kern="1200" cap="none" spc="0" normalizeH="0" baseline="0" noProof="0" dirty="0">
                  <a:ln>
                    <a:noFill/>
                  </a:ln>
                  <a:solidFill>
                    <a:srgbClr val="001B5B"/>
                  </a:solidFill>
                  <a:effectLst/>
                  <a:uLnTx/>
                  <a:uFillTx/>
                  <a:latin typeface="Arial"/>
                  <a:ea typeface="+mn-ea"/>
                  <a:cs typeface="+mn-cs"/>
                </a:rPr>
                <a:t>Prospect.ai</a:t>
              </a:r>
              <a:r>
                <a:rPr lang="en-US" sz="1100" b="1" dirty="0">
                  <a:solidFill>
                    <a:srgbClr val="001B5B"/>
                  </a:solidFill>
                  <a:latin typeface="Arial"/>
                </a:rPr>
                <a:t>/</a:t>
              </a:r>
              <a:r>
                <a:rPr kumimoji="0" sz="1100" b="1" i="0" u="none" strike="noStrike" kern="1200" cap="none" spc="0" normalizeH="0" baseline="0" noProof="0" dirty="0">
                  <a:ln>
                    <a:noFill/>
                  </a:ln>
                  <a:solidFill>
                    <a:srgbClr val="001B5B"/>
                  </a:solidFill>
                  <a:effectLst/>
                  <a:uLnTx/>
                  <a:uFillTx/>
                  <a:latin typeface="Arial"/>
                  <a:ea typeface="+mn-ea"/>
                  <a:cs typeface="+mn-cs"/>
                </a:rPr>
                <a:t>Unstop</a:t>
              </a:r>
              <a:r>
                <a:rPr kumimoji="0" lang="en-US" sz="1100" b="1" i="0" u="none" strike="noStrike" kern="1200" cap="none" spc="0" normalizeH="0" baseline="0" noProof="0" dirty="0">
                  <a:ln>
                    <a:noFill/>
                  </a:ln>
                  <a:solidFill>
                    <a:srgbClr val="001B5B"/>
                  </a:solidFill>
                  <a:effectLst/>
                  <a:uLnTx/>
                  <a:uFillTx/>
                  <a:latin typeface="Arial"/>
                  <a:ea typeface="+mn-ea"/>
                  <a:cs typeface="+mn-cs"/>
                </a:rPr>
                <a:t>/</a:t>
              </a:r>
              <a:r>
                <a:rPr kumimoji="0" sz="1100" b="1" i="0" u="none" strike="noStrike" kern="1200" cap="none" spc="0" normalizeH="0" baseline="0" noProof="0" dirty="0" err="1">
                  <a:ln>
                    <a:noFill/>
                  </a:ln>
                  <a:solidFill>
                    <a:srgbClr val="001B5B"/>
                  </a:solidFill>
                  <a:effectLst/>
                  <a:uLnTx/>
                  <a:uFillTx/>
                  <a:latin typeface="Arial"/>
                  <a:ea typeface="+mn-ea"/>
                  <a:cs typeface="+mn-cs"/>
                </a:rPr>
                <a:t>InsideIIM</a:t>
              </a:r>
              <a:endParaRPr kumimoji="0" sz="1100" b="1" i="0" u="none" strike="noStrike" kern="1200" cap="none" spc="0" normalizeH="0" baseline="0" noProof="0" dirty="0">
                <a:ln>
                  <a:noFill/>
                </a:ln>
                <a:solidFill>
                  <a:srgbClr val="001B5B"/>
                </a:solidFill>
                <a:effectLst/>
                <a:uLnTx/>
                <a:uFillTx/>
                <a:latin typeface="Arial"/>
                <a:ea typeface="+mn-ea"/>
                <a:cs typeface="+mn-cs"/>
              </a:endParaRPr>
            </a:p>
          </p:txBody>
        </p:sp>
        <p:sp>
          <p:nvSpPr>
            <p:cNvPr id="21" name="TextBox 20"/>
            <p:cNvSpPr txBox="1"/>
            <p:nvPr/>
          </p:nvSpPr>
          <p:spPr>
            <a:xfrm>
              <a:off x="4206239" y="2377440"/>
              <a:ext cx="4389120"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Vendor adapter pattern + contracted data portability.</a:t>
              </a:r>
            </a:p>
          </p:txBody>
        </p:sp>
        <p:sp>
          <p:nvSpPr>
            <p:cNvPr id="22" name="Rectangle 21"/>
            <p:cNvSpPr/>
            <p:nvPr/>
          </p:nvSpPr>
          <p:spPr>
            <a:xfrm>
              <a:off x="457200" y="2788920"/>
              <a:ext cx="8229600" cy="438912"/>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Rectangle 22"/>
            <p:cNvSpPr/>
            <p:nvPr/>
          </p:nvSpPr>
          <p:spPr>
            <a:xfrm>
              <a:off x="457200" y="2788920"/>
              <a:ext cx="73152" cy="438912"/>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4" name="TextBox 23"/>
            <p:cNvSpPr txBox="1"/>
            <p:nvPr/>
          </p:nvSpPr>
          <p:spPr>
            <a:xfrm>
              <a:off x="594360" y="2834640"/>
              <a:ext cx="3520440"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001B5B"/>
                  </a:solidFill>
                  <a:effectLst/>
                  <a:uLnTx/>
                  <a:uFillTx/>
                  <a:latin typeface="Arial"/>
                  <a:ea typeface="+mn-ea"/>
                  <a:cs typeface="+mn-cs"/>
                </a:rPr>
                <a:t>Bias risk in screening + matching</a:t>
              </a:r>
            </a:p>
          </p:txBody>
        </p:sp>
        <p:sp>
          <p:nvSpPr>
            <p:cNvPr id="25" name="TextBox 24"/>
            <p:cNvSpPr txBox="1"/>
            <p:nvPr/>
          </p:nvSpPr>
          <p:spPr>
            <a:xfrm>
              <a:off x="4206239" y="2834640"/>
              <a:ext cx="4389120"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Continuous override review, audit logs, bias-flag rate metric.</a:t>
              </a:r>
            </a:p>
          </p:txBody>
        </p:sp>
        <p:sp>
          <p:nvSpPr>
            <p:cNvPr id="26" name="Rectangle 25"/>
            <p:cNvSpPr/>
            <p:nvPr/>
          </p:nvSpPr>
          <p:spPr>
            <a:xfrm>
              <a:off x="457200" y="3246120"/>
              <a:ext cx="822960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Rectangle 26"/>
            <p:cNvSpPr/>
            <p:nvPr/>
          </p:nvSpPr>
          <p:spPr>
            <a:xfrm>
              <a:off x="457200" y="3246120"/>
              <a:ext cx="73152" cy="438912"/>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TextBox 27"/>
            <p:cNvSpPr txBox="1"/>
            <p:nvPr/>
          </p:nvSpPr>
          <p:spPr>
            <a:xfrm>
              <a:off x="594360" y="3291840"/>
              <a:ext cx="3520440"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001B5B"/>
                  </a:solidFill>
                  <a:effectLst/>
                  <a:uLnTx/>
                  <a:uFillTx/>
                  <a:latin typeface="Arial"/>
                  <a:ea typeface="+mn-ea"/>
                  <a:cs typeface="+mn-cs"/>
                </a:rPr>
                <a:t>Over-automation damaging relationship-led work</a:t>
              </a:r>
            </a:p>
          </p:txBody>
        </p:sp>
        <p:sp>
          <p:nvSpPr>
            <p:cNvPr id="29" name="TextBox 28"/>
            <p:cNvSpPr txBox="1"/>
            <p:nvPr/>
          </p:nvSpPr>
          <p:spPr>
            <a:xfrm>
              <a:off x="4206239" y="3291840"/>
              <a:ext cx="4389120"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dirty="0">
                  <a:ln>
                    <a:noFill/>
                  </a:ln>
                  <a:solidFill>
                    <a:srgbClr val="272727"/>
                  </a:solidFill>
                  <a:effectLst/>
                  <a:uLnTx/>
                  <a:uFillTx/>
                  <a:latin typeface="Arial"/>
                  <a:ea typeface="+mn-ea"/>
                  <a:cs typeface="+mn-cs"/>
                </a:rPr>
                <a:t>Decision-rights framework enforced</a:t>
              </a:r>
              <a:r>
                <a:rPr kumimoji="0" lang="en-US" sz="1100" b="0" i="0" u="none" strike="noStrike" kern="1200" cap="none" spc="0" normalizeH="0" baseline="0" noProof="0" dirty="0">
                  <a:ln>
                    <a:noFill/>
                  </a:ln>
                  <a:solidFill>
                    <a:srgbClr val="272727"/>
                  </a:solidFill>
                  <a:effectLst/>
                  <a:uLnTx/>
                  <a:uFillTx/>
                  <a:latin typeface="Arial"/>
                  <a:ea typeface="+mn-ea"/>
                  <a:cs typeface="+mn-cs"/>
                </a:rPr>
                <a:t>; </a:t>
              </a:r>
              <a:r>
                <a:rPr kumimoji="0" sz="1100" b="0" i="0" u="none" strike="noStrike" kern="1200" cap="none" spc="0" normalizeH="0" baseline="0" noProof="0" dirty="0">
                  <a:ln>
                    <a:noFill/>
                  </a:ln>
                  <a:solidFill>
                    <a:srgbClr val="272727"/>
                  </a:solidFill>
                  <a:effectLst/>
                  <a:uLnTx/>
                  <a:uFillTx/>
                  <a:latin typeface="Arial"/>
                  <a:ea typeface="+mn-ea"/>
                  <a:cs typeface="+mn-cs"/>
                </a:rPr>
                <a:t>human</a:t>
              </a:r>
              <a:r>
                <a:rPr lang="en-US" sz="1100" dirty="0">
                  <a:solidFill>
                    <a:srgbClr val="272727"/>
                  </a:solidFill>
                  <a:latin typeface="Arial"/>
                </a:rPr>
                <a:t> touchpoint</a:t>
              </a:r>
              <a:r>
                <a:rPr kumimoji="0" sz="1100" b="0" i="0" u="none" strike="noStrike" kern="1200" cap="none" spc="0" normalizeH="0" baseline="0" noProof="0" dirty="0">
                  <a:ln>
                    <a:noFill/>
                  </a:ln>
                  <a:solidFill>
                    <a:srgbClr val="272727"/>
                  </a:solidFill>
                  <a:effectLst/>
                  <a:uLnTx/>
                  <a:uFillTx/>
                  <a:latin typeface="Arial"/>
                  <a:ea typeface="+mn-ea"/>
                  <a:cs typeface="+mn-cs"/>
                </a:rPr>
                <a:t> at every gate.</a:t>
              </a:r>
            </a:p>
          </p:txBody>
        </p:sp>
        <p:sp>
          <p:nvSpPr>
            <p:cNvPr id="30" name="Rectangle 29"/>
            <p:cNvSpPr/>
            <p:nvPr/>
          </p:nvSpPr>
          <p:spPr>
            <a:xfrm>
              <a:off x="457200" y="3703320"/>
              <a:ext cx="8229600" cy="438912"/>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Rectangle 30"/>
            <p:cNvSpPr/>
            <p:nvPr/>
          </p:nvSpPr>
          <p:spPr>
            <a:xfrm>
              <a:off x="457200" y="3703320"/>
              <a:ext cx="73152" cy="438912"/>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TextBox 31"/>
            <p:cNvSpPr txBox="1"/>
            <p:nvPr/>
          </p:nvSpPr>
          <p:spPr>
            <a:xfrm>
              <a:off x="594360" y="3749040"/>
              <a:ext cx="3520440"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001B5B"/>
                  </a:solidFill>
                  <a:effectLst/>
                  <a:uLnTx/>
                  <a:uFillTx/>
                  <a:latin typeface="Arial"/>
                  <a:ea typeface="+mn-ea"/>
                  <a:cs typeface="+mn-cs"/>
                </a:rPr>
                <a:t>PII / consent failure (LinkedIn, alumni data)</a:t>
              </a:r>
            </a:p>
          </p:txBody>
        </p:sp>
        <p:sp>
          <p:nvSpPr>
            <p:cNvPr id="33" name="TextBox 32"/>
            <p:cNvSpPr txBox="1"/>
            <p:nvPr/>
          </p:nvSpPr>
          <p:spPr>
            <a:xfrm>
              <a:off x="4206239" y="3749040"/>
              <a:ext cx="4389120"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Consent model + role-based access + retention rules.</a:t>
              </a:r>
            </a:p>
          </p:txBody>
        </p:sp>
        <p:sp>
          <p:nvSpPr>
            <p:cNvPr id="34" name="Rectangle 33"/>
            <p:cNvSpPr/>
            <p:nvPr/>
          </p:nvSpPr>
          <p:spPr>
            <a:xfrm>
              <a:off x="457200" y="4160520"/>
              <a:ext cx="822960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5" name="Rectangle 34"/>
            <p:cNvSpPr/>
            <p:nvPr/>
          </p:nvSpPr>
          <p:spPr>
            <a:xfrm>
              <a:off x="457200" y="4160520"/>
              <a:ext cx="73152" cy="438912"/>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6" name="TextBox 35"/>
            <p:cNvSpPr txBox="1"/>
            <p:nvPr/>
          </p:nvSpPr>
          <p:spPr>
            <a:xfrm>
              <a:off x="594360" y="4206240"/>
              <a:ext cx="3520440"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001B5B"/>
                  </a:solidFill>
                  <a:effectLst/>
                  <a:uLnTx/>
                  <a:uFillTx/>
                  <a:latin typeface="Arial"/>
                  <a:ea typeface="+mn-ea"/>
                  <a:cs typeface="+mn-cs"/>
                </a:rPr>
                <a:t>Hallucination + source-grounding failures</a:t>
              </a:r>
            </a:p>
          </p:txBody>
        </p:sp>
        <p:sp>
          <p:nvSpPr>
            <p:cNvPr id="37" name="TextBox 36"/>
            <p:cNvSpPr txBox="1"/>
            <p:nvPr/>
          </p:nvSpPr>
          <p:spPr>
            <a:xfrm>
              <a:off x="4206239" y="4206240"/>
              <a:ext cx="4389120" cy="241980"/>
            </a:xfrm>
            <a:prstGeom prst="rect">
              <a:avLst/>
            </a:prstGeom>
            <a:noFill/>
          </p:spPr>
          <p:txBody>
            <a:bodyPr wrap="square" lIns="36000" tIns="36000" rIns="36000" bIns="3600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272727"/>
                  </a:solidFill>
                  <a:effectLst/>
                  <a:uLnTx/>
                  <a:uFillTx/>
                  <a:latin typeface="Arial"/>
                  <a:ea typeface="+mn-ea"/>
                  <a:cs typeface="+mn-cs"/>
                </a:rPr>
                <a:t>Source traceability on outputs; human approval on sponsor-facing.</a:t>
              </a:r>
            </a:p>
          </p:txBody>
        </p:sp>
      </p:grpSp>
      <p:sp>
        <p:nvSpPr>
          <p:cNvPr id="38" name="TextBox 37"/>
          <p:cNvSpPr txBox="1"/>
          <p:nvPr/>
        </p:nvSpPr>
        <p:spPr>
          <a:xfrm>
            <a:off x="8046720" y="4864608"/>
            <a:ext cx="914400" cy="195814"/>
          </a:xfrm>
          <a:prstGeom prst="rect">
            <a:avLst/>
          </a:prstGeom>
          <a:noFill/>
        </p:spPr>
        <p:txBody>
          <a:bodyPr wrap="square" lIns="36000" tIns="36000" rIns="36000" bIns="3600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dirty="0">
                <a:ln>
                  <a:noFill/>
                </a:ln>
                <a:solidFill>
                  <a:srgbClr val="999999"/>
                </a:solidFill>
                <a:effectLst/>
                <a:uLnTx/>
                <a:uFillTx/>
                <a:latin typeface="Arial"/>
                <a:ea typeface="+mn-ea"/>
                <a:cs typeface="+mn-cs"/>
              </a:rPr>
              <a:t>2</a:t>
            </a:r>
            <a:r>
              <a:rPr kumimoji="0" lang="en-US" sz="800" b="0" i="0" u="none" strike="noStrike" kern="1200" cap="none" spc="0" normalizeH="0" baseline="0" noProof="0" dirty="0">
                <a:ln>
                  <a:noFill/>
                </a:ln>
                <a:solidFill>
                  <a:srgbClr val="999999"/>
                </a:solidFill>
                <a:effectLst/>
                <a:uLnTx/>
                <a:uFillTx/>
                <a:latin typeface="Arial"/>
                <a:ea typeface="+mn-ea"/>
                <a:cs typeface="+mn-cs"/>
              </a:rPr>
              <a:t>4</a:t>
            </a:r>
            <a:r>
              <a:rPr kumimoji="0" sz="800" b="0" i="0" u="none" strike="noStrike" kern="1200" cap="none" spc="0" normalizeH="0" baseline="0" noProof="0" dirty="0">
                <a:ln>
                  <a:noFill/>
                </a:ln>
                <a:solidFill>
                  <a:srgbClr val="999999"/>
                </a:solidFill>
                <a:effectLst/>
                <a:uLnTx/>
                <a:uFillTx/>
                <a:latin typeface="Arial"/>
                <a:ea typeface="+mn-ea"/>
                <a:cs typeface="+mn-cs"/>
              </a:rPr>
              <a:t> / </a:t>
            </a:r>
            <a:r>
              <a:rPr lang="en-US" sz="800" dirty="0">
                <a:solidFill>
                  <a:srgbClr val="999999"/>
                </a:solidFill>
                <a:latin typeface="Arial"/>
              </a:rPr>
              <a:t>27</a:t>
            </a:r>
            <a:endParaRPr kumimoji="0" sz="800" b="0" i="0" u="none" strike="noStrike" kern="1200" cap="none" spc="0" normalizeH="0" baseline="0" noProof="0" dirty="0">
              <a:ln>
                <a:noFill/>
              </a:ln>
              <a:solidFill>
                <a:srgbClr val="999999"/>
              </a:solidFill>
              <a:effectLst/>
              <a:uLnTx/>
              <a:uFillTx/>
              <a:latin typeface="Arial"/>
              <a:ea typeface="+mn-ea"/>
              <a:cs typeface="+mn-cs"/>
            </a:endParaRPr>
          </a:p>
        </p:txBody>
      </p:sp>
      <p:pic>
        <p:nvPicPr>
          <p:cNvPr id="39" name="Picture 8" descr="Tata logo png, Tata icon transparent png 20975508 PNG">
            <a:extLst>
              <a:ext uri="{FF2B5EF4-FFF2-40B4-BE49-F238E27FC236}">
                <a16:creationId xmlns:a16="http://schemas.microsoft.com/office/drawing/2014/main" id="{15C93617-3E48-DA02-9AE1-926E43E0F1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7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8229600" cy="640080"/>
          </a:xfrm>
          <a:prstGeom prst="rect">
            <a:avLst/>
          </a:prstGeom>
          <a:noFill/>
        </p:spPr>
        <p:txBody>
          <a:bodyPr wrap="square" lIns="36000" tIns="36000" rIns="36000" bIns="36000" anchor="t">
            <a:spAutoFit/>
          </a:bodyPr>
          <a:lstStyle/>
          <a:p>
            <a:pPr algn="l"/>
            <a:r>
              <a:rPr sz="1800" b="1">
                <a:solidFill>
                  <a:srgbClr val="001B5B"/>
                </a:solidFill>
                <a:latin typeface="Arial"/>
              </a:rPr>
              <a:t>Three decisions we need from this room</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algn="l"/>
            <a:r>
              <a:rPr sz="800" b="0" dirty="0">
                <a:solidFill>
                  <a:srgbClr val="999999"/>
                </a:solidFill>
                <a:latin typeface="Arial"/>
              </a:rPr>
              <a:t>AI-NATIVE HR · </a:t>
            </a:r>
            <a:r>
              <a:rPr lang="en-IN" sz="800" b="0" dirty="0">
                <a:solidFill>
                  <a:srgbClr val="999999"/>
                </a:solidFill>
                <a:latin typeface="Arial"/>
              </a:rPr>
              <a:t>FINAL REVIEW</a:t>
            </a:r>
            <a:endParaRPr sz="800" b="0" dirty="0">
              <a:solidFill>
                <a:srgbClr val="999999"/>
              </a:solidFill>
              <a:latin typeface="Arial"/>
            </a:endParaRPr>
          </a:p>
        </p:txBody>
      </p:sp>
      <p:sp>
        <p:nvSpPr>
          <p:cNvPr id="6" name="Rectangle 5"/>
          <p:cNvSpPr/>
          <p:nvPr/>
        </p:nvSpPr>
        <p:spPr>
          <a:xfrm>
            <a:off x="457200" y="1051560"/>
            <a:ext cx="8229600" cy="1143000"/>
          </a:xfrm>
          <a:prstGeom prst="rect">
            <a:avLst/>
          </a:prstGeom>
          <a:solidFill>
            <a:srgbClr val="E6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051560"/>
            <a:ext cx="91440" cy="1143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124712"/>
            <a:ext cx="7863840" cy="365760"/>
          </a:xfrm>
          <a:prstGeom prst="rect">
            <a:avLst/>
          </a:prstGeom>
          <a:noFill/>
        </p:spPr>
        <p:txBody>
          <a:bodyPr wrap="square" lIns="36000" tIns="36000" rIns="36000" bIns="36000" anchor="t">
            <a:spAutoFit/>
          </a:bodyPr>
          <a:lstStyle/>
          <a:p>
            <a:pPr algn="l"/>
            <a:r>
              <a:rPr sz="1100" b="1">
                <a:solidFill>
                  <a:srgbClr val="001B5B"/>
                </a:solidFill>
                <a:latin typeface="Arial"/>
              </a:rPr>
              <a:t>1.  WHAT IS THE OFFICIAL SOURCE OF TRUTH FOR PROGRAMS — BEFORE THE LMS?</a:t>
            </a:r>
          </a:p>
        </p:txBody>
      </p:sp>
      <p:sp>
        <p:nvSpPr>
          <p:cNvPr id="9" name="TextBox 8"/>
          <p:cNvSpPr txBox="1"/>
          <p:nvPr/>
        </p:nvSpPr>
        <p:spPr>
          <a:xfrm>
            <a:off x="640080" y="1508760"/>
            <a:ext cx="7863840" cy="640080"/>
          </a:xfrm>
          <a:prstGeom prst="rect">
            <a:avLst/>
          </a:prstGeom>
          <a:noFill/>
        </p:spPr>
        <p:txBody>
          <a:bodyPr wrap="square" lIns="36000" tIns="36000" rIns="36000" bIns="36000" anchor="t">
            <a:spAutoFit/>
          </a:bodyPr>
          <a:lstStyle/>
          <a:p>
            <a:pPr algn="l"/>
            <a:r>
              <a:rPr sz="1000" b="0">
                <a:solidFill>
                  <a:srgbClr val="272727"/>
                </a:solidFill>
                <a:latin typeface="Arial"/>
              </a:rPr>
              <a:t>TMTC currently has no LMS for its 200 programs/year. Phase 1 needs an interim system of record (SharePoint + Lists / a curated repository / a lightweight portal). The choice shapes every downstream agent.</a:t>
            </a:r>
          </a:p>
        </p:txBody>
      </p:sp>
      <p:sp>
        <p:nvSpPr>
          <p:cNvPr id="10" name="Rectangle 9"/>
          <p:cNvSpPr/>
          <p:nvPr/>
        </p:nvSpPr>
        <p:spPr>
          <a:xfrm>
            <a:off x="457200" y="2286000"/>
            <a:ext cx="8229600" cy="1143000"/>
          </a:xfrm>
          <a:prstGeom prst="rect">
            <a:avLst/>
          </a:prstGeom>
          <a:solidFill>
            <a:srgbClr val="E6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2286000"/>
            <a:ext cx="91440" cy="1143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359152"/>
            <a:ext cx="7863840" cy="365760"/>
          </a:xfrm>
          <a:prstGeom prst="rect">
            <a:avLst/>
          </a:prstGeom>
          <a:noFill/>
        </p:spPr>
        <p:txBody>
          <a:bodyPr wrap="square" lIns="36000" tIns="36000" rIns="36000" bIns="36000" anchor="t">
            <a:spAutoFit/>
          </a:bodyPr>
          <a:lstStyle/>
          <a:p>
            <a:pPr algn="l"/>
            <a:r>
              <a:rPr sz="1100" b="1">
                <a:solidFill>
                  <a:srgbClr val="001B5B"/>
                </a:solidFill>
                <a:latin typeface="Arial"/>
              </a:rPr>
              <a:t>2.  WHAT IS THE CONSENT MODEL FOR LEARNER / CANDIDATE / ALUMNI DATA — ESPECIALLY PUBLIC LINKEDIN ENRICHMENT?</a:t>
            </a:r>
          </a:p>
        </p:txBody>
      </p:sp>
      <p:sp>
        <p:nvSpPr>
          <p:cNvPr id="13" name="TextBox 12"/>
          <p:cNvSpPr txBox="1"/>
          <p:nvPr/>
        </p:nvSpPr>
        <p:spPr>
          <a:xfrm>
            <a:off x="640080" y="2743200"/>
            <a:ext cx="7863840" cy="380480"/>
          </a:xfrm>
          <a:prstGeom prst="rect">
            <a:avLst/>
          </a:prstGeom>
          <a:noFill/>
        </p:spPr>
        <p:txBody>
          <a:bodyPr wrap="square" lIns="36000" tIns="36000" rIns="36000" bIns="36000" anchor="t">
            <a:spAutoFit/>
          </a:bodyPr>
          <a:lstStyle/>
          <a:p>
            <a:pPr algn="l"/>
            <a:r>
              <a:rPr sz="1000" b="0" dirty="0">
                <a:solidFill>
                  <a:srgbClr val="272727"/>
                </a:solidFill>
                <a:latin typeface="Arial"/>
              </a:rPr>
              <a:t>TMTC PDs have specifically asked for LMS + LinkedIn for cohort intelligence; TAS holds candidate PII through a multi-year journey. Without an approved consent model, we cannot enable Cohort Intelligence, </a:t>
            </a:r>
            <a:r>
              <a:rPr lang="en-US" sz="1000" dirty="0">
                <a:solidFill>
                  <a:srgbClr val="272727"/>
                </a:solidFill>
                <a:latin typeface="Arial"/>
              </a:rPr>
              <a:t>Group Company</a:t>
            </a:r>
            <a:r>
              <a:rPr sz="1000" b="0" dirty="0">
                <a:solidFill>
                  <a:srgbClr val="272727"/>
                </a:solidFill>
                <a:latin typeface="Arial"/>
              </a:rPr>
              <a:t> Insight, or the Alumni Graph.</a:t>
            </a:r>
          </a:p>
        </p:txBody>
      </p:sp>
      <p:sp>
        <p:nvSpPr>
          <p:cNvPr id="14" name="Rectangle 13"/>
          <p:cNvSpPr/>
          <p:nvPr/>
        </p:nvSpPr>
        <p:spPr>
          <a:xfrm>
            <a:off x="457200" y="3520440"/>
            <a:ext cx="8229600" cy="1143000"/>
          </a:xfrm>
          <a:prstGeom prst="rect">
            <a:avLst/>
          </a:prstGeom>
          <a:solidFill>
            <a:srgbClr val="E6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3520440"/>
            <a:ext cx="91440" cy="1143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3593592"/>
            <a:ext cx="7863840" cy="365760"/>
          </a:xfrm>
          <a:prstGeom prst="rect">
            <a:avLst/>
          </a:prstGeom>
          <a:noFill/>
        </p:spPr>
        <p:txBody>
          <a:bodyPr wrap="square" lIns="36000" tIns="36000" rIns="36000" bIns="36000" anchor="t">
            <a:spAutoFit/>
          </a:bodyPr>
          <a:lstStyle/>
          <a:p>
            <a:pPr algn="l"/>
            <a:r>
              <a:rPr sz="1100" b="1">
                <a:solidFill>
                  <a:srgbClr val="001B5B"/>
                </a:solidFill>
                <a:latin typeface="Arial"/>
              </a:rPr>
              <a:t>3.  WHO OWNS AI GOVERNANCE — TMTC ALONE OR GROUP HR IT?</a:t>
            </a:r>
          </a:p>
        </p:txBody>
      </p:sp>
      <p:sp>
        <p:nvSpPr>
          <p:cNvPr id="17" name="TextBox 16"/>
          <p:cNvSpPr txBox="1"/>
          <p:nvPr/>
        </p:nvSpPr>
        <p:spPr>
          <a:xfrm>
            <a:off x="640080" y="3977640"/>
            <a:ext cx="7863840" cy="640080"/>
          </a:xfrm>
          <a:prstGeom prst="rect">
            <a:avLst/>
          </a:prstGeom>
          <a:noFill/>
        </p:spPr>
        <p:txBody>
          <a:bodyPr wrap="square" lIns="36000" tIns="36000" rIns="36000" bIns="36000" anchor="t">
            <a:spAutoFit/>
          </a:bodyPr>
          <a:lstStyle/>
          <a:p>
            <a:pPr algn="l"/>
            <a:r>
              <a:rPr sz="1000" b="0">
                <a:solidFill>
                  <a:srgbClr val="272727"/>
                </a:solidFill>
                <a:latin typeface="Arial"/>
              </a:rPr>
              <a:t>The Rubric Vault for TAS, the audit log for TMTC, the bias-monitoring dashboard, and the shared data fabric all need a single custodian. Without this, every agent rollout will re-debate the controls.</a:t>
            </a:r>
          </a:p>
        </p:txBody>
      </p:sp>
      <p:sp>
        <p:nvSpPr>
          <p:cNvPr id="18" name="TextBox 17"/>
          <p:cNvSpPr txBox="1"/>
          <p:nvPr/>
        </p:nvSpPr>
        <p:spPr>
          <a:xfrm>
            <a:off x="8046720" y="4864608"/>
            <a:ext cx="914400" cy="228600"/>
          </a:xfrm>
          <a:prstGeom prst="rect">
            <a:avLst/>
          </a:prstGeom>
          <a:noFill/>
        </p:spPr>
        <p:txBody>
          <a:bodyPr wrap="square" lIns="36000" tIns="36000" rIns="36000" bIns="36000" anchor="t">
            <a:spAutoFit/>
          </a:bodyPr>
          <a:lstStyle/>
          <a:p>
            <a:pPr algn="r"/>
            <a:r>
              <a:rPr sz="800" b="0">
                <a:solidFill>
                  <a:srgbClr val="999999"/>
                </a:solidFill>
                <a:latin typeface="Arial"/>
              </a:rPr>
              <a:t>21 / 25</a:t>
            </a:r>
          </a:p>
        </p:txBody>
      </p:sp>
      <p:pic>
        <p:nvPicPr>
          <p:cNvPr id="19" name="Picture 8" descr="Tata logo png, Tata icon transparent png 20975508 PNG">
            <a:extLst>
              <a:ext uri="{FF2B5EF4-FFF2-40B4-BE49-F238E27FC236}">
                <a16:creationId xmlns:a16="http://schemas.microsoft.com/office/drawing/2014/main" id="{6B5B27FC-EF56-FE32-8665-B03D5A61B3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7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8229600" cy="640080"/>
          </a:xfrm>
          <a:prstGeom prst="rect">
            <a:avLst/>
          </a:prstGeom>
          <a:noFill/>
        </p:spPr>
        <p:txBody>
          <a:bodyPr wrap="square" lIns="36000" tIns="36000" rIns="36000" bIns="36000" anchor="t">
            <a:spAutoFit/>
          </a:bodyPr>
          <a:lstStyle/>
          <a:p>
            <a:pPr algn="l"/>
            <a:r>
              <a:rPr sz="1800" b="1">
                <a:solidFill>
                  <a:srgbClr val="001B5B"/>
                </a:solidFill>
                <a:latin typeface="Arial"/>
              </a:rPr>
              <a:t>Appendix · TMTC agent catalogue (19 agents)</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algn="l"/>
            <a:r>
              <a:rPr sz="800" b="0" dirty="0">
                <a:solidFill>
                  <a:srgbClr val="999999"/>
                </a:solidFill>
                <a:latin typeface="Arial"/>
              </a:rPr>
              <a:t>AI-NATIVE HR · </a:t>
            </a:r>
            <a:r>
              <a:rPr lang="en-IN" sz="800" b="0" dirty="0">
                <a:solidFill>
                  <a:srgbClr val="999999"/>
                </a:solidFill>
                <a:latin typeface="Arial"/>
              </a:rPr>
              <a:t>FINAL REVIEW</a:t>
            </a:r>
            <a:endParaRPr sz="800" b="0" dirty="0">
              <a:solidFill>
                <a:srgbClr val="999999"/>
              </a:solidFill>
              <a:latin typeface="Arial"/>
            </a:endParaRPr>
          </a:p>
        </p:txBody>
      </p:sp>
      <p:sp>
        <p:nvSpPr>
          <p:cNvPr id="6" name="Rectangle 5"/>
          <p:cNvSpPr/>
          <p:nvPr/>
        </p:nvSpPr>
        <p:spPr>
          <a:xfrm>
            <a:off x="457200" y="1005840"/>
            <a:ext cx="2743200" cy="4572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005840"/>
            <a:ext cx="54864" cy="4572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1042416"/>
            <a:ext cx="2560320" cy="201168"/>
          </a:xfrm>
          <a:prstGeom prst="rect">
            <a:avLst/>
          </a:prstGeom>
          <a:noFill/>
        </p:spPr>
        <p:txBody>
          <a:bodyPr wrap="square" lIns="36000" tIns="36000" rIns="36000" bIns="36000" anchor="t">
            <a:spAutoFit/>
          </a:bodyPr>
          <a:lstStyle/>
          <a:p>
            <a:pPr algn="l"/>
            <a:r>
              <a:rPr sz="800" b="1">
                <a:solidFill>
                  <a:srgbClr val="001B5B"/>
                </a:solidFill>
                <a:latin typeface="Arial"/>
              </a:rPr>
              <a:t>Demand &amp; Portfolio Agent</a:t>
            </a:r>
          </a:p>
        </p:txBody>
      </p:sp>
      <p:sp>
        <p:nvSpPr>
          <p:cNvPr id="9" name="TextBox 8"/>
          <p:cNvSpPr txBox="1"/>
          <p:nvPr/>
        </p:nvSpPr>
        <p:spPr>
          <a:xfrm>
            <a:off x="566928" y="1234440"/>
            <a:ext cx="2560320" cy="201168"/>
          </a:xfrm>
          <a:prstGeom prst="rect">
            <a:avLst/>
          </a:prstGeom>
          <a:noFill/>
        </p:spPr>
        <p:txBody>
          <a:bodyPr wrap="square" lIns="36000" tIns="36000" rIns="36000" bIns="36000" anchor="t">
            <a:spAutoFit/>
          </a:bodyPr>
          <a:lstStyle/>
          <a:p>
            <a:pPr algn="l"/>
            <a:r>
              <a:rPr sz="800" b="0">
                <a:solidFill>
                  <a:srgbClr val="272727"/>
                </a:solidFill>
                <a:latin typeface="Arial"/>
              </a:rPr>
              <a:t>Senses demand + portfolio gaps</a:t>
            </a:r>
          </a:p>
        </p:txBody>
      </p:sp>
      <p:sp>
        <p:nvSpPr>
          <p:cNvPr id="10" name="Rectangle 9"/>
          <p:cNvSpPr/>
          <p:nvPr/>
        </p:nvSpPr>
        <p:spPr>
          <a:xfrm>
            <a:off x="457200" y="1508760"/>
            <a:ext cx="2743200" cy="4572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1508760"/>
            <a:ext cx="54864" cy="4572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6928" y="1545336"/>
            <a:ext cx="2560320" cy="201168"/>
          </a:xfrm>
          <a:prstGeom prst="rect">
            <a:avLst/>
          </a:prstGeom>
          <a:noFill/>
        </p:spPr>
        <p:txBody>
          <a:bodyPr wrap="square" lIns="36000" tIns="36000" rIns="36000" bIns="36000" anchor="t">
            <a:spAutoFit/>
          </a:bodyPr>
          <a:lstStyle/>
          <a:p>
            <a:pPr algn="l"/>
            <a:r>
              <a:rPr lang="en-US" sz="800" b="1" dirty="0">
                <a:solidFill>
                  <a:srgbClr val="001B5B"/>
                </a:solidFill>
                <a:latin typeface="Arial"/>
              </a:rPr>
              <a:t>Group Company</a:t>
            </a:r>
            <a:r>
              <a:rPr sz="800" b="1" dirty="0">
                <a:solidFill>
                  <a:srgbClr val="001B5B"/>
                </a:solidFill>
                <a:latin typeface="Arial"/>
              </a:rPr>
              <a:t> Insight Agent</a:t>
            </a:r>
          </a:p>
        </p:txBody>
      </p:sp>
      <p:sp>
        <p:nvSpPr>
          <p:cNvPr id="13" name="TextBox 12"/>
          <p:cNvSpPr txBox="1"/>
          <p:nvPr/>
        </p:nvSpPr>
        <p:spPr>
          <a:xfrm>
            <a:off x="566928" y="1737360"/>
            <a:ext cx="2560320" cy="201168"/>
          </a:xfrm>
          <a:prstGeom prst="rect">
            <a:avLst/>
          </a:prstGeom>
          <a:noFill/>
        </p:spPr>
        <p:txBody>
          <a:bodyPr wrap="square" lIns="36000" tIns="36000" rIns="36000" bIns="36000" anchor="t">
            <a:spAutoFit/>
          </a:bodyPr>
          <a:lstStyle/>
          <a:p>
            <a:pPr algn="l"/>
            <a:r>
              <a:rPr sz="800" b="0">
                <a:solidFill>
                  <a:srgbClr val="272727"/>
                </a:solidFill>
                <a:latin typeface="Arial"/>
              </a:rPr>
              <a:t>5-yr company brief before meeting</a:t>
            </a:r>
          </a:p>
        </p:txBody>
      </p:sp>
      <p:sp>
        <p:nvSpPr>
          <p:cNvPr id="14" name="Rectangle 13"/>
          <p:cNvSpPr/>
          <p:nvPr/>
        </p:nvSpPr>
        <p:spPr>
          <a:xfrm>
            <a:off x="457200" y="2011680"/>
            <a:ext cx="2743200" cy="4572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2011680"/>
            <a:ext cx="54864" cy="4572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66928" y="2048256"/>
            <a:ext cx="2560320" cy="201168"/>
          </a:xfrm>
          <a:prstGeom prst="rect">
            <a:avLst/>
          </a:prstGeom>
          <a:noFill/>
        </p:spPr>
        <p:txBody>
          <a:bodyPr wrap="square" lIns="36000" tIns="36000" rIns="36000" bIns="36000" anchor="t">
            <a:spAutoFit/>
          </a:bodyPr>
          <a:lstStyle/>
          <a:p>
            <a:pPr algn="l"/>
            <a:r>
              <a:rPr sz="800" b="1">
                <a:solidFill>
                  <a:srgbClr val="001B5B"/>
                </a:solidFill>
                <a:latin typeface="Arial"/>
              </a:rPr>
              <a:t>Program Route Agent</a:t>
            </a:r>
          </a:p>
        </p:txBody>
      </p:sp>
      <p:sp>
        <p:nvSpPr>
          <p:cNvPr id="17" name="TextBox 16"/>
          <p:cNvSpPr txBox="1"/>
          <p:nvPr/>
        </p:nvSpPr>
        <p:spPr>
          <a:xfrm>
            <a:off x="566928" y="2240280"/>
            <a:ext cx="2560320" cy="201168"/>
          </a:xfrm>
          <a:prstGeom prst="rect">
            <a:avLst/>
          </a:prstGeom>
          <a:noFill/>
        </p:spPr>
        <p:txBody>
          <a:bodyPr wrap="square" lIns="36000" tIns="36000" rIns="36000" bIns="36000" anchor="t">
            <a:spAutoFit/>
          </a:bodyPr>
          <a:lstStyle/>
          <a:p>
            <a:pPr algn="l"/>
            <a:r>
              <a:rPr sz="800" b="0">
                <a:solidFill>
                  <a:srgbClr val="272727"/>
                </a:solidFill>
                <a:latin typeface="Arial"/>
              </a:rPr>
              <a:t>Custom / Open / Flagship</a:t>
            </a:r>
          </a:p>
        </p:txBody>
      </p:sp>
      <p:sp>
        <p:nvSpPr>
          <p:cNvPr id="18" name="Rectangle 17"/>
          <p:cNvSpPr/>
          <p:nvPr/>
        </p:nvSpPr>
        <p:spPr>
          <a:xfrm>
            <a:off x="457200" y="2514600"/>
            <a:ext cx="2743200" cy="4572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7200" y="2514600"/>
            <a:ext cx="54864" cy="4572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66928" y="2551176"/>
            <a:ext cx="2560320" cy="201168"/>
          </a:xfrm>
          <a:prstGeom prst="rect">
            <a:avLst/>
          </a:prstGeom>
          <a:noFill/>
        </p:spPr>
        <p:txBody>
          <a:bodyPr wrap="square" lIns="36000" tIns="36000" rIns="36000" bIns="36000" anchor="t">
            <a:spAutoFit/>
          </a:bodyPr>
          <a:lstStyle/>
          <a:p>
            <a:pPr algn="l"/>
            <a:r>
              <a:rPr sz="800" b="1">
                <a:solidFill>
                  <a:srgbClr val="001B5B"/>
                </a:solidFill>
                <a:latin typeface="Arial"/>
              </a:rPr>
              <a:t>Learning Journey Studio</a:t>
            </a:r>
          </a:p>
        </p:txBody>
      </p:sp>
      <p:sp>
        <p:nvSpPr>
          <p:cNvPr id="21" name="TextBox 20"/>
          <p:cNvSpPr txBox="1"/>
          <p:nvPr/>
        </p:nvSpPr>
        <p:spPr>
          <a:xfrm>
            <a:off x="566928" y="2743200"/>
            <a:ext cx="2560320" cy="201168"/>
          </a:xfrm>
          <a:prstGeom prst="rect">
            <a:avLst/>
          </a:prstGeom>
          <a:noFill/>
        </p:spPr>
        <p:txBody>
          <a:bodyPr wrap="square" lIns="36000" tIns="36000" rIns="36000" bIns="36000" anchor="t">
            <a:spAutoFit/>
          </a:bodyPr>
          <a:lstStyle/>
          <a:p>
            <a:pPr algn="l"/>
            <a:r>
              <a:rPr sz="800" b="0">
                <a:solidFill>
                  <a:srgbClr val="272727"/>
                </a:solidFill>
                <a:latin typeface="Arial"/>
              </a:rPr>
              <a:t>Drafts journey + modules</a:t>
            </a:r>
          </a:p>
        </p:txBody>
      </p:sp>
      <p:sp>
        <p:nvSpPr>
          <p:cNvPr id="22" name="Rectangle 21"/>
          <p:cNvSpPr/>
          <p:nvPr/>
        </p:nvSpPr>
        <p:spPr>
          <a:xfrm>
            <a:off x="457200" y="3017520"/>
            <a:ext cx="2743200" cy="4572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57200" y="3017520"/>
            <a:ext cx="54864" cy="4572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6928" y="3054096"/>
            <a:ext cx="2560320" cy="201168"/>
          </a:xfrm>
          <a:prstGeom prst="rect">
            <a:avLst/>
          </a:prstGeom>
          <a:noFill/>
        </p:spPr>
        <p:txBody>
          <a:bodyPr wrap="square" lIns="36000" tIns="36000" rIns="36000" bIns="36000" anchor="t">
            <a:spAutoFit/>
          </a:bodyPr>
          <a:lstStyle/>
          <a:p>
            <a:pPr algn="l"/>
            <a:r>
              <a:rPr sz="800" b="1">
                <a:solidFill>
                  <a:srgbClr val="001B5B"/>
                </a:solidFill>
                <a:latin typeface="Arial"/>
              </a:rPr>
              <a:t>Content &amp; Case Reuse Agent</a:t>
            </a:r>
          </a:p>
        </p:txBody>
      </p:sp>
      <p:sp>
        <p:nvSpPr>
          <p:cNvPr id="25" name="TextBox 24"/>
          <p:cNvSpPr txBox="1"/>
          <p:nvPr/>
        </p:nvSpPr>
        <p:spPr>
          <a:xfrm>
            <a:off x="566928" y="3246120"/>
            <a:ext cx="2560320" cy="201168"/>
          </a:xfrm>
          <a:prstGeom prst="rect">
            <a:avLst/>
          </a:prstGeom>
          <a:noFill/>
        </p:spPr>
        <p:txBody>
          <a:bodyPr wrap="square" lIns="36000" tIns="36000" rIns="36000" bIns="36000" anchor="t">
            <a:spAutoFit/>
          </a:bodyPr>
          <a:lstStyle/>
          <a:p>
            <a:pPr algn="l"/>
            <a:r>
              <a:rPr sz="800" b="0">
                <a:solidFill>
                  <a:srgbClr val="272727"/>
                </a:solidFill>
                <a:latin typeface="Arial"/>
              </a:rPr>
              <a:t>Finds reusable assets</a:t>
            </a:r>
          </a:p>
        </p:txBody>
      </p:sp>
      <p:sp>
        <p:nvSpPr>
          <p:cNvPr id="26" name="Rectangle 25"/>
          <p:cNvSpPr/>
          <p:nvPr/>
        </p:nvSpPr>
        <p:spPr>
          <a:xfrm>
            <a:off x="457200" y="3520440"/>
            <a:ext cx="2743200" cy="4572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57200" y="3520440"/>
            <a:ext cx="54864" cy="4572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66928" y="3557016"/>
            <a:ext cx="2560320" cy="201168"/>
          </a:xfrm>
          <a:prstGeom prst="rect">
            <a:avLst/>
          </a:prstGeom>
          <a:noFill/>
        </p:spPr>
        <p:txBody>
          <a:bodyPr wrap="square" lIns="36000" tIns="36000" rIns="36000" bIns="36000" anchor="t">
            <a:spAutoFit/>
          </a:bodyPr>
          <a:lstStyle/>
          <a:p>
            <a:pPr algn="l"/>
            <a:r>
              <a:rPr sz="800" b="1">
                <a:solidFill>
                  <a:srgbClr val="001B5B"/>
                </a:solidFill>
                <a:latin typeface="Arial"/>
              </a:rPr>
              <a:t>Faculty &amp; Vendor Matching Agent</a:t>
            </a:r>
          </a:p>
        </p:txBody>
      </p:sp>
      <p:sp>
        <p:nvSpPr>
          <p:cNvPr id="29" name="TextBox 28"/>
          <p:cNvSpPr txBox="1"/>
          <p:nvPr/>
        </p:nvSpPr>
        <p:spPr>
          <a:xfrm>
            <a:off x="566928" y="3749040"/>
            <a:ext cx="2560320" cy="201168"/>
          </a:xfrm>
          <a:prstGeom prst="rect">
            <a:avLst/>
          </a:prstGeom>
          <a:noFill/>
        </p:spPr>
        <p:txBody>
          <a:bodyPr wrap="square" lIns="36000" tIns="36000" rIns="36000" bIns="36000" anchor="t">
            <a:spAutoFit/>
          </a:bodyPr>
          <a:lstStyle/>
          <a:p>
            <a:pPr algn="l"/>
            <a:r>
              <a:rPr sz="800" b="0">
                <a:solidFill>
                  <a:srgbClr val="272727"/>
                </a:solidFill>
                <a:latin typeface="Arial"/>
              </a:rPr>
              <a:t>Ranks faculty + vendors</a:t>
            </a:r>
          </a:p>
        </p:txBody>
      </p:sp>
      <p:sp>
        <p:nvSpPr>
          <p:cNvPr id="30" name="Rectangle 29"/>
          <p:cNvSpPr/>
          <p:nvPr/>
        </p:nvSpPr>
        <p:spPr>
          <a:xfrm>
            <a:off x="457200" y="4023360"/>
            <a:ext cx="2743200" cy="4572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57200" y="4023360"/>
            <a:ext cx="54864" cy="4572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66928" y="4059936"/>
            <a:ext cx="2560320" cy="201168"/>
          </a:xfrm>
          <a:prstGeom prst="rect">
            <a:avLst/>
          </a:prstGeom>
          <a:noFill/>
        </p:spPr>
        <p:txBody>
          <a:bodyPr wrap="square" lIns="36000" tIns="36000" rIns="36000" bIns="36000" anchor="t">
            <a:spAutoFit/>
          </a:bodyPr>
          <a:lstStyle/>
          <a:p>
            <a:pPr algn="l"/>
            <a:r>
              <a:rPr sz="800" b="1">
                <a:solidFill>
                  <a:srgbClr val="001B5B"/>
                </a:solidFill>
                <a:latin typeface="Arial"/>
              </a:rPr>
              <a:t>Proposal &amp; Budget Drafting Agent</a:t>
            </a:r>
          </a:p>
        </p:txBody>
      </p:sp>
      <p:sp>
        <p:nvSpPr>
          <p:cNvPr id="33" name="TextBox 32"/>
          <p:cNvSpPr txBox="1"/>
          <p:nvPr/>
        </p:nvSpPr>
        <p:spPr>
          <a:xfrm>
            <a:off x="566928" y="4251960"/>
            <a:ext cx="2560320" cy="201168"/>
          </a:xfrm>
          <a:prstGeom prst="rect">
            <a:avLst/>
          </a:prstGeom>
          <a:noFill/>
        </p:spPr>
        <p:txBody>
          <a:bodyPr wrap="square" lIns="36000" tIns="36000" rIns="36000" bIns="36000" anchor="t">
            <a:spAutoFit/>
          </a:bodyPr>
          <a:lstStyle/>
          <a:p>
            <a:pPr algn="l"/>
            <a:r>
              <a:rPr sz="800" b="0">
                <a:solidFill>
                  <a:srgbClr val="272727"/>
                </a:solidFill>
                <a:latin typeface="Arial"/>
              </a:rPr>
              <a:t>Drafts proposal / SOW</a:t>
            </a:r>
          </a:p>
        </p:txBody>
      </p:sp>
      <p:sp>
        <p:nvSpPr>
          <p:cNvPr id="34" name="Rectangle 33"/>
          <p:cNvSpPr/>
          <p:nvPr/>
        </p:nvSpPr>
        <p:spPr>
          <a:xfrm>
            <a:off x="3291840" y="1005840"/>
            <a:ext cx="2743200" cy="4572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3291840" y="1005840"/>
            <a:ext cx="54864" cy="4572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401568" y="1042416"/>
            <a:ext cx="2560320" cy="201168"/>
          </a:xfrm>
          <a:prstGeom prst="rect">
            <a:avLst/>
          </a:prstGeom>
          <a:noFill/>
        </p:spPr>
        <p:txBody>
          <a:bodyPr wrap="square" lIns="36000" tIns="36000" rIns="36000" bIns="36000" anchor="t">
            <a:spAutoFit/>
          </a:bodyPr>
          <a:lstStyle/>
          <a:p>
            <a:pPr algn="l"/>
            <a:r>
              <a:rPr sz="800" b="1">
                <a:solidFill>
                  <a:srgbClr val="001B5B"/>
                </a:solidFill>
                <a:latin typeface="Arial"/>
              </a:rPr>
              <a:t>Learner &amp; Cohort Intelligence Agent</a:t>
            </a:r>
          </a:p>
        </p:txBody>
      </p:sp>
      <p:sp>
        <p:nvSpPr>
          <p:cNvPr id="37" name="TextBox 36"/>
          <p:cNvSpPr txBox="1"/>
          <p:nvPr/>
        </p:nvSpPr>
        <p:spPr>
          <a:xfrm>
            <a:off x="3401568" y="1234440"/>
            <a:ext cx="2560320" cy="201168"/>
          </a:xfrm>
          <a:prstGeom prst="rect">
            <a:avLst/>
          </a:prstGeom>
          <a:noFill/>
        </p:spPr>
        <p:txBody>
          <a:bodyPr wrap="square" lIns="36000" tIns="36000" rIns="36000" bIns="36000" anchor="t">
            <a:spAutoFit/>
          </a:bodyPr>
          <a:lstStyle/>
          <a:p>
            <a:pPr algn="l"/>
            <a:r>
              <a:rPr sz="800" b="0">
                <a:solidFill>
                  <a:srgbClr val="272727"/>
                </a:solidFill>
                <a:latin typeface="Arial"/>
              </a:rPr>
              <a:t>Cohort profile + pre-reads</a:t>
            </a:r>
          </a:p>
        </p:txBody>
      </p:sp>
      <p:sp>
        <p:nvSpPr>
          <p:cNvPr id="38" name="Rectangle 37"/>
          <p:cNvSpPr/>
          <p:nvPr/>
        </p:nvSpPr>
        <p:spPr>
          <a:xfrm>
            <a:off x="3291840" y="1508760"/>
            <a:ext cx="2743200" cy="4572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291840" y="1508760"/>
            <a:ext cx="54864" cy="4572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401568" y="1545336"/>
            <a:ext cx="2560320" cy="201168"/>
          </a:xfrm>
          <a:prstGeom prst="rect">
            <a:avLst/>
          </a:prstGeom>
          <a:noFill/>
        </p:spPr>
        <p:txBody>
          <a:bodyPr wrap="square" lIns="36000" tIns="36000" rIns="36000" bIns="36000" anchor="t">
            <a:spAutoFit/>
          </a:bodyPr>
          <a:lstStyle/>
          <a:p>
            <a:pPr algn="l"/>
            <a:r>
              <a:rPr sz="800" b="1">
                <a:solidFill>
                  <a:srgbClr val="001B5B"/>
                </a:solidFill>
                <a:latin typeface="Arial"/>
              </a:rPr>
              <a:t>Nomination &amp; Registration Agent</a:t>
            </a:r>
          </a:p>
        </p:txBody>
      </p:sp>
      <p:sp>
        <p:nvSpPr>
          <p:cNvPr id="41" name="TextBox 40"/>
          <p:cNvSpPr txBox="1"/>
          <p:nvPr/>
        </p:nvSpPr>
        <p:spPr>
          <a:xfrm>
            <a:off x="3401568" y="1737360"/>
            <a:ext cx="2560320" cy="201168"/>
          </a:xfrm>
          <a:prstGeom prst="rect">
            <a:avLst/>
          </a:prstGeom>
          <a:noFill/>
        </p:spPr>
        <p:txBody>
          <a:bodyPr wrap="square" lIns="36000" tIns="36000" rIns="36000" bIns="36000" anchor="t">
            <a:spAutoFit/>
          </a:bodyPr>
          <a:lstStyle/>
          <a:p>
            <a:pPr algn="l"/>
            <a:r>
              <a:rPr sz="800" b="0">
                <a:solidFill>
                  <a:srgbClr val="272727"/>
                </a:solidFill>
                <a:latin typeface="Arial"/>
              </a:rPr>
              <a:t>Tracks nominations</a:t>
            </a:r>
          </a:p>
        </p:txBody>
      </p:sp>
      <p:sp>
        <p:nvSpPr>
          <p:cNvPr id="42" name="Rectangle 41"/>
          <p:cNvSpPr/>
          <p:nvPr/>
        </p:nvSpPr>
        <p:spPr>
          <a:xfrm>
            <a:off x="3291840" y="2011680"/>
            <a:ext cx="2743200" cy="4572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3291840" y="2011680"/>
            <a:ext cx="54864" cy="4572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401568" y="2048256"/>
            <a:ext cx="2560320" cy="201168"/>
          </a:xfrm>
          <a:prstGeom prst="rect">
            <a:avLst/>
          </a:prstGeom>
          <a:noFill/>
        </p:spPr>
        <p:txBody>
          <a:bodyPr wrap="square" lIns="36000" tIns="36000" rIns="36000" bIns="36000" anchor="t">
            <a:spAutoFit/>
          </a:bodyPr>
          <a:lstStyle/>
          <a:p>
            <a:pPr algn="l"/>
            <a:r>
              <a:rPr sz="800" b="1">
                <a:solidFill>
                  <a:srgbClr val="001B5B"/>
                </a:solidFill>
                <a:latin typeface="Arial"/>
              </a:rPr>
              <a:t>Logistics Agent</a:t>
            </a:r>
          </a:p>
        </p:txBody>
      </p:sp>
      <p:sp>
        <p:nvSpPr>
          <p:cNvPr id="45" name="TextBox 44"/>
          <p:cNvSpPr txBox="1"/>
          <p:nvPr/>
        </p:nvSpPr>
        <p:spPr>
          <a:xfrm>
            <a:off x="3401568" y="2240280"/>
            <a:ext cx="2560320" cy="201168"/>
          </a:xfrm>
          <a:prstGeom prst="rect">
            <a:avLst/>
          </a:prstGeom>
          <a:noFill/>
        </p:spPr>
        <p:txBody>
          <a:bodyPr wrap="square" lIns="36000" tIns="36000" rIns="36000" bIns="36000" anchor="t">
            <a:spAutoFit/>
          </a:bodyPr>
          <a:lstStyle/>
          <a:p>
            <a:pPr algn="l"/>
            <a:r>
              <a:rPr sz="800" b="0">
                <a:solidFill>
                  <a:srgbClr val="272727"/>
                </a:solidFill>
                <a:latin typeface="Arial"/>
              </a:rPr>
              <a:t>Venue · accommodation · travel</a:t>
            </a:r>
          </a:p>
        </p:txBody>
      </p:sp>
      <p:sp>
        <p:nvSpPr>
          <p:cNvPr id="46" name="Rectangle 45"/>
          <p:cNvSpPr/>
          <p:nvPr/>
        </p:nvSpPr>
        <p:spPr>
          <a:xfrm>
            <a:off x="3291840" y="2514600"/>
            <a:ext cx="2743200" cy="4572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3291840" y="2514600"/>
            <a:ext cx="54864" cy="4572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401568" y="2551176"/>
            <a:ext cx="2560320" cy="201168"/>
          </a:xfrm>
          <a:prstGeom prst="rect">
            <a:avLst/>
          </a:prstGeom>
          <a:noFill/>
        </p:spPr>
        <p:txBody>
          <a:bodyPr wrap="square" lIns="36000" tIns="36000" rIns="36000" bIns="36000" anchor="t">
            <a:spAutoFit/>
          </a:bodyPr>
          <a:lstStyle/>
          <a:p>
            <a:pPr algn="l"/>
            <a:r>
              <a:rPr sz="800" b="1">
                <a:solidFill>
                  <a:srgbClr val="001B5B"/>
                </a:solidFill>
                <a:latin typeface="Arial"/>
              </a:rPr>
              <a:t>Faculty / Speaker Coordination</a:t>
            </a:r>
          </a:p>
        </p:txBody>
      </p:sp>
      <p:sp>
        <p:nvSpPr>
          <p:cNvPr id="49" name="TextBox 48"/>
          <p:cNvSpPr txBox="1"/>
          <p:nvPr/>
        </p:nvSpPr>
        <p:spPr>
          <a:xfrm>
            <a:off x="3401568" y="2743200"/>
            <a:ext cx="2560320" cy="201168"/>
          </a:xfrm>
          <a:prstGeom prst="rect">
            <a:avLst/>
          </a:prstGeom>
          <a:noFill/>
        </p:spPr>
        <p:txBody>
          <a:bodyPr wrap="square" lIns="36000" tIns="36000" rIns="36000" bIns="36000" anchor="t">
            <a:spAutoFit/>
          </a:bodyPr>
          <a:lstStyle/>
          <a:p>
            <a:pPr algn="l"/>
            <a:r>
              <a:rPr sz="800" b="0">
                <a:solidFill>
                  <a:srgbClr val="272727"/>
                </a:solidFill>
                <a:latin typeface="Arial"/>
              </a:rPr>
              <a:t>Faculty logistics</a:t>
            </a:r>
          </a:p>
        </p:txBody>
      </p:sp>
      <p:sp>
        <p:nvSpPr>
          <p:cNvPr id="50" name="Rectangle 49"/>
          <p:cNvSpPr/>
          <p:nvPr/>
        </p:nvSpPr>
        <p:spPr>
          <a:xfrm>
            <a:off x="3291840" y="3017520"/>
            <a:ext cx="2743200" cy="4572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3291840" y="3017520"/>
            <a:ext cx="54864" cy="4572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401568" y="3054096"/>
            <a:ext cx="2560320" cy="201168"/>
          </a:xfrm>
          <a:prstGeom prst="rect">
            <a:avLst/>
          </a:prstGeom>
          <a:noFill/>
        </p:spPr>
        <p:txBody>
          <a:bodyPr wrap="square" lIns="36000" tIns="36000" rIns="36000" bIns="36000" anchor="t">
            <a:spAutoFit/>
          </a:bodyPr>
          <a:lstStyle/>
          <a:p>
            <a:pPr algn="l"/>
            <a:r>
              <a:rPr sz="800" b="1">
                <a:solidFill>
                  <a:srgbClr val="001B5B"/>
                </a:solidFill>
                <a:latin typeface="Arial"/>
              </a:rPr>
              <a:t>Dossier Generation Agent</a:t>
            </a:r>
          </a:p>
        </p:txBody>
      </p:sp>
      <p:sp>
        <p:nvSpPr>
          <p:cNvPr id="53" name="TextBox 52"/>
          <p:cNvSpPr txBox="1"/>
          <p:nvPr/>
        </p:nvSpPr>
        <p:spPr>
          <a:xfrm>
            <a:off x="3401568" y="3246120"/>
            <a:ext cx="2560320" cy="201168"/>
          </a:xfrm>
          <a:prstGeom prst="rect">
            <a:avLst/>
          </a:prstGeom>
          <a:noFill/>
        </p:spPr>
        <p:txBody>
          <a:bodyPr wrap="square" lIns="36000" tIns="36000" rIns="36000" bIns="36000" anchor="t">
            <a:spAutoFit/>
          </a:bodyPr>
          <a:lstStyle/>
          <a:p>
            <a:pPr algn="l"/>
            <a:r>
              <a:rPr sz="800" b="0">
                <a:solidFill>
                  <a:srgbClr val="272727"/>
                </a:solidFill>
                <a:latin typeface="Arial"/>
              </a:rPr>
              <a:t>Creates program dossier</a:t>
            </a:r>
          </a:p>
        </p:txBody>
      </p:sp>
      <p:sp>
        <p:nvSpPr>
          <p:cNvPr id="54" name="Rectangle 53"/>
          <p:cNvSpPr/>
          <p:nvPr/>
        </p:nvSpPr>
        <p:spPr>
          <a:xfrm>
            <a:off x="3291840" y="3520440"/>
            <a:ext cx="2743200" cy="4572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3291840" y="3520440"/>
            <a:ext cx="54864" cy="4572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401568" y="3557016"/>
            <a:ext cx="2560320" cy="201168"/>
          </a:xfrm>
          <a:prstGeom prst="rect">
            <a:avLst/>
          </a:prstGeom>
          <a:noFill/>
        </p:spPr>
        <p:txBody>
          <a:bodyPr wrap="square" lIns="36000" tIns="36000" rIns="36000" bIns="36000" anchor="t">
            <a:spAutoFit/>
          </a:bodyPr>
          <a:lstStyle/>
          <a:p>
            <a:pPr algn="l"/>
            <a:r>
              <a:rPr sz="800" b="1">
                <a:solidFill>
                  <a:srgbClr val="001B5B"/>
                </a:solidFill>
                <a:latin typeface="Arial"/>
              </a:rPr>
              <a:t>Live Delivery Support Agent</a:t>
            </a:r>
          </a:p>
        </p:txBody>
      </p:sp>
      <p:sp>
        <p:nvSpPr>
          <p:cNvPr id="57" name="TextBox 56"/>
          <p:cNvSpPr txBox="1"/>
          <p:nvPr/>
        </p:nvSpPr>
        <p:spPr>
          <a:xfrm>
            <a:off x="3401568" y="3749040"/>
            <a:ext cx="2560320" cy="201168"/>
          </a:xfrm>
          <a:prstGeom prst="rect">
            <a:avLst/>
          </a:prstGeom>
          <a:noFill/>
        </p:spPr>
        <p:txBody>
          <a:bodyPr wrap="square" lIns="36000" tIns="36000" rIns="36000" bIns="36000" anchor="t">
            <a:spAutoFit/>
          </a:bodyPr>
          <a:lstStyle/>
          <a:p>
            <a:pPr algn="l"/>
            <a:r>
              <a:rPr sz="800" b="0">
                <a:solidFill>
                  <a:srgbClr val="272727"/>
                </a:solidFill>
                <a:latin typeface="Arial"/>
              </a:rPr>
              <a:t>Tracks delivery exceptions</a:t>
            </a:r>
          </a:p>
        </p:txBody>
      </p:sp>
      <p:sp>
        <p:nvSpPr>
          <p:cNvPr id="58" name="Rectangle 57"/>
          <p:cNvSpPr/>
          <p:nvPr/>
        </p:nvSpPr>
        <p:spPr>
          <a:xfrm>
            <a:off x="3291840" y="4023360"/>
            <a:ext cx="2743200" cy="4572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3291840" y="4023360"/>
            <a:ext cx="54864" cy="4572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3401568" y="4059936"/>
            <a:ext cx="2560320" cy="201168"/>
          </a:xfrm>
          <a:prstGeom prst="rect">
            <a:avLst/>
          </a:prstGeom>
          <a:noFill/>
        </p:spPr>
        <p:txBody>
          <a:bodyPr wrap="square" lIns="36000" tIns="36000" rIns="36000" bIns="36000" anchor="t">
            <a:spAutoFit/>
          </a:bodyPr>
          <a:lstStyle/>
          <a:p>
            <a:pPr algn="l"/>
            <a:r>
              <a:rPr sz="800" b="1">
                <a:solidFill>
                  <a:srgbClr val="001B5B"/>
                </a:solidFill>
                <a:latin typeface="Arial"/>
              </a:rPr>
              <a:t>Feedback Synthesis Agent</a:t>
            </a:r>
          </a:p>
        </p:txBody>
      </p:sp>
      <p:sp>
        <p:nvSpPr>
          <p:cNvPr id="61" name="TextBox 60"/>
          <p:cNvSpPr txBox="1"/>
          <p:nvPr/>
        </p:nvSpPr>
        <p:spPr>
          <a:xfrm>
            <a:off x="3401568" y="4251960"/>
            <a:ext cx="2560320" cy="201168"/>
          </a:xfrm>
          <a:prstGeom prst="rect">
            <a:avLst/>
          </a:prstGeom>
          <a:noFill/>
        </p:spPr>
        <p:txBody>
          <a:bodyPr wrap="square" lIns="36000" tIns="36000" rIns="36000" bIns="36000" anchor="t">
            <a:spAutoFit/>
          </a:bodyPr>
          <a:lstStyle/>
          <a:p>
            <a:pPr algn="l"/>
            <a:r>
              <a:rPr sz="800" b="0">
                <a:solidFill>
                  <a:srgbClr val="272727"/>
                </a:solidFill>
                <a:latin typeface="Arial"/>
              </a:rPr>
              <a:t>Themes + report draft</a:t>
            </a:r>
          </a:p>
        </p:txBody>
      </p:sp>
      <p:sp>
        <p:nvSpPr>
          <p:cNvPr id="62" name="Rectangle 61"/>
          <p:cNvSpPr/>
          <p:nvPr/>
        </p:nvSpPr>
        <p:spPr>
          <a:xfrm>
            <a:off x="6126480" y="1005840"/>
            <a:ext cx="2743200" cy="4572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6126480" y="1005840"/>
            <a:ext cx="54864" cy="4572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236208" y="1042416"/>
            <a:ext cx="2560320" cy="201168"/>
          </a:xfrm>
          <a:prstGeom prst="rect">
            <a:avLst/>
          </a:prstGeom>
          <a:noFill/>
        </p:spPr>
        <p:txBody>
          <a:bodyPr wrap="square" lIns="36000" tIns="36000" rIns="36000" bIns="36000" anchor="t">
            <a:spAutoFit/>
          </a:bodyPr>
          <a:lstStyle/>
          <a:p>
            <a:pPr algn="l"/>
            <a:r>
              <a:rPr sz="800" b="1">
                <a:solidFill>
                  <a:srgbClr val="001B5B"/>
                </a:solidFill>
                <a:latin typeface="Arial"/>
              </a:rPr>
              <a:t>Impact Measurement Agent</a:t>
            </a:r>
          </a:p>
        </p:txBody>
      </p:sp>
      <p:sp>
        <p:nvSpPr>
          <p:cNvPr id="65" name="TextBox 64"/>
          <p:cNvSpPr txBox="1"/>
          <p:nvPr/>
        </p:nvSpPr>
        <p:spPr>
          <a:xfrm>
            <a:off x="6236208" y="1234440"/>
            <a:ext cx="2560320" cy="201168"/>
          </a:xfrm>
          <a:prstGeom prst="rect">
            <a:avLst/>
          </a:prstGeom>
          <a:noFill/>
        </p:spPr>
        <p:txBody>
          <a:bodyPr wrap="square" lIns="36000" tIns="36000" rIns="36000" bIns="36000" anchor="t">
            <a:spAutoFit/>
          </a:bodyPr>
          <a:lstStyle/>
          <a:p>
            <a:pPr algn="l"/>
            <a:r>
              <a:rPr sz="800" b="0">
                <a:solidFill>
                  <a:srgbClr val="272727"/>
                </a:solidFill>
                <a:latin typeface="Arial"/>
              </a:rPr>
              <a:t>L2 / L3 / L4 evidence</a:t>
            </a:r>
          </a:p>
        </p:txBody>
      </p:sp>
      <p:sp>
        <p:nvSpPr>
          <p:cNvPr id="66" name="Rectangle 65"/>
          <p:cNvSpPr/>
          <p:nvPr/>
        </p:nvSpPr>
        <p:spPr>
          <a:xfrm>
            <a:off x="6126480" y="1508760"/>
            <a:ext cx="2743200" cy="4572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6126480" y="1508760"/>
            <a:ext cx="54864" cy="4572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6236208" y="1545336"/>
            <a:ext cx="2560320" cy="201168"/>
          </a:xfrm>
          <a:prstGeom prst="rect">
            <a:avLst/>
          </a:prstGeom>
          <a:noFill/>
        </p:spPr>
        <p:txBody>
          <a:bodyPr wrap="square" lIns="36000" tIns="36000" rIns="36000" bIns="36000" anchor="t">
            <a:spAutoFit/>
          </a:bodyPr>
          <a:lstStyle/>
          <a:p>
            <a:pPr algn="l"/>
            <a:r>
              <a:rPr lang="en-US" sz="800" b="1" dirty="0">
                <a:solidFill>
                  <a:srgbClr val="001B5B"/>
                </a:solidFill>
                <a:latin typeface="Arial"/>
              </a:rPr>
              <a:t>Group Company</a:t>
            </a:r>
            <a:r>
              <a:rPr sz="800" b="1" dirty="0">
                <a:solidFill>
                  <a:srgbClr val="001B5B"/>
                </a:solidFill>
                <a:latin typeface="Arial"/>
              </a:rPr>
              <a:t> Value Narrative Agent</a:t>
            </a:r>
          </a:p>
        </p:txBody>
      </p:sp>
      <p:sp>
        <p:nvSpPr>
          <p:cNvPr id="69" name="TextBox 68"/>
          <p:cNvSpPr txBox="1"/>
          <p:nvPr/>
        </p:nvSpPr>
        <p:spPr>
          <a:xfrm>
            <a:off x="6236208" y="1737360"/>
            <a:ext cx="2560320" cy="201168"/>
          </a:xfrm>
          <a:prstGeom prst="rect">
            <a:avLst/>
          </a:prstGeom>
          <a:noFill/>
        </p:spPr>
        <p:txBody>
          <a:bodyPr wrap="square" lIns="36000" tIns="36000" rIns="36000" bIns="36000" anchor="t">
            <a:spAutoFit/>
          </a:bodyPr>
          <a:lstStyle/>
          <a:p>
            <a:pPr algn="l"/>
            <a:r>
              <a:rPr lang="en-US" sz="800" dirty="0">
                <a:solidFill>
                  <a:srgbClr val="272727"/>
                </a:solidFill>
                <a:latin typeface="Arial"/>
              </a:rPr>
              <a:t>Group Company</a:t>
            </a:r>
            <a:r>
              <a:rPr sz="800" b="0" dirty="0">
                <a:solidFill>
                  <a:srgbClr val="272727"/>
                </a:solidFill>
                <a:latin typeface="Arial"/>
              </a:rPr>
              <a:t> report + renewal</a:t>
            </a:r>
          </a:p>
        </p:txBody>
      </p:sp>
      <p:sp>
        <p:nvSpPr>
          <p:cNvPr id="70" name="Rectangle 69"/>
          <p:cNvSpPr/>
          <p:nvPr/>
        </p:nvSpPr>
        <p:spPr>
          <a:xfrm>
            <a:off x="6126480" y="2011680"/>
            <a:ext cx="2743200" cy="4572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6126480" y="2011680"/>
            <a:ext cx="54864" cy="4572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236208" y="2048256"/>
            <a:ext cx="2560320" cy="201168"/>
          </a:xfrm>
          <a:prstGeom prst="rect">
            <a:avLst/>
          </a:prstGeom>
          <a:noFill/>
        </p:spPr>
        <p:txBody>
          <a:bodyPr wrap="square" lIns="36000" tIns="36000" rIns="36000" bIns="36000" anchor="t">
            <a:spAutoFit/>
          </a:bodyPr>
          <a:lstStyle/>
          <a:p>
            <a:pPr algn="l"/>
            <a:r>
              <a:rPr sz="800" b="1">
                <a:solidFill>
                  <a:srgbClr val="001B5B"/>
                </a:solidFill>
                <a:latin typeface="Arial"/>
              </a:rPr>
              <a:t>Alumni Engagement Agent</a:t>
            </a:r>
          </a:p>
        </p:txBody>
      </p:sp>
      <p:sp>
        <p:nvSpPr>
          <p:cNvPr id="73" name="TextBox 72"/>
          <p:cNvSpPr txBox="1"/>
          <p:nvPr/>
        </p:nvSpPr>
        <p:spPr>
          <a:xfrm>
            <a:off x="6236208" y="2240280"/>
            <a:ext cx="2560320" cy="201168"/>
          </a:xfrm>
          <a:prstGeom prst="rect">
            <a:avLst/>
          </a:prstGeom>
          <a:noFill/>
        </p:spPr>
        <p:txBody>
          <a:bodyPr wrap="square" lIns="36000" tIns="36000" rIns="36000" bIns="36000" anchor="t">
            <a:spAutoFit/>
          </a:bodyPr>
          <a:lstStyle/>
          <a:p>
            <a:pPr algn="l"/>
            <a:r>
              <a:rPr sz="800" b="0">
                <a:solidFill>
                  <a:srgbClr val="272727"/>
                </a:solidFill>
                <a:latin typeface="Arial"/>
              </a:rPr>
              <a:t>Living alumni layer</a:t>
            </a:r>
          </a:p>
        </p:txBody>
      </p:sp>
      <p:sp>
        <p:nvSpPr>
          <p:cNvPr id="74" name="Rectangle 73"/>
          <p:cNvSpPr/>
          <p:nvPr/>
        </p:nvSpPr>
        <p:spPr>
          <a:xfrm>
            <a:off x="6126480" y="2514600"/>
            <a:ext cx="2743200" cy="4572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6126480" y="2514600"/>
            <a:ext cx="54864" cy="4572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6236208" y="2551176"/>
            <a:ext cx="2560320" cy="201168"/>
          </a:xfrm>
          <a:prstGeom prst="rect">
            <a:avLst/>
          </a:prstGeom>
          <a:noFill/>
        </p:spPr>
        <p:txBody>
          <a:bodyPr wrap="square" lIns="36000" tIns="36000" rIns="36000" bIns="36000" anchor="t">
            <a:spAutoFit/>
          </a:bodyPr>
          <a:lstStyle/>
          <a:p>
            <a:pPr algn="l"/>
            <a:r>
              <a:rPr sz="800" b="1">
                <a:solidFill>
                  <a:srgbClr val="001B5B"/>
                </a:solidFill>
                <a:latin typeface="Arial"/>
              </a:rPr>
              <a:t>Next-Best-Learning Agent</a:t>
            </a:r>
          </a:p>
        </p:txBody>
      </p:sp>
      <p:sp>
        <p:nvSpPr>
          <p:cNvPr id="77" name="TextBox 76"/>
          <p:cNvSpPr txBox="1"/>
          <p:nvPr/>
        </p:nvSpPr>
        <p:spPr>
          <a:xfrm>
            <a:off x="6236208" y="2743200"/>
            <a:ext cx="2560320" cy="201168"/>
          </a:xfrm>
          <a:prstGeom prst="rect">
            <a:avLst/>
          </a:prstGeom>
          <a:noFill/>
        </p:spPr>
        <p:txBody>
          <a:bodyPr wrap="square" lIns="36000" tIns="36000" rIns="36000" bIns="36000" anchor="t">
            <a:spAutoFit/>
          </a:bodyPr>
          <a:lstStyle/>
          <a:p>
            <a:pPr algn="l"/>
            <a:r>
              <a:rPr sz="800" b="0">
                <a:solidFill>
                  <a:srgbClr val="272727"/>
                </a:solidFill>
                <a:latin typeface="Arial"/>
              </a:rPr>
              <a:t>Recommends next program</a:t>
            </a:r>
          </a:p>
        </p:txBody>
      </p:sp>
      <p:sp>
        <p:nvSpPr>
          <p:cNvPr id="78" name="Rectangle 77"/>
          <p:cNvSpPr/>
          <p:nvPr/>
        </p:nvSpPr>
        <p:spPr>
          <a:xfrm>
            <a:off x="6126480" y="3017520"/>
            <a:ext cx="2743200" cy="45720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6126480" y="3017520"/>
            <a:ext cx="54864" cy="4572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6236208" y="3054096"/>
            <a:ext cx="2560320" cy="201168"/>
          </a:xfrm>
          <a:prstGeom prst="rect">
            <a:avLst/>
          </a:prstGeom>
          <a:noFill/>
        </p:spPr>
        <p:txBody>
          <a:bodyPr wrap="square" lIns="36000" tIns="36000" rIns="36000" bIns="36000" anchor="t">
            <a:spAutoFit/>
          </a:bodyPr>
          <a:lstStyle/>
          <a:p>
            <a:pPr algn="l"/>
            <a:r>
              <a:rPr sz="800" b="1">
                <a:solidFill>
                  <a:srgbClr val="001B5B"/>
                </a:solidFill>
                <a:latin typeface="Arial"/>
              </a:rPr>
              <a:t>Knowledge Governance Agent</a:t>
            </a:r>
          </a:p>
        </p:txBody>
      </p:sp>
      <p:sp>
        <p:nvSpPr>
          <p:cNvPr id="81" name="TextBox 80"/>
          <p:cNvSpPr txBox="1"/>
          <p:nvPr/>
        </p:nvSpPr>
        <p:spPr>
          <a:xfrm>
            <a:off x="6236208" y="3246120"/>
            <a:ext cx="2560320" cy="201168"/>
          </a:xfrm>
          <a:prstGeom prst="rect">
            <a:avLst/>
          </a:prstGeom>
          <a:noFill/>
        </p:spPr>
        <p:txBody>
          <a:bodyPr wrap="square" lIns="36000" tIns="36000" rIns="36000" bIns="36000" anchor="t">
            <a:spAutoFit/>
          </a:bodyPr>
          <a:lstStyle/>
          <a:p>
            <a:pPr algn="l"/>
            <a:r>
              <a:rPr sz="800" b="0">
                <a:solidFill>
                  <a:srgbClr val="272727"/>
                </a:solidFill>
                <a:latin typeface="Arial"/>
              </a:rPr>
              <a:t>Audit + traceability</a:t>
            </a:r>
          </a:p>
        </p:txBody>
      </p:sp>
      <p:sp>
        <p:nvSpPr>
          <p:cNvPr id="82" name="TextBox 81"/>
          <p:cNvSpPr txBox="1"/>
          <p:nvPr/>
        </p:nvSpPr>
        <p:spPr>
          <a:xfrm>
            <a:off x="457200" y="4572000"/>
            <a:ext cx="8229600" cy="228600"/>
          </a:xfrm>
          <a:prstGeom prst="rect">
            <a:avLst/>
          </a:prstGeom>
          <a:noFill/>
        </p:spPr>
        <p:txBody>
          <a:bodyPr wrap="square" lIns="36000" tIns="36000" rIns="36000" bIns="36000" anchor="t">
            <a:spAutoFit/>
          </a:bodyPr>
          <a:lstStyle/>
          <a:p>
            <a:pPr algn="l"/>
            <a:r>
              <a:rPr sz="800" b="0" dirty="0">
                <a:solidFill>
                  <a:srgbClr val="999999"/>
                </a:solidFill>
                <a:latin typeface="Arial"/>
              </a:rPr>
              <a:t>Full table — purpose · trigger · data inputs · human checkpoint · feasibility · metrics — in the report (Appendix B).</a:t>
            </a:r>
          </a:p>
        </p:txBody>
      </p:sp>
      <p:sp>
        <p:nvSpPr>
          <p:cNvPr id="83" name="TextBox 82"/>
          <p:cNvSpPr txBox="1"/>
          <p:nvPr/>
        </p:nvSpPr>
        <p:spPr>
          <a:xfrm>
            <a:off x="8046720" y="4864608"/>
            <a:ext cx="914400" cy="195814"/>
          </a:xfrm>
          <a:prstGeom prst="rect">
            <a:avLst/>
          </a:prstGeom>
          <a:noFill/>
        </p:spPr>
        <p:txBody>
          <a:bodyPr wrap="square" lIns="36000" tIns="36000" rIns="36000" bIns="36000" anchor="t">
            <a:spAutoFit/>
          </a:bodyPr>
          <a:lstStyle/>
          <a:p>
            <a:pPr algn="r"/>
            <a:r>
              <a:rPr sz="800" b="0" dirty="0">
                <a:solidFill>
                  <a:srgbClr val="999999"/>
                </a:solidFill>
                <a:latin typeface="Arial"/>
              </a:rPr>
              <a:t>2</a:t>
            </a:r>
            <a:r>
              <a:rPr lang="en-US" sz="800" b="0" dirty="0">
                <a:solidFill>
                  <a:srgbClr val="999999"/>
                </a:solidFill>
                <a:latin typeface="Arial"/>
              </a:rPr>
              <a:t>5</a:t>
            </a:r>
            <a:r>
              <a:rPr sz="800" b="0" dirty="0">
                <a:solidFill>
                  <a:srgbClr val="999999"/>
                </a:solidFill>
                <a:latin typeface="Arial"/>
              </a:rPr>
              <a:t> / 2</a:t>
            </a:r>
            <a:r>
              <a:rPr lang="en-US" sz="800" b="0" dirty="0">
                <a:solidFill>
                  <a:srgbClr val="999999"/>
                </a:solidFill>
                <a:latin typeface="Arial"/>
              </a:rPr>
              <a:t>7</a:t>
            </a:r>
            <a:endParaRPr sz="800" b="0" dirty="0">
              <a:solidFill>
                <a:srgbClr val="999999"/>
              </a:solidFill>
              <a:latin typeface="Arial"/>
            </a:endParaRPr>
          </a:p>
        </p:txBody>
      </p:sp>
      <p:pic>
        <p:nvPicPr>
          <p:cNvPr id="84" name="Picture 8" descr="Tata logo png, Tata icon transparent png 20975508 PNG">
            <a:extLst>
              <a:ext uri="{FF2B5EF4-FFF2-40B4-BE49-F238E27FC236}">
                <a16:creationId xmlns:a16="http://schemas.microsoft.com/office/drawing/2014/main" id="{8ED956B2-6444-D131-0E3C-D76CEE0F82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7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8229600" cy="640080"/>
          </a:xfrm>
          <a:prstGeom prst="rect">
            <a:avLst/>
          </a:prstGeom>
          <a:noFill/>
        </p:spPr>
        <p:txBody>
          <a:bodyPr wrap="square" lIns="36000" tIns="36000" rIns="36000" bIns="36000" anchor="t">
            <a:spAutoFit/>
          </a:bodyPr>
          <a:lstStyle/>
          <a:p>
            <a:pPr algn="l"/>
            <a:r>
              <a:rPr sz="1800" b="1">
                <a:solidFill>
                  <a:srgbClr val="001B5B"/>
                </a:solidFill>
                <a:latin typeface="Arial"/>
              </a:rPr>
              <a:t>Appendix · TAS agent catalogue (17 agents)</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algn="l"/>
            <a:r>
              <a:rPr sz="800" b="0" dirty="0">
                <a:solidFill>
                  <a:srgbClr val="999999"/>
                </a:solidFill>
                <a:latin typeface="Arial"/>
              </a:rPr>
              <a:t>AI-NATIVE HR · </a:t>
            </a:r>
            <a:r>
              <a:rPr lang="en-IN" sz="800" b="0" dirty="0">
                <a:solidFill>
                  <a:srgbClr val="999999"/>
                </a:solidFill>
                <a:latin typeface="Arial"/>
              </a:rPr>
              <a:t>FINAL REVIEW</a:t>
            </a:r>
            <a:endParaRPr sz="800" b="0" dirty="0">
              <a:solidFill>
                <a:srgbClr val="999999"/>
              </a:solidFill>
              <a:latin typeface="Arial"/>
            </a:endParaRPr>
          </a:p>
        </p:txBody>
      </p:sp>
      <p:sp>
        <p:nvSpPr>
          <p:cNvPr id="6" name="Rectangle 5"/>
          <p:cNvSpPr/>
          <p:nvPr/>
        </p:nvSpPr>
        <p:spPr>
          <a:xfrm>
            <a:off x="457200" y="1005840"/>
            <a:ext cx="2743200" cy="50292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005840"/>
            <a:ext cx="54864" cy="50292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1042416"/>
            <a:ext cx="2560320" cy="228600"/>
          </a:xfrm>
          <a:prstGeom prst="rect">
            <a:avLst/>
          </a:prstGeom>
          <a:noFill/>
        </p:spPr>
        <p:txBody>
          <a:bodyPr wrap="square" lIns="36000" tIns="36000" rIns="36000" bIns="36000" anchor="t">
            <a:spAutoFit/>
          </a:bodyPr>
          <a:lstStyle/>
          <a:p>
            <a:pPr algn="l"/>
            <a:r>
              <a:rPr sz="800" b="1">
                <a:solidFill>
                  <a:srgbClr val="001B5B"/>
                </a:solidFill>
                <a:latin typeface="Arial"/>
              </a:rPr>
              <a:t>Channel Orchestrator</a:t>
            </a:r>
          </a:p>
        </p:txBody>
      </p:sp>
      <p:sp>
        <p:nvSpPr>
          <p:cNvPr id="9" name="TextBox 8"/>
          <p:cNvSpPr txBox="1"/>
          <p:nvPr/>
        </p:nvSpPr>
        <p:spPr>
          <a:xfrm>
            <a:off x="566928" y="1261872"/>
            <a:ext cx="2560320" cy="228600"/>
          </a:xfrm>
          <a:prstGeom prst="rect">
            <a:avLst/>
          </a:prstGeom>
          <a:noFill/>
        </p:spPr>
        <p:txBody>
          <a:bodyPr wrap="square" lIns="36000" tIns="36000" rIns="36000" bIns="36000" anchor="t">
            <a:spAutoFit/>
          </a:bodyPr>
          <a:lstStyle/>
          <a:p>
            <a:pPr algn="l"/>
            <a:r>
              <a:rPr sz="800" b="0">
                <a:solidFill>
                  <a:srgbClr val="272727"/>
                </a:solidFill>
                <a:latin typeface="Arial"/>
              </a:rPr>
              <a:t>6-channel calendar</a:t>
            </a:r>
          </a:p>
        </p:txBody>
      </p:sp>
      <p:sp>
        <p:nvSpPr>
          <p:cNvPr id="10" name="Rectangle 9"/>
          <p:cNvSpPr/>
          <p:nvPr/>
        </p:nvSpPr>
        <p:spPr>
          <a:xfrm>
            <a:off x="457200" y="1554480"/>
            <a:ext cx="2743200" cy="50292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1554480"/>
            <a:ext cx="54864" cy="50292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6928" y="1591056"/>
            <a:ext cx="2560320" cy="228600"/>
          </a:xfrm>
          <a:prstGeom prst="rect">
            <a:avLst/>
          </a:prstGeom>
          <a:noFill/>
        </p:spPr>
        <p:txBody>
          <a:bodyPr wrap="square" lIns="36000" tIns="36000" rIns="36000" bIns="36000" anchor="t">
            <a:spAutoFit/>
          </a:bodyPr>
          <a:lstStyle/>
          <a:p>
            <a:pPr algn="l"/>
            <a:r>
              <a:rPr sz="800" b="1">
                <a:solidFill>
                  <a:srgbClr val="001B5B"/>
                </a:solidFill>
                <a:latin typeface="Arial"/>
              </a:rPr>
              <a:t>Vendor Collation Agent</a:t>
            </a:r>
          </a:p>
        </p:txBody>
      </p:sp>
      <p:sp>
        <p:nvSpPr>
          <p:cNvPr id="13" name="TextBox 12"/>
          <p:cNvSpPr txBox="1"/>
          <p:nvPr/>
        </p:nvSpPr>
        <p:spPr>
          <a:xfrm>
            <a:off x="566928" y="1810512"/>
            <a:ext cx="2560320" cy="228600"/>
          </a:xfrm>
          <a:prstGeom prst="rect">
            <a:avLst/>
          </a:prstGeom>
          <a:noFill/>
        </p:spPr>
        <p:txBody>
          <a:bodyPr wrap="square" lIns="36000" tIns="36000" rIns="36000" bIns="36000" anchor="t">
            <a:spAutoFit/>
          </a:bodyPr>
          <a:lstStyle/>
          <a:p>
            <a:pPr algn="l"/>
            <a:r>
              <a:rPr sz="800" b="0">
                <a:solidFill>
                  <a:srgbClr val="272727"/>
                </a:solidFill>
                <a:latin typeface="Arial"/>
              </a:rPr>
              <a:t>Prospect.ai · Unstop · InsideIIM → iON</a:t>
            </a:r>
          </a:p>
        </p:txBody>
      </p:sp>
      <p:sp>
        <p:nvSpPr>
          <p:cNvPr id="14" name="Rectangle 13"/>
          <p:cNvSpPr/>
          <p:nvPr/>
        </p:nvSpPr>
        <p:spPr>
          <a:xfrm>
            <a:off x="457200" y="2103120"/>
            <a:ext cx="2743200" cy="50292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2103120"/>
            <a:ext cx="54864" cy="50292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66928" y="2139696"/>
            <a:ext cx="2560320" cy="228600"/>
          </a:xfrm>
          <a:prstGeom prst="rect">
            <a:avLst/>
          </a:prstGeom>
          <a:noFill/>
        </p:spPr>
        <p:txBody>
          <a:bodyPr wrap="square" lIns="36000" tIns="36000" rIns="36000" bIns="36000" anchor="t">
            <a:spAutoFit/>
          </a:bodyPr>
          <a:lstStyle/>
          <a:p>
            <a:pPr algn="l"/>
            <a:r>
              <a:rPr sz="800" b="1">
                <a:solidFill>
                  <a:srgbClr val="001B5B"/>
                </a:solidFill>
                <a:latin typeface="Arial"/>
              </a:rPr>
              <a:t>Rubric-Blind Triage Agent</a:t>
            </a:r>
          </a:p>
        </p:txBody>
      </p:sp>
      <p:sp>
        <p:nvSpPr>
          <p:cNvPr id="17" name="TextBox 16"/>
          <p:cNvSpPr txBox="1"/>
          <p:nvPr/>
        </p:nvSpPr>
        <p:spPr>
          <a:xfrm>
            <a:off x="566928" y="2359152"/>
            <a:ext cx="2560320" cy="228600"/>
          </a:xfrm>
          <a:prstGeom prst="rect">
            <a:avLst/>
          </a:prstGeom>
          <a:noFill/>
        </p:spPr>
        <p:txBody>
          <a:bodyPr wrap="square" lIns="36000" tIns="36000" rIns="36000" bIns="36000" anchor="t">
            <a:spAutoFit/>
          </a:bodyPr>
          <a:lstStyle/>
          <a:p>
            <a:pPr algn="l"/>
            <a:r>
              <a:rPr sz="800" b="0">
                <a:solidFill>
                  <a:srgbClr val="272727"/>
                </a:solidFill>
                <a:latin typeface="Arial"/>
              </a:rPr>
              <a:t>Ranks on observable attributes only</a:t>
            </a:r>
          </a:p>
        </p:txBody>
      </p:sp>
      <p:sp>
        <p:nvSpPr>
          <p:cNvPr id="18" name="Rectangle 17"/>
          <p:cNvSpPr/>
          <p:nvPr/>
        </p:nvSpPr>
        <p:spPr>
          <a:xfrm>
            <a:off x="457200" y="2651760"/>
            <a:ext cx="2743200" cy="50292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7200" y="2651760"/>
            <a:ext cx="54864" cy="50292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66928" y="2688336"/>
            <a:ext cx="2560320" cy="228600"/>
          </a:xfrm>
          <a:prstGeom prst="rect">
            <a:avLst/>
          </a:prstGeom>
          <a:noFill/>
        </p:spPr>
        <p:txBody>
          <a:bodyPr wrap="square" lIns="36000" tIns="36000" rIns="36000" bIns="36000" anchor="t">
            <a:spAutoFit/>
          </a:bodyPr>
          <a:lstStyle/>
          <a:p>
            <a:pPr algn="l"/>
            <a:r>
              <a:rPr sz="800" b="1">
                <a:solidFill>
                  <a:srgbClr val="001B5B"/>
                </a:solidFill>
                <a:latin typeface="Arial"/>
              </a:rPr>
              <a:t>TIC Video Triage Agent</a:t>
            </a:r>
          </a:p>
        </p:txBody>
      </p:sp>
      <p:sp>
        <p:nvSpPr>
          <p:cNvPr id="21" name="TextBox 20"/>
          <p:cNvSpPr txBox="1"/>
          <p:nvPr/>
        </p:nvSpPr>
        <p:spPr>
          <a:xfrm>
            <a:off x="566928" y="2907792"/>
            <a:ext cx="2560320" cy="228600"/>
          </a:xfrm>
          <a:prstGeom prst="rect">
            <a:avLst/>
          </a:prstGeom>
          <a:noFill/>
        </p:spPr>
        <p:txBody>
          <a:bodyPr wrap="square" lIns="36000" tIns="36000" rIns="36000" bIns="36000" anchor="t">
            <a:spAutoFit/>
          </a:bodyPr>
          <a:lstStyle/>
          <a:p>
            <a:pPr algn="l"/>
            <a:r>
              <a:rPr sz="800" b="0">
                <a:solidFill>
                  <a:srgbClr val="272727"/>
                </a:solidFill>
                <a:latin typeface="Arial"/>
              </a:rPr>
              <a:t>Pre-ranks ~1,000 idea videos</a:t>
            </a:r>
          </a:p>
        </p:txBody>
      </p:sp>
      <p:sp>
        <p:nvSpPr>
          <p:cNvPr id="22" name="Rectangle 21"/>
          <p:cNvSpPr/>
          <p:nvPr/>
        </p:nvSpPr>
        <p:spPr>
          <a:xfrm>
            <a:off x="457200" y="3200400"/>
            <a:ext cx="2743200" cy="50292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57200" y="3200400"/>
            <a:ext cx="54864" cy="50292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6928" y="3236976"/>
            <a:ext cx="2560320" cy="228600"/>
          </a:xfrm>
          <a:prstGeom prst="rect">
            <a:avLst/>
          </a:prstGeom>
          <a:noFill/>
        </p:spPr>
        <p:txBody>
          <a:bodyPr wrap="square" lIns="36000" tIns="36000" rIns="36000" bIns="36000" anchor="t">
            <a:spAutoFit/>
          </a:bodyPr>
          <a:lstStyle/>
          <a:p>
            <a:pPr algn="l"/>
            <a:r>
              <a:rPr sz="800" b="1">
                <a:solidFill>
                  <a:srgbClr val="001B5B"/>
                </a:solidFill>
                <a:latin typeface="Arial"/>
              </a:rPr>
              <a:t>Panellist Concierge</a:t>
            </a:r>
          </a:p>
        </p:txBody>
      </p:sp>
      <p:sp>
        <p:nvSpPr>
          <p:cNvPr id="25" name="TextBox 24"/>
          <p:cNvSpPr txBox="1"/>
          <p:nvPr/>
        </p:nvSpPr>
        <p:spPr>
          <a:xfrm>
            <a:off x="566928" y="3456432"/>
            <a:ext cx="2560320" cy="228600"/>
          </a:xfrm>
          <a:prstGeom prst="rect">
            <a:avLst/>
          </a:prstGeom>
          <a:noFill/>
        </p:spPr>
        <p:txBody>
          <a:bodyPr wrap="square" lIns="36000" tIns="36000" rIns="36000" bIns="36000" anchor="t">
            <a:spAutoFit/>
          </a:bodyPr>
          <a:lstStyle/>
          <a:p>
            <a:pPr algn="l"/>
            <a:r>
              <a:rPr sz="800" b="0">
                <a:solidFill>
                  <a:srgbClr val="272727"/>
                </a:solidFill>
                <a:latin typeface="Arial"/>
              </a:rPr>
              <a:t>T-25 → T-0 chain</a:t>
            </a:r>
          </a:p>
        </p:txBody>
      </p:sp>
      <p:sp>
        <p:nvSpPr>
          <p:cNvPr id="26" name="Rectangle 25"/>
          <p:cNvSpPr/>
          <p:nvPr/>
        </p:nvSpPr>
        <p:spPr>
          <a:xfrm>
            <a:off x="457200" y="3749040"/>
            <a:ext cx="2743200" cy="50292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57200" y="3749040"/>
            <a:ext cx="54864" cy="50292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66928" y="3785616"/>
            <a:ext cx="2560320" cy="228600"/>
          </a:xfrm>
          <a:prstGeom prst="rect">
            <a:avLst/>
          </a:prstGeom>
          <a:noFill/>
        </p:spPr>
        <p:txBody>
          <a:bodyPr wrap="square" lIns="36000" tIns="36000" rIns="36000" bIns="36000" anchor="t">
            <a:spAutoFit/>
          </a:bodyPr>
          <a:lstStyle/>
          <a:p>
            <a:pPr algn="l"/>
            <a:r>
              <a:rPr sz="800" b="1">
                <a:solidFill>
                  <a:srgbClr val="001B5B"/>
                </a:solidFill>
                <a:latin typeface="Arial"/>
              </a:rPr>
              <a:t>Stint Matching Agent</a:t>
            </a:r>
          </a:p>
        </p:txBody>
      </p:sp>
      <p:sp>
        <p:nvSpPr>
          <p:cNvPr id="29" name="TextBox 28"/>
          <p:cNvSpPr txBox="1"/>
          <p:nvPr/>
        </p:nvSpPr>
        <p:spPr>
          <a:xfrm>
            <a:off x="566928" y="4005072"/>
            <a:ext cx="2560320" cy="228600"/>
          </a:xfrm>
          <a:prstGeom prst="rect">
            <a:avLst/>
          </a:prstGeom>
          <a:noFill/>
        </p:spPr>
        <p:txBody>
          <a:bodyPr wrap="square" lIns="36000" tIns="36000" rIns="36000" bIns="36000" anchor="t">
            <a:spAutoFit/>
          </a:bodyPr>
          <a:lstStyle/>
          <a:p>
            <a:pPr algn="l"/>
            <a:r>
              <a:rPr sz="800" b="0">
                <a:solidFill>
                  <a:srgbClr val="272727"/>
                </a:solidFill>
                <a:latin typeface="Arial"/>
              </a:rPr>
              <a:t>Ranked matches per cycle</a:t>
            </a:r>
          </a:p>
        </p:txBody>
      </p:sp>
      <p:sp>
        <p:nvSpPr>
          <p:cNvPr id="30" name="Rectangle 29"/>
          <p:cNvSpPr/>
          <p:nvPr/>
        </p:nvSpPr>
        <p:spPr>
          <a:xfrm>
            <a:off x="3291840" y="1005840"/>
            <a:ext cx="2743200" cy="50292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3291840" y="1005840"/>
            <a:ext cx="54864" cy="50292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01568" y="1042416"/>
            <a:ext cx="2560320" cy="228600"/>
          </a:xfrm>
          <a:prstGeom prst="rect">
            <a:avLst/>
          </a:prstGeom>
          <a:noFill/>
        </p:spPr>
        <p:txBody>
          <a:bodyPr wrap="square" lIns="36000" tIns="36000" rIns="36000" bIns="36000" anchor="t">
            <a:spAutoFit/>
          </a:bodyPr>
          <a:lstStyle/>
          <a:p>
            <a:pPr algn="l"/>
            <a:r>
              <a:rPr sz="800" b="1">
                <a:solidFill>
                  <a:srgbClr val="001B5B"/>
                </a:solidFill>
                <a:latin typeface="Arial"/>
              </a:rPr>
              <a:t>Appraisal Orchestrator</a:t>
            </a:r>
          </a:p>
        </p:txBody>
      </p:sp>
      <p:sp>
        <p:nvSpPr>
          <p:cNvPr id="33" name="TextBox 32"/>
          <p:cNvSpPr txBox="1"/>
          <p:nvPr/>
        </p:nvSpPr>
        <p:spPr>
          <a:xfrm>
            <a:off x="3401568" y="1261872"/>
            <a:ext cx="2560320" cy="228600"/>
          </a:xfrm>
          <a:prstGeom prst="rect">
            <a:avLst/>
          </a:prstGeom>
          <a:noFill/>
        </p:spPr>
        <p:txBody>
          <a:bodyPr wrap="square" lIns="36000" tIns="36000" rIns="36000" bIns="36000" anchor="t">
            <a:spAutoFit/>
          </a:bodyPr>
          <a:lstStyle/>
          <a:p>
            <a:pPr algn="l"/>
            <a:r>
              <a:rPr sz="800" b="0">
                <a:solidFill>
                  <a:srgbClr val="272727"/>
                </a:solidFill>
                <a:latin typeface="Arial"/>
              </a:rPr>
              <a:t>Chroma cycles · IDs · ETR risk</a:t>
            </a:r>
          </a:p>
        </p:txBody>
      </p:sp>
      <p:sp>
        <p:nvSpPr>
          <p:cNvPr id="34" name="Rectangle 33"/>
          <p:cNvSpPr/>
          <p:nvPr/>
        </p:nvSpPr>
        <p:spPr>
          <a:xfrm>
            <a:off x="3291840" y="1554480"/>
            <a:ext cx="2743200" cy="50292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3291840" y="1554480"/>
            <a:ext cx="54864" cy="50292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401568" y="1591056"/>
            <a:ext cx="2560320" cy="228600"/>
          </a:xfrm>
          <a:prstGeom prst="rect">
            <a:avLst/>
          </a:prstGeom>
          <a:noFill/>
        </p:spPr>
        <p:txBody>
          <a:bodyPr wrap="square" lIns="36000" tIns="36000" rIns="36000" bIns="36000" anchor="t">
            <a:spAutoFit/>
          </a:bodyPr>
          <a:lstStyle/>
          <a:p>
            <a:pPr algn="l"/>
            <a:r>
              <a:rPr sz="800" b="1">
                <a:solidFill>
                  <a:srgbClr val="001B5B"/>
                </a:solidFill>
                <a:latin typeface="Arial"/>
              </a:rPr>
              <a:t>Demo Call Companion</a:t>
            </a:r>
          </a:p>
        </p:txBody>
      </p:sp>
      <p:sp>
        <p:nvSpPr>
          <p:cNvPr id="37" name="TextBox 36"/>
          <p:cNvSpPr txBox="1"/>
          <p:nvPr/>
        </p:nvSpPr>
        <p:spPr>
          <a:xfrm>
            <a:off x="3401568" y="1810512"/>
            <a:ext cx="2560320" cy="228600"/>
          </a:xfrm>
          <a:prstGeom prst="rect">
            <a:avLst/>
          </a:prstGeom>
          <a:noFill/>
        </p:spPr>
        <p:txBody>
          <a:bodyPr wrap="square" lIns="36000" tIns="36000" rIns="36000" bIns="36000" anchor="t">
            <a:spAutoFit/>
          </a:bodyPr>
          <a:lstStyle/>
          <a:p>
            <a:pPr algn="l"/>
            <a:r>
              <a:rPr sz="800" b="0">
                <a:solidFill>
                  <a:srgbClr val="272727"/>
                </a:solidFill>
                <a:latin typeface="Arial"/>
              </a:rPr>
              <a:t>Brief companies on Chroma</a:t>
            </a:r>
          </a:p>
        </p:txBody>
      </p:sp>
      <p:sp>
        <p:nvSpPr>
          <p:cNvPr id="38" name="Rectangle 37"/>
          <p:cNvSpPr/>
          <p:nvPr/>
        </p:nvSpPr>
        <p:spPr>
          <a:xfrm>
            <a:off x="3291840" y="2103120"/>
            <a:ext cx="2743200" cy="50292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291840" y="2103120"/>
            <a:ext cx="54864" cy="50292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401568" y="2139696"/>
            <a:ext cx="2560320" cy="228600"/>
          </a:xfrm>
          <a:prstGeom prst="rect">
            <a:avLst/>
          </a:prstGeom>
          <a:noFill/>
        </p:spPr>
        <p:txBody>
          <a:bodyPr wrap="square" lIns="36000" tIns="36000" rIns="36000" bIns="36000" anchor="t">
            <a:spAutoFit/>
          </a:bodyPr>
          <a:lstStyle/>
          <a:p>
            <a:pPr algn="l"/>
            <a:r>
              <a:rPr sz="800" b="1">
                <a:solidFill>
                  <a:srgbClr val="001B5B"/>
                </a:solidFill>
                <a:latin typeface="Arial"/>
              </a:rPr>
              <a:t>Transfer Concierge</a:t>
            </a:r>
          </a:p>
        </p:txBody>
      </p:sp>
      <p:sp>
        <p:nvSpPr>
          <p:cNvPr id="41" name="TextBox 40"/>
          <p:cNvSpPr txBox="1"/>
          <p:nvPr/>
        </p:nvSpPr>
        <p:spPr>
          <a:xfrm>
            <a:off x="3401568" y="2359152"/>
            <a:ext cx="2560320" cy="228600"/>
          </a:xfrm>
          <a:prstGeom prst="rect">
            <a:avLst/>
          </a:prstGeom>
          <a:noFill/>
        </p:spPr>
        <p:txBody>
          <a:bodyPr wrap="square" lIns="36000" tIns="36000" rIns="36000" bIns="36000" anchor="t">
            <a:spAutoFit/>
          </a:bodyPr>
          <a:lstStyle/>
          <a:p>
            <a:pPr algn="l"/>
            <a:r>
              <a:rPr sz="800" b="0">
                <a:solidFill>
                  <a:srgbClr val="272727"/>
                </a:solidFill>
                <a:latin typeface="Arial"/>
              </a:rPr>
              <a:t>Y2 · 3-application cap tracking</a:t>
            </a:r>
          </a:p>
        </p:txBody>
      </p:sp>
      <p:sp>
        <p:nvSpPr>
          <p:cNvPr id="42" name="Rectangle 41"/>
          <p:cNvSpPr/>
          <p:nvPr/>
        </p:nvSpPr>
        <p:spPr>
          <a:xfrm>
            <a:off x="3291840" y="2651760"/>
            <a:ext cx="2743200" cy="50292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3291840" y="2651760"/>
            <a:ext cx="54864" cy="50292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401568" y="2688336"/>
            <a:ext cx="2560320" cy="228600"/>
          </a:xfrm>
          <a:prstGeom prst="rect">
            <a:avLst/>
          </a:prstGeom>
          <a:noFill/>
        </p:spPr>
        <p:txBody>
          <a:bodyPr wrap="square" lIns="36000" tIns="36000" rIns="36000" bIns="36000" anchor="t">
            <a:spAutoFit/>
          </a:bodyPr>
          <a:lstStyle/>
          <a:p>
            <a:pPr algn="l"/>
            <a:r>
              <a:rPr sz="800" b="1">
                <a:solidFill>
                  <a:srgbClr val="001B5B"/>
                </a:solidFill>
                <a:latin typeface="Arial"/>
              </a:rPr>
              <a:t>Manpower Reconciliation Agent</a:t>
            </a:r>
          </a:p>
        </p:txBody>
      </p:sp>
      <p:sp>
        <p:nvSpPr>
          <p:cNvPr id="45" name="TextBox 44"/>
          <p:cNvSpPr txBox="1"/>
          <p:nvPr/>
        </p:nvSpPr>
        <p:spPr>
          <a:xfrm>
            <a:off x="3401568" y="2907792"/>
            <a:ext cx="2560320" cy="228600"/>
          </a:xfrm>
          <a:prstGeom prst="rect">
            <a:avLst/>
          </a:prstGeom>
          <a:noFill/>
        </p:spPr>
        <p:txBody>
          <a:bodyPr wrap="square" lIns="36000" tIns="36000" rIns="36000" bIns="36000" anchor="t">
            <a:spAutoFit/>
          </a:bodyPr>
          <a:lstStyle/>
          <a:p>
            <a:pPr algn="l"/>
            <a:r>
              <a:rPr sz="800" b="0">
                <a:solidFill>
                  <a:srgbClr val="272727"/>
                </a:solidFill>
                <a:latin typeface="Arial"/>
              </a:rPr>
              <a:t>Quarterly + change events</a:t>
            </a:r>
          </a:p>
        </p:txBody>
      </p:sp>
      <p:sp>
        <p:nvSpPr>
          <p:cNvPr id="46" name="Rectangle 45"/>
          <p:cNvSpPr/>
          <p:nvPr/>
        </p:nvSpPr>
        <p:spPr>
          <a:xfrm>
            <a:off x="3291840" y="3200400"/>
            <a:ext cx="2743200" cy="50292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3291840" y="3200400"/>
            <a:ext cx="54864" cy="50292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401568" y="3236976"/>
            <a:ext cx="2560320" cy="228600"/>
          </a:xfrm>
          <a:prstGeom prst="rect">
            <a:avLst/>
          </a:prstGeom>
          <a:noFill/>
        </p:spPr>
        <p:txBody>
          <a:bodyPr wrap="square" lIns="36000" tIns="36000" rIns="36000" bIns="36000" anchor="t">
            <a:spAutoFit/>
          </a:bodyPr>
          <a:lstStyle/>
          <a:p>
            <a:pPr algn="l"/>
            <a:r>
              <a:rPr sz="800" b="1">
                <a:solidFill>
                  <a:srgbClr val="001B5B"/>
                </a:solidFill>
                <a:latin typeface="Arial"/>
              </a:rPr>
              <a:t>Tata Sons Billing Adapter</a:t>
            </a:r>
          </a:p>
        </p:txBody>
      </p:sp>
      <p:sp>
        <p:nvSpPr>
          <p:cNvPr id="49" name="TextBox 48"/>
          <p:cNvSpPr txBox="1"/>
          <p:nvPr/>
        </p:nvSpPr>
        <p:spPr>
          <a:xfrm>
            <a:off x="3401568" y="3456432"/>
            <a:ext cx="2560320" cy="228600"/>
          </a:xfrm>
          <a:prstGeom prst="rect">
            <a:avLst/>
          </a:prstGeom>
          <a:noFill/>
        </p:spPr>
        <p:txBody>
          <a:bodyPr wrap="square" lIns="36000" tIns="36000" rIns="36000" bIns="36000" anchor="t">
            <a:spAutoFit/>
          </a:bodyPr>
          <a:lstStyle/>
          <a:p>
            <a:pPr algn="l"/>
            <a:r>
              <a:rPr sz="800" b="0">
                <a:solidFill>
                  <a:srgbClr val="272727"/>
                </a:solidFill>
                <a:latin typeface="Arial"/>
              </a:rPr>
              <a:t>Cost-recovery invoicing</a:t>
            </a:r>
          </a:p>
        </p:txBody>
      </p:sp>
      <p:sp>
        <p:nvSpPr>
          <p:cNvPr id="50" name="Rectangle 49"/>
          <p:cNvSpPr/>
          <p:nvPr/>
        </p:nvSpPr>
        <p:spPr>
          <a:xfrm>
            <a:off x="3291840" y="3749040"/>
            <a:ext cx="2743200" cy="50292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3291840" y="3749040"/>
            <a:ext cx="54864" cy="50292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401568" y="3785616"/>
            <a:ext cx="2560320" cy="228600"/>
          </a:xfrm>
          <a:prstGeom prst="rect">
            <a:avLst/>
          </a:prstGeom>
          <a:noFill/>
        </p:spPr>
        <p:txBody>
          <a:bodyPr wrap="square" lIns="36000" tIns="36000" rIns="36000" bIns="36000" anchor="t">
            <a:spAutoFit/>
          </a:bodyPr>
          <a:lstStyle/>
          <a:p>
            <a:pPr algn="l"/>
            <a:r>
              <a:rPr sz="800" b="1">
                <a:solidFill>
                  <a:srgbClr val="001B5B"/>
                </a:solidFill>
                <a:latin typeface="Arial"/>
              </a:rPr>
              <a:t>SPOC Portal Agent</a:t>
            </a:r>
          </a:p>
        </p:txBody>
      </p:sp>
      <p:sp>
        <p:nvSpPr>
          <p:cNvPr id="53" name="TextBox 52"/>
          <p:cNvSpPr txBox="1"/>
          <p:nvPr/>
        </p:nvSpPr>
        <p:spPr>
          <a:xfrm>
            <a:off x="3401568" y="4005072"/>
            <a:ext cx="2560320" cy="228600"/>
          </a:xfrm>
          <a:prstGeom prst="rect">
            <a:avLst/>
          </a:prstGeom>
          <a:noFill/>
        </p:spPr>
        <p:txBody>
          <a:bodyPr wrap="square" lIns="36000" tIns="36000" rIns="36000" bIns="36000" anchor="t">
            <a:spAutoFit/>
          </a:bodyPr>
          <a:lstStyle/>
          <a:p>
            <a:pPr algn="l"/>
            <a:r>
              <a:rPr sz="800" b="0">
                <a:solidFill>
                  <a:srgbClr val="272727"/>
                </a:solidFill>
                <a:latin typeface="Arial"/>
              </a:rPr>
              <a:t>Group-company manpower channel</a:t>
            </a:r>
          </a:p>
        </p:txBody>
      </p:sp>
      <p:sp>
        <p:nvSpPr>
          <p:cNvPr id="54" name="Rectangle 53"/>
          <p:cNvSpPr/>
          <p:nvPr/>
        </p:nvSpPr>
        <p:spPr>
          <a:xfrm>
            <a:off x="6126480" y="1005840"/>
            <a:ext cx="2743200" cy="50292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6126480" y="1005840"/>
            <a:ext cx="54864" cy="50292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236208" y="1042416"/>
            <a:ext cx="2560320" cy="228600"/>
          </a:xfrm>
          <a:prstGeom prst="rect">
            <a:avLst/>
          </a:prstGeom>
          <a:noFill/>
        </p:spPr>
        <p:txBody>
          <a:bodyPr wrap="square" lIns="36000" tIns="36000" rIns="36000" bIns="36000" anchor="t">
            <a:spAutoFit/>
          </a:bodyPr>
          <a:lstStyle/>
          <a:p>
            <a:pPr algn="l"/>
            <a:r>
              <a:rPr sz="800" b="1">
                <a:solidFill>
                  <a:srgbClr val="001B5B"/>
                </a:solidFill>
                <a:latin typeface="Arial"/>
              </a:rPr>
              <a:t>Candidate Concierge</a:t>
            </a:r>
          </a:p>
        </p:txBody>
      </p:sp>
      <p:sp>
        <p:nvSpPr>
          <p:cNvPr id="57" name="TextBox 56"/>
          <p:cNvSpPr txBox="1"/>
          <p:nvPr/>
        </p:nvSpPr>
        <p:spPr>
          <a:xfrm>
            <a:off x="6236208" y="1261872"/>
            <a:ext cx="2560320" cy="228600"/>
          </a:xfrm>
          <a:prstGeom prst="rect">
            <a:avLst/>
          </a:prstGeom>
          <a:noFill/>
        </p:spPr>
        <p:txBody>
          <a:bodyPr wrap="square" lIns="36000" tIns="36000" rIns="36000" bIns="36000" anchor="t">
            <a:spAutoFit/>
          </a:bodyPr>
          <a:lstStyle/>
          <a:p>
            <a:pPr algn="l"/>
            <a:r>
              <a:rPr sz="800" b="0">
                <a:solidFill>
                  <a:srgbClr val="272727"/>
                </a:solidFill>
                <a:latin typeface="Arial"/>
              </a:rPr>
              <a:t>Full lifecycle Q&amp;A</a:t>
            </a:r>
          </a:p>
        </p:txBody>
      </p:sp>
      <p:sp>
        <p:nvSpPr>
          <p:cNvPr id="58" name="Rectangle 57"/>
          <p:cNvSpPr/>
          <p:nvPr/>
        </p:nvSpPr>
        <p:spPr>
          <a:xfrm>
            <a:off x="6126480" y="1554480"/>
            <a:ext cx="2743200" cy="50292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6126480" y="1554480"/>
            <a:ext cx="54864" cy="50292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236208" y="1591056"/>
            <a:ext cx="2560320" cy="228600"/>
          </a:xfrm>
          <a:prstGeom prst="rect">
            <a:avLst/>
          </a:prstGeom>
          <a:noFill/>
        </p:spPr>
        <p:txBody>
          <a:bodyPr wrap="square" lIns="36000" tIns="36000" rIns="36000" bIns="36000" anchor="t">
            <a:spAutoFit/>
          </a:bodyPr>
          <a:lstStyle/>
          <a:p>
            <a:pPr algn="l"/>
            <a:r>
              <a:rPr sz="800" b="1">
                <a:solidFill>
                  <a:srgbClr val="001B5B"/>
                </a:solidFill>
                <a:latin typeface="Arial"/>
              </a:rPr>
              <a:t>Audit &amp; Bias Agent</a:t>
            </a:r>
          </a:p>
        </p:txBody>
      </p:sp>
      <p:sp>
        <p:nvSpPr>
          <p:cNvPr id="61" name="TextBox 60"/>
          <p:cNvSpPr txBox="1"/>
          <p:nvPr/>
        </p:nvSpPr>
        <p:spPr>
          <a:xfrm>
            <a:off x="6236208" y="1810512"/>
            <a:ext cx="2560320" cy="228600"/>
          </a:xfrm>
          <a:prstGeom prst="rect">
            <a:avLst/>
          </a:prstGeom>
          <a:noFill/>
        </p:spPr>
        <p:txBody>
          <a:bodyPr wrap="square" lIns="36000" tIns="36000" rIns="36000" bIns="36000" anchor="t">
            <a:spAutoFit/>
          </a:bodyPr>
          <a:lstStyle/>
          <a:p>
            <a:pPr algn="l"/>
            <a:r>
              <a:rPr sz="800" b="0">
                <a:solidFill>
                  <a:srgbClr val="272727"/>
                </a:solidFill>
                <a:latin typeface="Arial"/>
              </a:rPr>
              <a:t>Systemic bias · leakage</a:t>
            </a:r>
          </a:p>
        </p:txBody>
      </p:sp>
      <p:sp>
        <p:nvSpPr>
          <p:cNvPr id="62" name="Rectangle 61"/>
          <p:cNvSpPr/>
          <p:nvPr/>
        </p:nvSpPr>
        <p:spPr>
          <a:xfrm>
            <a:off x="6126480" y="2103120"/>
            <a:ext cx="2743200" cy="50292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6126480" y="2103120"/>
            <a:ext cx="54864" cy="502920"/>
          </a:xfrm>
          <a:prstGeom prst="rect">
            <a:avLst/>
          </a:prstGeom>
          <a:solidFill>
            <a:srgbClr val="00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236208" y="2139696"/>
            <a:ext cx="2560320" cy="228600"/>
          </a:xfrm>
          <a:prstGeom prst="rect">
            <a:avLst/>
          </a:prstGeom>
          <a:noFill/>
        </p:spPr>
        <p:txBody>
          <a:bodyPr wrap="square" lIns="36000" tIns="36000" rIns="36000" bIns="36000" anchor="t">
            <a:spAutoFit/>
          </a:bodyPr>
          <a:lstStyle/>
          <a:p>
            <a:pPr algn="l"/>
            <a:r>
              <a:rPr sz="800" b="1">
                <a:solidFill>
                  <a:srgbClr val="001B5B"/>
                </a:solidFill>
                <a:latin typeface="Arial"/>
              </a:rPr>
              <a:t>Rubric AI Worker (Vault)</a:t>
            </a:r>
          </a:p>
        </p:txBody>
      </p:sp>
      <p:sp>
        <p:nvSpPr>
          <p:cNvPr id="65" name="TextBox 64"/>
          <p:cNvSpPr txBox="1"/>
          <p:nvPr/>
        </p:nvSpPr>
        <p:spPr>
          <a:xfrm>
            <a:off x="6236208" y="2359152"/>
            <a:ext cx="2560320" cy="228600"/>
          </a:xfrm>
          <a:prstGeom prst="rect">
            <a:avLst/>
          </a:prstGeom>
          <a:noFill/>
        </p:spPr>
        <p:txBody>
          <a:bodyPr wrap="square" lIns="36000" tIns="36000" rIns="36000" bIns="36000" anchor="t">
            <a:spAutoFit/>
          </a:bodyPr>
          <a:lstStyle/>
          <a:p>
            <a:pPr algn="l"/>
            <a:r>
              <a:rPr sz="800" b="0">
                <a:solidFill>
                  <a:srgbClr val="272727"/>
                </a:solidFill>
                <a:latin typeface="Arial"/>
              </a:rPr>
              <a:t>Sealed scoring outside LLM</a:t>
            </a:r>
          </a:p>
        </p:txBody>
      </p:sp>
      <p:sp>
        <p:nvSpPr>
          <p:cNvPr id="66" name="Rectangle 65"/>
          <p:cNvSpPr/>
          <p:nvPr/>
        </p:nvSpPr>
        <p:spPr>
          <a:xfrm>
            <a:off x="6126480" y="2651760"/>
            <a:ext cx="2743200" cy="50292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6126480" y="2651760"/>
            <a:ext cx="54864" cy="50292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6236208" y="2688336"/>
            <a:ext cx="2560320" cy="228600"/>
          </a:xfrm>
          <a:prstGeom prst="rect">
            <a:avLst/>
          </a:prstGeom>
          <a:noFill/>
        </p:spPr>
        <p:txBody>
          <a:bodyPr wrap="square" lIns="36000" tIns="36000" rIns="36000" bIns="36000" anchor="t">
            <a:spAutoFit/>
          </a:bodyPr>
          <a:lstStyle/>
          <a:p>
            <a:pPr algn="l"/>
            <a:r>
              <a:rPr sz="800" b="1">
                <a:solidFill>
                  <a:srgbClr val="001B5B"/>
                </a:solidFill>
                <a:latin typeface="Arial"/>
              </a:rPr>
              <a:t>Sensing &amp; Demand Agent</a:t>
            </a:r>
          </a:p>
        </p:txBody>
      </p:sp>
      <p:sp>
        <p:nvSpPr>
          <p:cNvPr id="69" name="TextBox 68"/>
          <p:cNvSpPr txBox="1"/>
          <p:nvPr/>
        </p:nvSpPr>
        <p:spPr>
          <a:xfrm>
            <a:off x="6236208" y="2907792"/>
            <a:ext cx="2560320" cy="228600"/>
          </a:xfrm>
          <a:prstGeom prst="rect">
            <a:avLst/>
          </a:prstGeom>
          <a:noFill/>
        </p:spPr>
        <p:txBody>
          <a:bodyPr wrap="square" lIns="36000" tIns="36000" rIns="36000" bIns="36000" anchor="t">
            <a:spAutoFit/>
          </a:bodyPr>
          <a:lstStyle/>
          <a:p>
            <a:pPr algn="l"/>
            <a:r>
              <a:rPr sz="800" b="0">
                <a:solidFill>
                  <a:srgbClr val="272727"/>
                </a:solidFill>
                <a:latin typeface="Arial"/>
              </a:rPr>
              <a:t>Channel demand + quality shifts</a:t>
            </a:r>
          </a:p>
        </p:txBody>
      </p:sp>
      <p:sp>
        <p:nvSpPr>
          <p:cNvPr id="70" name="Rectangle 69"/>
          <p:cNvSpPr/>
          <p:nvPr/>
        </p:nvSpPr>
        <p:spPr>
          <a:xfrm>
            <a:off x="6126480" y="3200400"/>
            <a:ext cx="2743200" cy="502920"/>
          </a:xfrm>
          <a:prstGeom prst="rect">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6126480" y="3200400"/>
            <a:ext cx="54864" cy="50292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236208" y="3236976"/>
            <a:ext cx="2560320" cy="228600"/>
          </a:xfrm>
          <a:prstGeom prst="rect">
            <a:avLst/>
          </a:prstGeom>
          <a:noFill/>
        </p:spPr>
        <p:txBody>
          <a:bodyPr wrap="square" lIns="36000" tIns="36000" rIns="36000" bIns="36000" anchor="t">
            <a:spAutoFit/>
          </a:bodyPr>
          <a:lstStyle/>
          <a:p>
            <a:pPr algn="l"/>
            <a:r>
              <a:rPr sz="800" b="1">
                <a:solidFill>
                  <a:srgbClr val="001B5B"/>
                </a:solidFill>
                <a:latin typeface="Arial"/>
              </a:rPr>
              <a:t>Living TAS Graph</a:t>
            </a:r>
          </a:p>
        </p:txBody>
      </p:sp>
      <p:sp>
        <p:nvSpPr>
          <p:cNvPr id="73" name="TextBox 72"/>
          <p:cNvSpPr txBox="1"/>
          <p:nvPr/>
        </p:nvSpPr>
        <p:spPr>
          <a:xfrm>
            <a:off x="6236208" y="3456432"/>
            <a:ext cx="2560320" cy="228600"/>
          </a:xfrm>
          <a:prstGeom prst="rect">
            <a:avLst/>
          </a:prstGeom>
          <a:noFill/>
        </p:spPr>
        <p:txBody>
          <a:bodyPr wrap="square" lIns="36000" tIns="36000" rIns="36000" bIns="36000" anchor="t">
            <a:spAutoFit/>
          </a:bodyPr>
          <a:lstStyle/>
          <a:p>
            <a:pPr algn="l"/>
            <a:r>
              <a:rPr sz="800" b="0">
                <a:solidFill>
                  <a:srgbClr val="272727"/>
                </a:solidFill>
                <a:latin typeface="Arial"/>
              </a:rPr>
              <a:t>Source of truth across lifecycle</a:t>
            </a:r>
          </a:p>
        </p:txBody>
      </p:sp>
      <p:sp>
        <p:nvSpPr>
          <p:cNvPr id="74" name="TextBox 73"/>
          <p:cNvSpPr txBox="1"/>
          <p:nvPr/>
        </p:nvSpPr>
        <p:spPr>
          <a:xfrm>
            <a:off x="457200" y="4572000"/>
            <a:ext cx="8229600" cy="228600"/>
          </a:xfrm>
          <a:prstGeom prst="rect">
            <a:avLst/>
          </a:prstGeom>
          <a:noFill/>
        </p:spPr>
        <p:txBody>
          <a:bodyPr wrap="square" lIns="36000" tIns="36000" rIns="36000" bIns="36000" anchor="t">
            <a:spAutoFit/>
          </a:bodyPr>
          <a:lstStyle/>
          <a:p>
            <a:pPr algn="l"/>
            <a:r>
              <a:rPr sz="800" b="0">
                <a:solidFill>
                  <a:srgbClr val="999999"/>
                </a:solidFill>
                <a:latin typeface="Arial"/>
              </a:rPr>
              <a:t>Full table in the report (Appendix B). Rubric AI Worker (highlighted navy) is the most critical first build.</a:t>
            </a:r>
          </a:p>
        </p:txBody>
      </p:sp>
      <p:sp>
        <p:nvSpPr>
          <p:cNvPr id="75" name="TextBox 74"/>
          <p:cNvSpPr txBox="1"/>
          <p:nvPr/>
        </p:nvSpPr>
        <p:spPr>
          <a:xfrm>
            <a:off x="8046720" y="4864608"/>
            <a:ext cx="914400" cy="195814"/>
          </a:xfrm>
          <a:prstGeom prst="rect">
            <a:avLst/>
          </a:prstGeom>
          <a:noFill/>
        </p:spPr>
        <p:txBody>
          <a:bodyPr wrap="square" lIns="36000" tIns="36000" rIns="36000" bIns="36000" anchor="t">
            <a:spAutoFit/>
          </a:bodyPr>
          <a:lstStyle/>
          <a:p>
            <a:pPr algn="r"/>
            <a:r>
              <a:rPr sz="800" b="0" dirty="0">
                <a:solidFill>
                  <a:srgbClr val="999999"/>
                </a:solidFill>
                <a:latin typeface="Arial"/>
              </a:rPr>
              <a:t>2</a:t>
            </a:r>
            <a:r>
              <a:rPr lang="en-US" sz="800" b="0" dirty="0">
                <a:solidFill>
                  <a:srgbClr val="999999"/>
                </a:solidFill>
                <a:latin typeface="Arial"/>
              </a:rPr>
              <a:t>6</a:t>
            </a:r>
            <a:r>
              <a:rPr sz="800" b="0" dirty="0">
                <a:solidFill>
                  <a:srgbClr val="999999"/>
                </a:solidFill>
                <a:latin typeface="Arial"/>
              </a:rPr>
              <a:t> / 2</a:t>
            </a:r>
            <a:r>
              <a:rPr lang="en-US" sz="800" b="0" dirty="0">
                <a:solidFill>
                  <a:srgbClr val="999999"/>
                </a:solidFill>
                <a:latin typeface="Arial"/>
              </a:rPr>
              <a:t>7</a:t>
            </a:r>
            <a:endParaRPr sz="800" b="0" dirty="0">
              <a:solidFill>
                <a:srgbClr val="999999"/>
              </a:solidFill>
              <a:latin typeface="Arial"/>
            </a:endParaRPr>
          </a:p>
        </p:txBody>
      </p:sp>
      <p:pic>
        <p:nvPicPr>
          <p:cNvPr id="76" name="Picture 8" descr="Tata logo png, Tata icon transparent png 20975508 PNG">
            <a:extLst>
              <a:ext uri="{FF2B5EF4-FFF2-40B4-BE49-F238E27FC236}">
                <a16:creationId xmlns:a16="http://schemas.microsoft.com/office/drawing/2014/main" id="{0F00BB0F-8124-B8B9-D444-F0BBB32F01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7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8229600" cy="640080"/>
          </a:xfrm>
          <a:prstGeom prst="rect">
            <a:avLst/>
          </a:prstGeom>
          <a:noFill/>
        </p:spPr>
        <p:txBody>
          <a:bodyPr wrap="square" lIns="36000" tIns="36000" rIns="36000" bIns="36000" anchor="t">
            <a:spAutoFit/>
          </a:bodyPr>
          <a:lstStyle/>
          <a:p>
            <a:pPr algn="l"/>
            <a:r>
              <a:rPr sz="1800" b="1">
                <a:solidFill>
                  <a:srgbClr val="001B5B"/>
                </a:solidFill>
                <a:latin typeface="Arial"/>
              </a:rPr>
              <a:t>Appendix · Voice from the room — interview quotes that anchor the work</a:t>
            </a:r>
          </a:p>
        </p:txBody>
      </p:sp>
      <p:sp>
        <p:nvSpPr>
          <p:cNvPr id="4" name="Rectangle 3"/>
          <p:cNvSpPr/>
          <p:nvPr/>
        </p:nvSpPr>
        <p:spPr>
          <a:xfrm>
            <a:off x="457200" y="777240"/>
            <a:ext cx="548640" cy="30000"/>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864608"/>
            <a:ext cx="6400800" cy="195814"/>
          </a:xfrm>
          <a:prstGeom prst="rect">
            <a:avLst/>
          </a:prstGeom>
          <a:noFill/>
        </p:spPr>
        <p:txBody>
          <a:bodyPr wrap="square" lIns="36000" tIns="36000" rIns="36000" bIns="36000" anchor="t">
            <a:spAutoFit/>
          </a:bodyPr>
          <a:lstStyle/>
          <a:p>
            <a:pPr algn="l"/>
            <a:r>
              <a:rPr sz="800" b="0" dirty="0">
                <a:solidFill>
                  <a:srgbClr val="999999"/>
                </a:solidFill>
                <a:latin typeface="Arial"/>
              </a:rPr>
              <a:t>AI-NATIVE HR · </a:t>
            </a:r>
            <a:r>
              <a:rPr lang="en-IN" sz="800" b="0" dirty="0">
                <a:solidFill>
                  <a:srgbClr val="999999"/>
                </a:solidFill>
                <a:latin typeface="Arial"/>
              </a:rPr>
              <a:t>FINAL REVIEW</a:t>
            </a:r>
            <a:endParaRPr sz="800" b="0" dirty="0">
              <a:solidFill>
                <a:srgbClr val="999999"/>
              </a:solidFill>
              <a:latin typeface="Arial"/>
            </a:endParaRPr>
          </a:p>
        </p:txBody>
      </p:sp>
      <p:sp>
        <p:nvSpPr>
          <p:cNvPr id="6" name="Rectangle 5"/>
          <p:cNvSpPr/>
          <p:nvPr/>
        </p:nvSpPr>
        <p:spPr>
          <a:xfrm>
            <a:off x="365760" y="1005840"/>
            <a:ext cx="8412480" cy="877824"/>
          </a:xfrm>
          <a:prstGeom prst="rect">
            <a:avLst/>
          </a:prstGeom>
          <a:solidFill>
            <a:srgbClr val="E6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005840"/>
            <a:ext cx="73152" cy="877824"/>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1051560"/>
            <a:ext cx="8229600" cy="195814"/>
          </a:xfrm>
          <a:prstGeom prst="rect">
            <a:avLst/>
          </a:prstGeom>
          <a:noFill/>
        </p:spPr>
        <p:txBody>
          <a:bodyPr wrap="square" lIns="36000" tIns="36000" rIns="36000" bIns="36000" anchor="t">
            <a:spAutoFit/>
          </a:bodyPr>
          <a:lstStyle/>
          <a:p>
            <a:pPr algn="l"/>
            <a:r>
              <a:rPr sz="800" b="1" dirty="0">
                <a:solidFill>
                  <a:srgbClr val="001B5B"/>
                </a:solidFill>
                <a:latin typeface="Arial"/>
              </a:rPr>
              <a:t>TMTC stakeholder · </a:t>
            </a:r>
            <a:r>
              <a:rPr lang="en-US" sz="800" b="1" dirty="0">
                <a:solidFill>
                  <a:srgbClr val="001B5B"/>
                </a:solidFill>
                <a:latin typeface="Arial"/>
              </a:rPr>
              <a:t>PM</a:t>
            </a:r>
            <a:r>
              <a:rPr sz="800" b="1" dirty="0">
                <a:solidFill>
                  <a:srgbClr val="001B5B"/>
                </a:solidFill>
                <a:latin typeface="Arial"/>
              </a:rPr>
              <a:t> · on the missing LMS</a:t>
            </a:r>
          </a:p>
        </p:txBody>
      </p:sp>
      <p:sp>
        <p:nvSpPr>
          <p:cNvPr id="9" name="TextBox 8"/>
          <p:cNvSpPr txBox="1"/>
          <p:nvPr/>
        </p:nvSpPr>
        <p:spPr>
          <a:xfrm>
            <a:off x="530352" y="1280160"/>
            <a:ext cx="8046720" cy="594360"/>
          </a:xfrm>
          <a:prstGeom prst="rect">
            <a:avLst/>
          </a:prstGeom>
          <a:noFill/>
        </p:spPr>
        <p:txBody>
          <a:bodyPr wrap="square" lIns="36000" tIns="36000" rIns="36000" bIns="36000" anchor="t">
            <a:spAutoFit/>
          </a:bodyPr>
          <a:lstStyle/>
          <a:p>
            <a:pPr algn="l"/>
            <a:r>
              <a:rPr sz="900" b="0">
                <a:solidFill>
                  <a:srgbClr val="272727"/>
                </a:solidFill>
                <a:latin typeface="Arial"/>
              </a:rPr>
              <a:t>“There is no LMS for TMTC programs, the program calendar, participant registrations, all is done manually through email, excel and the program briefs and brochure are stored in SharePoint and shared before the program starts via email.”</a:t>
            </a:r>
          </a:p>
        </p:txBody>
      </p:sp>
      <p:sp>
        <p:nvSpPr>
          <p:cNvPr id="10" name="Rectangle 9"/>
          <p:cNvSpPr/>
          <p:nvPr/>
        </p:nvSpPr>
        <p:spPr>
          <a:xfrm>
            <a:off x="365760" y="1929384"/>
            <a:ext cx="8412480" cy="877824"/>
          </a:xfrm>
          <a:prstGeom prst="rect">
            <a:avLst/>
          </a:prstGeom>
          <a:solidFill>
            <a:srgbClr val="E6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65760" y="1929384"/>
            <a:ext cx="73152" cy="877824"/>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975104"/>
            <a:ext cx="8229600" cy="195814"/>
          </a:xfrm>
          <a:prstGeom prst="rect">
            <a:avLst/>
          </a:prstGeom>
          <a:noFill/>
        </p:spPr>
        <p:txBody>
          <a:bodyPr wrap="square" lIns="36000" tIns="36000" rIns="36000" bIns="36000" anchor="t">
            <a:spAutoFit/>
          </a:bodyPr>
          <a:lstStyle/>
          <a:p>
            <a:pPr algn="l"/>
            <a:r>
              <a:rPr lang="en-US" sz="800" b="1" dirty="0">
                <a:solidFill>
                  <a:srgbClr val="001B5B"/>
                </a:solidFill>
                <a:latin typeface="Arial"/>
              </a:rPr>
              <a:t>TMTC Stakeholder</a:t>
            </a:r>
            <a:r>
              <a:rPr sz="800" b="1" dirty="0">
                <a:solidFill>
                  <a:srgbClr val="001B5B"/>
                </a:solidFill>
                <a:latin typeface="Arial"/>
              </a:rPr>
              <a:t> · PD · on the pre-interaction knowledge base</a:t>
            </a:r>
          </a:p>
        </p:txBody>
      </p:sp>
      <p:sp>
        <p:nvSpPr>
          <p:cNvPr id="13" name="TextBox 12"/>
          <p:cNvSpPr txBox="1"/>
          <p:nvPr/>
        </p:nvSpPr>
        <p:spPr>
          <a:xfrm>
            <a:off x="530352" y="2203704"/>
            <a:ext cx="8046720" cy="594360"/>
          </a:xfrm>
          <a:prstGeom prst="rect">
            <a:avLst/>
          </a:prstGeom>
          <a:noFill/>
        </p:spPr>
        <p:txBody>
          <a:bodyPr wrap="square" lIns="36000" tIns="36000" rIns="36000" bIns="36000" anchor="t">
            <a:spAutoFit/>
          </a:bodyPr>
          <a:lstStyle/>
          <a:p>
            <a:pPr algn="l"/>
            <a:r>
              <a:rPr sz="900" b="0">
                <a:solidFill>
                  <a:srgbClr val="272727"/>
                </a:solidFill>
                <a:latin typeface="Arial"/>
              </a:rPr>
              <a:t>“There is a need for a pre-interaction knowledge base, so before we interact with the company we know about which programs have been conducted for them in last 5 years, what was the content etc. so as to know the client better and rather than a pull, it can be push strategy.”</a:t>
            </a:r>
          </a:p>
        </p:txBody>
      </p:sp>
      <p:sp>
        <p:nvSpPr>
          <p:cNvPr id="14" name="Rectangle 13"/>
          <p:cNvSpPr/>
          <p:nvPr/>
        </p:nvSpPr>
        <p:spPr>
          <a:xfrm>
            <a:off x="365760" y="2852928"/>
            <a:ext cx="8412480" cy="877824"/>
          </a:xfrm>
          <a:prstGeom prst="rect">
            <a:avLst/>
          </a:prstGeom>
          <a:solidFill>
            <a:srgbClr val="E6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65760" y="2852928"/>
            <a:ext cx="73152" cy="877824"/>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0352" y="2898648"/>
            <a:ext cx="8229600" cy="195814"/>
          </a:xfrm>
          <a:prstGeom prst="rect">
            <a:avLst/>
          </a:prstGeom>
          <a:noFill/>
        </p:spPr>
        <p:txBody>
          <a:bodyPr wrap="square" lIns="36000" tIns="36000" rIns="36000" bIns="36000" anchor="t">
            <a:spAutoFit/>
          </a:bodyPr>
          <a:lstStyle/>
          <a:p>
            <a:pPr algn="l"/>
            <a:r>
              <a:rPr sz="800" b="1" dirty="0">
                <a:solidFill>
                  <a:srgbClr val="001B5B"/>
                </a:solidFill>
                <a:latin typeface="Arial"/>
              </a:rPr>
              <a:t>TAS Lead · on the rubric confidentiality blocker</a:t>
            </a:r>
          </a:p>
        </p:txBody>
      </p:sp>
      <p:sp>
        <p:nvSpPr>
          <p:cNvPr id="17" name="TextBox 16"/>
          <p:cNvSpPr txBox="1"/>
          <p:nvPr/>
        </p:nvSpPr>
        <p:spPr>
          <a:xfrm>
            <a:off x="530352" y="3127248"/>
            <a:ext cx="8046720" cy="594360"/>
          </a:xfrm>
          <a:prstGeom prst="rect">
            <a:avLst/>
          </a:prstGeom>
          <a:noFill/>
        </p:spPr>
        <p:txBody>
          <a:bodyPr wrap="square" lIns="36000" tIns="36000" rIns="36000" bIns="36000" anchor="t">
            <a:spAutoFit/>
          </a:bodyPr>
          <a:lstStyle/>
          <a:p>
            <a:pPr algn="l"/>
            <a:r>
              <a:rPr sz="900" b="0">
                <a:solidFill>
                  <a:srgbClr val="272727"/>
                </a:solidFill>
                <a:latin typeface="Arial"/>
              </a:rPr>
              <a:t>“If I give the AI agent the formula to score a candidate (which itself is very confidential and is limited to handful of people) … I don't know if [the LLM] can guarantee that the formula is only visible to me … it could lead to very big leak and conflict of interest in hiring TAS candidates.”</a:t>
            </a:r>
          </a:p>
        </p:txBody>
      </p:sp>
      <p:sp>
        <p:nvSpPr>
          <p:cNvPr id="18" name="Rectangle 17"/>
          <p:cNvSpPr/>
          <p:nvPr/>
        </p:nvSpPr>
        <p:spPr>
          <a:xfrm>
            <a:off x="365760" y="3776472"/>
            <a:ext cx="8412480" cy="877824"/>
          </a:xfrm>
          <a:prstGeom prst="rect">
            <a:avLst/>
          </a:prstGeom>
          <a:solidFill>
            <a:srgbClr val="E6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65760" y="3776472"/>
            <a:ext cx="73152" cy="877824"/>
          </a:xfrm>
          <a:prstGeom prst="rect">
            <a:avLst/>
          </a:prstGeom>
          <a:solidFill>
            <a:srgbClr val="E89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30352" y="3822192"/>
            <a:ext cx="8229600" cy="228600"/>
          </a:xfrm>
          <a:prstGeom prst="rect">
            <a:avLst/>
          </a:prstGeom>
          <a:noFill/>
        </p:spPr>
        <p:txBody>
          <a:bodyPr wrap="square" lIns="36000" tIns="36000" rIns="36000" bIns="36000" anchor="t">
            <a:spAutoFit/>
          </a:bodyPr>
          <a:lstStyle/>
          <a:p>
            <a:pPr algn="l"/>
            <a:r>
              <a:rPr sz="800" b="1">
                <a:solidFill>
                  <a:srgbClr val="001B5B"/>
                </a:solidFill>
                <a:latin typeface="Arial"/>
              </a:rPr>
              <a:t>TAS Lead · on the top AI ask</a:t>
            </a:r>
          </a:p>
        </p:txBody>
      </p:sp>
      <p:sp>
        <p:nvSpPr>
          <p:cNvPr id="21" name="TextBox 20"/>
          <p:cNvSpPr txBox="1"/>
          <p:nvPr/>
        </p:nvSpPr>
        <p:spPr>
          <a:xfrm>
            <a:off x="530352" y="4050792"/>
            <a:ext cx="8046720" cy="594360"/>
          </a:xfrm>
          <a:prstGeom prst="rect">
            <a:avLst/>
          </a:prstGeom>
          <a:noFill/>
        </p:spPr>
        <p:txBody>
          <a:bodyPr wrap="square" lIns="36000" tIns="36000" rIns="36000" bIns="36000" anchor="t">
            <a:spAutoFit/>
          </a:bodyPr>
          <a:lstStyle/>
          <a:p>
            <a:pPr algn="l"/>
            <a:r>
              <a:rPr sz="900" b="0">
                <a:solidFill>
                  <a:srgbClr val="272727"/>
                </a:solidFill>
                <a:latin typeface="Arial"/>
              </a:rPr>
              <a:t>“I would genuinely want to have the AI take over the project and candidate matching in each stint and since it happens 4 times a year all over mail and manually … given the personal information like name, email etc is safe from any leaks.”</a:t>
            </a:r>
          </a:p>
        </p:txBody>
      </p:sp>
      <p:sp>
        <p:nvSpPr>
          <p:cNvPr id="22" name="TextBox 21"/>
          <p:cNvSpPr txBox="1"/>
          <p:nvPr/>
        </p:nvSpPr>
        <p:spPr>
          <a:xfrm>
            <a:off x="8046720" y="4864608"/>
            <a:ext cx="914400" cy="195814"/>
          </a:xfrm>
          <a:prstGeom prst="rect">
            <a:avLst/>
          </a:prstGeom>
          <a:noFill/>
        </p:spPr>
        <p:txBody>
          <a:bodyPr wrap="square" lIns="36000" tIns="36000" rIns="36000" bIns="36000" anchor="t">
            <a:spAutoFit/>
          </a:bodyPr>
          <a:lstStyle/>
          <a:p>
            <a:pPr algn="r"/>
            <a:r>
              <a:rPr sz="800" b="0" dirty="0">
                <a:solidFill>
                  <a:srgbClr val="999999"/>
                </a:solidFill>
                <a:latin typeface="Arial"/>
              </a:rPr>
              <a:t>2</a:t>
            </a:r>
            <a:r>
              <a:rPr lang="en-US" sz="800" b="0" dirty="0">
                <a:solidFill>
                  <a:srgbClr val="999999"/>
                </a:solidFill>
                <a:latin typeface="Arial"/>
              </a:rPr>
              <a:t>7</a:t>
            </a:r>
            <a:r>
              <a:rPr sz="800" b="0" dirty="0">
                <a:solidFill>
                  <a:srgbClr val="999999"/>
                </a:solidFill>
                <a:latin typeface="Arial"/>
              </a:rPr>
              <a:t> / 2</a:t>
            </a:r>
            <a:r>
              <a:rPr lang="en-US" sz="800" b="0" dirty="0">
                <a:solidFill>
                  <a:srgbClr val="999999"/>
                </a:solidFill>
                <a:latin typeface="Arial"/>
              </a:rPr>
              <a:t>7</a:t>
            </a:r>
            <a:endParaRPr sz="800" b="0" dirty="0">
              <a:solidFill>
                <a:srgbClr val="999999"/>
              </a:solidFill>
              <a:latin typeface="Arial"/>
            </a:endParaRPr>
          </a:p>
        </p:txBody>
      </p:sp>
      <p:pic>
        <p:nvPicPr>
          <p:cNvPr id="23" name="Picture 8" descr="Tata logo png, Tata icon transparent png 20975508 PNG">
            <a:extLst>
              <a:ext uri="{FF2B5EF4-FFF2-40B4-BE49-F238E27FC236}">
                <a16:creationId xmlns:a16="http://schemas.microsoft.com/office/drawing/2014/main" id="{A2308CE1-E523-310E-B86F-860B673BB6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7566" y="-19195"/>
            <a:ext cx="796434" cy="7964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7387</TotalTime>
  <Words>10908</Words>
  <Application>Microsoft Office PowerPoint</Application>
  <PresentationFormat>On-screen Show (16:9)</PresentationFormat>
  <Paragraphs>929</Paragraphs>
  <Slides>29</Slides>
  <Notes>29</Notes>
  <HiddenSlides>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Nirmit Shah</cp:lastModifiedBy>
  <cp:revision>1</cp:revision>
  <dcterms:created xsi:type="dcterms:W3CDTF">2013-01-27T09:14:16Z</dcterms:created>
  <dcterms:modified xsi:type="dcterms:W3CDTF">2026-05-27T10:24:46Z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53bba68-4eb1-45e8-9c75-b7dd7eb6bd90_Enabled">
    <vt:lpwstr>true</vt:lpwstr>
  </property>
  <property fmtid="{D5CDD505-2E9C-101B-9397-08002B2CF9AE}" pid="3" name="MSIP_Label_153bba68-4eb1-45e8-9c75-b7dd7eb6bd90_SetDate">
    <vt:lpwstr>2026-05-21T21:59:06Z</vt:lpwstr>
  </property>
  <property fmtid="{D5CDD505-2E9C-101B-9397-08002B2CF9AE}" pid="4" name="MSIP_Label_153bba68-4eb1-45e8-9c75-b7dd7eb6bd90_Method">
    <vt:lpwstr>Standard</vt:lpwstr>
  </property>
  <property fmtid="{D5CDD505-2E9C-101B-9397-08002B2CF9AE}" pid="5" name="MSIP_Label_153bba68-4eb1-45e8-9c75-b7dd7eb6bd90_Name">
    <vt:lpwstr>153bba68-4eb1-45e8-9c75-b7dd7eb6bd90</vt:lpwstr>
  </property>
  <property fmtid="{D5CDD505-2E9C-101B-9397-08002B2CF9AE}" pid="6" name="MSIP_Label_153bba68-4eb1-45e8-9c75-b7dd7eb6bd90_SiteId">
    <vt:lpwstr>e5ba7b2a-a780-41a9-92b2-c2ed52d3a12f</vt:lpwstr>
  </property>
  <property fmtid="{D5CDD505-2E9C-101B-9397-08002B2CF9AE}" pid="7" name="MSIP_Label_153bba68-4eb1-45e8-9c75-b7dd7eb6bd90_ActionId">
    <vt:lpwstr>77bed70a-795b-4d46-8017-f79360a045b5</vt:lpwstr>
  </property>
  <property fmtid="{D5CDD505-2E9C-101B-9397-08002B2CF9AE}" pid="8" name="MSIP_Label_153bba68-4eb1-45e8-9c75-b7dd7eb6bd90_ContentBits">
    <vt:lpwstr>2</vt:lpwstr>
  </property>
  <property fmtid="{D5CDD505-2E9C-101B-9397-08002B2CF9AE}" pid="9" name="MSIP_Label_153bba68-4eb1-45e8-9c75-b7dd7eb6bd90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Tata Sons - Internal</vt:lpwstr>
  </property>
</Properties>
</file>