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65" r:id="rId13"/>
    <p:sldId id="266" r:id="rId14"/>
    <p:sldId id="267" r:id="rId15"/>
    <p:sldId id="268" r:id="rId16"/>
    <p:sldId id="269" r:id="rId17"/>
    <p:sldId id="274" r:id="rId18"/>
    <p:sldId id="275" r:id="rId19"/>
    <p:sldId id="270" r:id="rId20"/>
    <p:sldId id="27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7F77E0-1F91-43B8-BB5F-DC5FCB4A695F}" v="22" dt="2026-05-21T12:50:55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mit Shah" userId="19542b5f-727d-48fc-a6e5-31748f5f223f" providerId="ADAL" clId="{6E744BBD-6A1F-4C63-AAA4-E23759909C2A}"/>
    <pc:docChg chg="undo custSel addSld delSld modSld">
      <pc:chgData name="Nirmit Shah" userId="19542b5f-727d-48fc-a6e5-31748f5f223f" providerId="ADAL" clId="{6E744BBD-6A1F-4C63-AAA4-E23759909C2A}" dt="2026-05-21T12:50:54.143" v="1033"/>
      <pc:docMkLst>
        <pc:docMk/>
      </pc:docMkLst>
      <pc:sldChg chg="addSp modSp">
        <pc:chgData name="Nirmit Shah" userId="19542b5f-727d-48fc-a6e5-31748f5f223f" providerId="ADAL" clId="{6E744BBD-6A1F-4C63-AAA4-E23759909C2A}" dt="2026-05-21T12:50:54.143" v="1033"/>
        <pc:sldMkLst>
          <pc:docMk/>
          <pc:sldMk cId="0" sldId="256"/>
        </pc:sldMkLst>
        <pc:picChg chg="add mod">
          <ac:chgData name="Nirmit Shah" userId="19542b5f-727d-48fc-a6e5-31748f5f223f" providerId="ADAL" clId="{6E744BBD-6A1F-4C63-AAA4-E23759909C2A}" dt="2026-05-21T12:50:54.143" v="1033"/>
          <ac:picMkLst>
            <pc:docMk/>
            <pc:sldMk cId="0" sldId="256"/>
            <ac:picMk id="15" creationId="{87F23DAA-B954-7A3B-E332-5303C94320D0}"/>
          </ac:picMkLst>
        </pc:picChg>
      </pc:sldChg>
      <pc:sldChg chg="modSp mod">
        <pc:chgData name="Nirmit Shah" userId="19542b5f-727d-48fc-a6e5-31748f5f223f" providerId="ADAL" clId="{6E744BBD-6A1F-4C63-AAA4-E23759909C2A}" dt="2026-05-19T05:23:15.945" v="1024" actId="255"/>
        <pc:sldMkLst>
          <pc:docMk/>
          <pc:sldMk cId="0" sldId="257"/>
        </pc:sldMkLst>
        <pc:spChg chg="mod">
          <ac:chgData name="Nirmit Shah" userId="19542b5f-727d-48fc-a6e5-31748f5f223f" providerId="ADAL" clId="{6E744BBD-6A1F-4C63-AAA4-E23759909C2A}" dt="2026-05-19T05:23:15.945" v="1024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9T04:38:48.001" v="879" actId="20577"/>
          <ac:spMkLst>
            <pc:docMk/>
            <pc:sldMk cId="0" sldId="257"/>
            <ac:spMk id="21" creationId="{00000000-0000-0000-0000-000000000000}"/>
          </ac:spMkLst>
        </pc:spChg>
      </pc:sldChg>
      <pc:sldChg chg="modSp mod">
        <pc:chgData name="Nirmit Shah" userId="19542b5f-727d-48fc-a6e5-31748f5f223f" providerId="ADAL" clId="{6E744BBD-6A1F-4C63-AAA4-E23759909C2A}" dt="2026-05-19T05:23:21.560" v="1025" actId="403"/>
        <pc:sldMkLst>
          <pc:docMk/>
          <pc:sldMk cId="0" sldId="258"/>
        </pc:sldMkLst>
        <pc:spChg chg="mod">
          <ac:chgData name="Nirmit Shah" userId="19542b5f-727d-48fc-a6e5-31748f5f223f" providerId="ADAL" clId="{6E744BBD-6A1F-4C63-AAA4-E23759909C2A}" dt="2026-05-19T05:23:21.560" v="1025" actId="403"/>
          <ac:spMkLst>
            <pc:docMk/>
            <pc:sldMk cId="0" sldId="258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6:43.675" v="35" actId="103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6:43.675" v="35" actId="103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6:43.675" v="35" actId="103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6:43.675" v="35" actId="1035"/>
          <ac:spMkLst>
            <pc:docMk/>
            <pc:sldMk cId="0" sldId="258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6:43.675" v="35" actId="1035"/>
          <ac:spMkLst>
            <pc:docMk/>
            <pc:sldMk cId="0" sldId="258"/>
            <ac:spMk id="2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6:43.675" v="35" actId="1035"/>
          <ac:spMkLst>
            <pc:docMk/>
            <pc:sldMk cId="0" sldId="258"/>
            <ac:spMk id="42" creationId="{B48842E8-E50C-522D-C570-F4BAC0EF6E86}"/>
          </ac:spMkLst>
        </pc:spChg>
        <pc:spChg chg="mod">
          <ac:chgData name="Nirmit Shah" userId="19542b5f-727d-48fc-a6e5-31748f5f223f" providerId="ADAL" clId="{6E744BBD-6A1F-4C63-AAA4-E23759909C2A}" dt="2026-05-18T06:36:43.675" v="35" actId="1035"/>
          <ac:spMkLst>
            <pc:docMk/>
            <pc:sldMk cId="0" sldId="258"/>
            <ac:spMk id="43" creationId="{EF5FD0CD-4E88-77B0-3062-115488A59C94}"/>
          </ac:spMkLst>
        </pc:spChg>
        <pc:grpChg chg="mod">
          <ac:chgData name="Nirmit Shah" userId="19542b5f-727d-48fc-a6e5-31748f5f223f" providerId="ADAL" clId="{6E744BBD-6A1F-4C63-AAA4-E23759909C2A}" dt="2026-05-18T06:36:36.865" v="15" actId="1036"/>
          <ac:grpSpMkLst>
            <pc:docMk/>
            <pc:sldMk cId="0" sldId="258"/>
            <ac:grpSpMk id="39" creationId="{28960DFD-5B21-AF18-93CE-8BA7B040D343}"/>
          </ac:grpSpMkLst>
        </pc:grpChg>
        <pc:grpChg chg="mod">
          <ac:chgData name="Nirmit Shah" userId="19542b5f-727d-48fc-a6e5-31748f5f223f" providerId="ADAL" clId="{6E744BBD-6A1F-4C63-AAA4-E23759909C2A}" dt="2026-05-18T06:36:36.865" v="15" actId="1036"/>
          <ac:grpSpMkLst>
            <pc:docMk/>
            <pc:sldMk cId="0" sldId="258"/>
            <ac:grpSpMk id="40" creationId="{E28B947F-4D56-A505-E333-1BE25C2B2B75}"/>
          </ac:grpSpMkLst>
        </pc:grpChg>
        <pc:grpChg chg="mod">
          <ac:chgData name="Nirmit Shah" userId="19542b5f-727d-48fc-a6e5-31748f5f223f" providerId="ADAL" clId="{6E744BBD-6A1F-4C63-AAA4-E23759909C2A}" dt="2026-05-18T06:36:36.865" v="15" actId="1036"/>
          <ac:grpSpMkLst>
            <pc:docMk/>
            <pc:sldMk cId="0" sldId="258"/>
            <ac:grpSpMk id="41" creationId="{A5821100-BA58-E4D7-3189-EFC7A0214364}"/>
          </ac:grpSpMkLst>
        </pc:grpChg>
      </pc:sldChg>
      <pc:sldChg chg="modSp mod">
        <pc:chgData name="Nirmit Shah" userId="19542b5f-727d-48fc-a6e5-31748f5f223f" providerId="ADAL" clId="{6E744BBD-6A1F-4C63-AAA4-E23759909C2A}" dt="2026-05-19T05:23:26.528" v="1026" actId="403"/>
        <pc:sldMkLst>
          <pc:docMk/>
          <pc:sldMk cId="0" sldId="259"/>
        </pc:sldMkLst>
        <pc:spChg chg="mod">
          <ac:chgData name="Nirmit Shah" userId="19542b5f-727d-48fc-a6e5-31748f5f223f" providerId="ADAL" clId="{6E744BBD-6A1F-4C63-AAA4-E23759909C2A}" dt="2026-05-19T05:23:26.528" v="1026" actId="403"/>
          <ac:spMkLst>
            <pc:docMk/>
            <pc:sldMk cId="0" sldId="259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9T04:39:43.128" v="956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9T04:40:02.448" v="993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9T04:40:10.751" v="1014" actId="20577"/>
          <ac:spMkLst>
            <pc:docMk/>
            <pc:sldMk cId="0" sldId="259"/>
            <ac:spMk id="16" creationId="{00000000-0000-0000-0000-000000000000}"/>
          </ac:spMkLst>
        </pc:spChg>
      </pc:sldChg>
      <pc:sldChg chg="addSp delSp modSp mod">
        <pc:chgData name="Nirmit Shah" userId="19542b5f-727d-48fc-a6e5-31748f5f223f" providerId="ADAL" clId="{6E744BBD-6A1F-4C63-AAA4-E23759909C2A}" dt="2026-05-19T05:23:51.411" v="1030" actId="403"/>
        <pc:sldMkLst>
          <pc:docMk/>
          <pc:sldMk cId="0" sldId="260"/>
        </pc:sldMkLst>
        <pc:spChg chg="mod">
          <ac:chgData name="Nirmit Shah" userId="19542b5f-727d-48fc-a6e5-31748f5f223f" providerId="ADAL" clId="{6E744BBD-6A1F-4C63-AAA4-E23759909C2A}" dt="2026-05-19T05:23:51.411" v="1030" actId="403"/>
          <ac:spMkLst>
            <pc:docMk/>
            <pc:sldMk cId="0" sldId="260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9T05:06:30.590" v="1016" actId="20577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Nirmit Shah" userId="19542b5f-727d-48fc-a6e5-31748f5f223f" providerId="ADAL" clId="{6E744BBD-6A1F-4C63-AAA4-E23759909C2A}" dt="2026-05-19T05:23:57.744" v="1031" actId="403"/>
        <pc:sldMkLst>
          <pc:docMk/>
          <pc:sldMk cId="0" sldId="261"/>
        </pc:sldMkLst>
        <pc:spChg chg="mod">
          <ac:chgData name="Nirmit Shah" userId="19542b5f-727d-48fc-a6e5-31748f5f223f" providerId="ADAL" clId="{6E744BBD-6A1F-4C63-AAA4-E23759909C2A}" dt="2026-05-19T05:23:57.744" v="1031" actId="403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Nirmit Shah" userId="19542b5f-727d-48fc-a6e5-31748f5f223f" providerId="ADAL" clId="{6E744BBD-6A1F-4C63-AAA4-E23759909C2A}" dt="2026-05-19T05:24:06.404" v="1032" actId="403"/>
        <pc:sldMkLst>
          <pc:docMk/>
          <pc:sldMk cId="0" sldId="262"/>
        </pc:sldMkLst>
        <pc:spChg chg="mod">
          <ac:chgData name="Nirmit Shah" userId="19542b5f-727d-48fc-a6e5-31748f5f223f" providerId="ADAL" clId="{6E744BBD-6A1F-4C63-AAA4-E23759909C2A}" dt="2026-05-18T06:37:49.957" v="38" actId="276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9T05:24:06.404" v="1032" actId="403"/>
          <ac:spMkLst>
            <pc:docMk/>
            <pc:sldMk cId="0" sldId="262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7:49.941" v="37" actId="2711"/>
          <ac:spMkLst>
            <pc:docMk/>
            <pc:sldMk cId="0" sldId="262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7:49.941" v="37" actId="2711"/>
          <ac:spMkLst>
            <pc:docMk/>
            <pc:sldMk cId="0" sldId="262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7:49.941" v="37" actId="2711"/>
          <ac:spMkLst>
            <pc:docMk/>
            <pc:sldMk cId="0" sldId="262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7:49.941" v="37" actId="2711"/>
          <ac:spMkLst>
            <pc:docMk/>
            <pc:sldMk cId="0" sldId="262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7:49.941" v="37" actId="2711"/>
          <ac:spMkLst>
            <pc:docMk/>
            <pc:sldMk cId="0" sldId="262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7:49.941" v="37" actId="2711"/>
          <ac:spMkLst>
            <pc:docMk/>
            <pc:sldMk cId="0" sldId="262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7:49.941" v="37" actId="2711"/>
          <ac:spMkLst>
            <pc:docMk/>
            <pc:sldMk cId="0" sldId="262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7:49.941" v="37" actId="2711"/>
          <ac:spMkLst>
            <pc:docMk/>
            <pc:sldMk cId="0" sldId="262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7:49.941" v="37" actId="2711"/>
          <ac:spMkLst>
            <pc:docMk/>
            <pc:sldMk cId="0" sldId="262"/>
            <ac:spMk id="2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7:49.941" v="37" actId="2711"/>
          <ac:spMkLst>
            <pc:docMk/>
            <pc:sldMk cId="0" sldId="262"/>
            <ac:spMk id="27" creationId="{00000000-0000-0000-0000-000000000000}"/>
          </ac:spMkLst>
        </pc:spChg>
      </pc:sldChg>
      <pc:sldChg chg="modSp mod">
        <pc:chgData name="Nirmit Shah" userId="19542b5f-727d-48fc-a6e5-31748f5f223f" providerId="ADAL" clId="{6E744BBD-6A1F-4C63-AAA4-E23759909C2A}" dt="2026-05-18T07:14:27.761" v="141" actId="2711"/>
        <pc:sldMkLst>
          <pc:docMk/>
          <pc:sldMk cId="0" sldId="263"/>
        </pc:sldMkLst>
        <pc:spChg chg="mod">
          <ac:chgData name="Nirmit Shah" userId="19542b5f-727d-48fc-a6e5-31748f5f223f" providerId="ADAL" clId="{6E744BBD-6A1F-4C63-AAA4-E23759909C2A}" dt="2026-05-18T07:14:27.761" v="141" actId="2711"/>
          <ac:spMkLst>
            <pc:docMk/>
            <pc:sldMk cId="0" sldId="263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27.761" v="141" actId="2711"/>
          <ac:spMkLst>
            <pc:docMk/>
            <pc:sldMk cId="0" sldId="263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27.761" v="141" actId="2711"/>
          <ac:spMkLst>
            <pc:docMk/>
            <pc:sldMk cId="0" sldId="263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27.761" v="141" actId="2711"/>
          <ac:spMkLst>
            <pc:docMk/>
            <pc:sldMk cId="0" sldId="263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27.761" v="141" actId="2711"/>
          <ac:spMkLst>
            <pc:docMk/>
            <pc:sldMk cId="0" sldId="263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27.761" v="141" actId="2711"/>
          <ac:spMkLst>
            <pc:docMk/>
            <pc:sldMk cId="0" sldId="263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8:21.686" v="68" actId="10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27.761" v="141" actId="2711"/>
          <ac:spMkLst>
            <pc:docMk/>
            <pc:sldMk cId="0" sldId="263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27.761" v="141" actId="2711"/>
          <ac:spMkLst>
            <pc:docMk/>
            <pc:sldMk cId="0" sldId="263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8:21.686" v="68" actId="103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8:21.686" v="68" actId="10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8:21.686" v="68" actId="103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8:21.686" v="68" actId="103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6:38:21.686" v="68" actId="103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27.761" v="141" actId="2711"/>
          <ac:spMkLst>
            <pc:docMk/>
            <pc:sldMk cId="0" sldId="263"/>
            <ac:spMk id="2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27.761" v="141" actId="2711"/>
          <ac:spMkLst>
            <pc:docMk/>
            <pc:sldMk cId="0" sldId="263"/>
            <ac:spMk id="27" creationId="{00000000-0000-0000-0000-000000000000}"/>
          </ac:spMkLst>
        </pc:spChg>
        <pc:grpChg chg="mod">
          <ac:chgData name="Nirmit Shah" userId="19542b5f-727d-48fc-a6e5-31748f5f223f" providerId="ADAL" clId="{6E744BBD-6A1F-4C63-AAA4-E23759909C2A}" dt="2026-05-18T06:38:09.757" v="48" actId="1036"/>
          <ac:grpSpMkLst>
            <pc:docMk/>
            <pc:sldMk cId="0" sldId="263"/>
            <ac:grpSpMk id="28" creationId="{F181ADFD-206D-A803-DBCA-2F0850038B92}"/>
          </ac:grpSpMkLst>
        </pc:grpChg>
      </pc:sldChg>
      <pc:sldChg chg="delSp modSp mod">
        <pc:chgData name="Nirmit Shah" userId="19542b5f-727d-48fc-a6e5-31748f5f223f" providerId="ADAL" clId="{6E744BBD-6A1F-4C63-AAA4-E23759909C2A}" dt="2026-05-18T07:09:23.364" v="112" actId="404"/>
        <pc:sldMkLst>
          <pc:docMk/>
          <pc:sldMk cId="0" sldId="264"/>
        </pc:sldMkLst>
        <pc:spChg chg="mod">
          <ac:chgData name="Nirmit Shah" userId="19542b5f-727d-48fc-a6e5-31748f5f223f" providerId="ADAL" clId="{6E744BBD-6A1F-4C63-AAA4-E23759909C2A}" dt="2026-05-18T07:08:31.338" v="74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08:31.338" v="74" actId="2711"/>
          <ac:spMkLst>
            <pc:docMk/>
            <pc:sldMk cId="0" sldId="264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08:34.853" v="76" actId="403"/>
          <ac:spMkLst>
            <pc:docMk/>
            <pc:sldMk cId="0" sldId="264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09:02.202" v="96" actId="255"/>
          <ac:spMkLst>
            <pc:docMk/>
            <pc:sldMk cId="0" sldId="264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08:44.787" v="89" actId="403"/>
          <ac:spMkLst>
            <pc:docMk/>
            <pc:sldMk cId="0" sldId="264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08:31.338" v="74" actId="2711"/>
          <ac:spMkLst>
            <pc:docMk/>
            <pc:sldMk cId="0" sldId="264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09:13.529" v="104" actId="25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09:23.364" v="112" actId="404"/>
          <ac:spMkLst>
            <pc:docMk/>
            <pc:sldMk cId="0" sldId="264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08:31.338" v="74" actId="2711"/>
          <ac:spMkLst>
            <pc:docMk/>
            <pc:sldMk cId="0" sldId="264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08:31.338" v="74" actId="2711"/>
          <ac:spMkLst>
            <pc:docMk/>
            <pc:sldMk cId="0" sldId="264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08:31.338" v="74" actId="2711"/>
          <ac:spMkLst>
            <pc:docMk/>
            <pc:sldMk cId="0" sldId="264"/>
            <ac:spMk id="14" creationId="{00000000-0000-0000-0000-000000000000}"/>
          </ac:spMkLst>
        </pc:spChg>
      </pc:sldChg>
      <pc:sldChg chg="addSp delSp modSp mod">
        <pc:chgData name="Nirmit Shah" userId="19542b5f-727d-48fc-a6e5-31748f5f223f" providerId="ADAL" clId="{6E744BBD-6A1F-4C63-AAA4-E23759909C2A}" dt="2026-05-18T07:14:01.877" v="140" actId="2711"/>
        <pc:sldMkLst>
          <pc:docMk/>
          <pc:sldMk cId="0" sldId="265"/>
        </pc:sldMkLst>
        <pc:spChg chg="mod">
          <ac:chgData name="Nirmit Shah" userId="19542b5f-727d-48fc-a6e5-31748f5f223f" providerId="ADAL" clId="{6E744BBD-6A1F-4C63-AAA4-E23759909C2A}" dt="2026-05-18T07:14:01.877" v="140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01.877" v="140" actId="2711"/>
          <ac:spMkLst>
            <pc:docMk/>
            <pc:sldMk cId="0" sldId="265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01.877" v="140" actId="2711"/>
          <ac:spMkLst>
            <pc:docMk/>
            <pc:sldMk cId="0" sldId="265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0:49.745" v="116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01.877" v="140" actId="2711"/>
          <ac:spMkLst>
            <pc:docMk/>
            <pc:sldMk cId="0" sldId="265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01.877" v="140" actId="2711"/>
          <ac:spMkLst>
            <pc:docMk/>
            <pc:sldMk cId="0" sldId="265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0:57.573" v="117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01.877" v="140" actId="2711"/>
          <ac:spMkLst>
            <pc:docMk/>
            <pc:sldMk cId="0" sldId="265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01.877" v="140" actId="2711"/>
          <ac:spMkLst>
            <pc:docMk/>
            <pc:sldMk cId="0" sldId="265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01.877" v="140" actId="2711"/>
          <ac:spMkLst>
            <pc:docMk/>
            <pc:sldMk cId="0" sldId="265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01.877" v="140" actId="2711"/>
          <ac:spMkLst>
            <pc:docMk/>
            <pc:sldMk cId="0" sldId="265"/>
            <ac:spMk id="19" creationId="{00000000-0000-0000-0000-000000000000}"/>
          </ac:spMkLst>
        </pc:spChg>
        <pc:spChg chg="add mod ord">
          <ac:chgData name="Nirmit Shah" userId="19542b5f-727d-48fc-a6e5-31748f5f223f" providerId="ADAL" clId="{6E744BBD-6A1F-4C63-AAA4-E23759909C2A}" dt="2026-05-18T07:14:01.877" v="140" actId="2711"/>
          <ac:spMkLst>
            <pc:docMk/>
            <pc:sldMk cId="0" sldId="265"/>
            <ac:spMk id="20" creationId="{9DC645EA-C4E4-3F3C-209C-BC72B7385EE9}"/>
          </ac:spMkLst>
        </pc:spChg>
        <pc:cxnChg chg="add mod">
          <ac:chgData name="Nirmit Shah" userId="19542b5f-727d-48fc-a6e5-31748f5f223f" providerId="ADAL" clId="{6E744BBD-6A1F-4C63-AAA4-E23759909C2A}" dt="2026-05-18T07:13:37.118" v="138" actId="1076"/>
          <ac:cxnSpMkLst>
            <pc:docMk/>
            <pc:sldMk cId="0" sldId="265"/>
            <ac:cxnSpMk id="22" creationId="{53C3CED6-8356-4D33-D2E1-94EC034D18F8}"/>
          </ac:cxnSpMkLst>
        </pc:cxnChg>
        <pc:cxnChg chg="add mod">
          <ac:chgData name="Nirmit Shah" userId="19542b5f-727d-48fc-a6e5-31748f5f223f" providerId="ADAL" clId="{6E744BBD-6A1F-4C63-AAA4-E23759909C2A}" dt="2026-05-18T07:13:06.590" v="133" actId="14100"/>
          <ac:cxnSpMkLst>
            <pc:docMk/>
            <pc:sldMk cId="0" sldId="265"/>
            <ac:cxnSpMk id="24" creationId="{DF5E8E9E-DE5A-7C5E-4D02-640AE470AE26}"/>
          </ac:cxnSpMkLst>
        </pc:cxnChg>
        <pc:cxnChg chg="add mod">
          <ac:chgData name="Nirmit Shah" userId="19542b5f-727d-48fc-a6e5-31748f5f223f" providerId="ADAL" clId="{6E744BBD-6A1F-4C63-AAA4-E23759909C2A}" dt="2026-05-18T07:13:16.391" v="135" actId="14100"/>
          <ac:cxnSpMkLst>
            <pc:docMk/>
            <pc:sldMk cId="0" sldId="265"/>
            <ac:cxnSpMk id="26" creationId="{B27B3D00-E482-3774-5E56-FAEED92AD3F2}"/>
          </ac:cxnSpMkLst>
        </pc:cxnChg>
      </pc:sldChg>
      <pc:sldChg chg="addSp delSp modSp mod">
        <pc:chgData name="Nirmit Shah" userId="19542b5f-727d-48fc-a6e5-31748f5f223f" providerId="ADAL" clId="{6E744BBD-6A1F-4C63-AAA4-E23759909C2A}" dt="2026-05-18T07:16:11.367" v="215" actId="1076"/>
        <pc:sldMkLst>
          <pc:docMk/>
          <pc:sldMk cId="0" sldId="266"/>
        </pc:sldMkLst>
        <pc:spChg chg="mod">
          <ac:chgData name="Nirmit Shah" userId="19542b5f-727d-48fc-a6e5-31748f5f223f" providerId="ADAL" clId="{6E744BBD-6A1F-4C63-AAA4-E23759909C2A}" dt="2026-05-18T07:14:57.527" v="146" actId="255"/>
          <ac:spMkLst>
            <pc:docMk/>
            <pc:sldMk cId="0" sldId="266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57.527" v="146" actId="255"/>
          <ac:spMkLst>
            <pc:docMk/>
            <pc:sldMk cId="0" sldId="266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57.527" v="146" actId="255"/>
          <ac:spMkLst>
            <pc:docMk/>
            <pc:sldMk cId="0" sldId="266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57.527" v="146" actId="255"/>
          <ac:spMkLst>
            <pc:docMk/>
            <pc:sldMk cId="0" sldId="266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57.527" v="146" actId="255"/>
          <ac:spMkLst>
            <pc:docMk/>
            <pc:sldMk cId="0" sldId="266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57.527" v="146" actId="255"/>
          <ac:spMkLst>
            <pc:docMk/>
            <pc:sldMk cId="0" sldId="266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57.527" v="146" actId="255"/>
          <ac:spMkLst>
            <pc:docMk/>
            <pc:sldMk cId="0" sldId="266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57.527" v="146" actId="255"/>
          <ac:spMkLst>
            <pc:docMk/>
            <pc:sldMk cId="0" sldId="266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57.527" v="146" actId="255"/>
          <ac:spMkLst>
            <pc:docMk/>
            <pc:sldMk cId="0" sldId="266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4:57.527" v="146" actId="255"/>
          <ac:spMkLst>
            <pc:docMk/>
            <pc:sldMk cId="0" sldId="266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5:25.343" v="153" actId="403"/>
          <ac:spMkLst>
            <pc:docMk/>
            <pc:sldMk cId="0" sldId="266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5:25.343" v="153" actId="403"/>
          <ac:spMkLst>
            <pc:docMk/>
            <pc:sldMk cId="0" sldId="266"/>
            <ac:spMk id="2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5:25.343" v="153" actId="403"/>
          <ac:spMkLst>
            <pc:docMk/>
            <pc:sldMk cId="0" sldId="266"/>
            <ac:spMk id="2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5:25.343" v="153" actId="403"/>
          <ac:spMkLst>
            <pc:docMk/>
            <pc:sldMk cId="0" sldId="266"/>
            <ac:spMk id="2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5:25.343" v="153" actId="403"/>
          <ac:spMkLst>
            <pc:docMk/>
            <pc:sldMk cId="0" sldId="266"/>
            <ac:spMk id="2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7:15:25.343" v="153" actId="403"/>
          <ac:spMkLst>
            <pc:docMk/>
            <pc:sldMk cId="0" sldId="266"/>
            <ac:spMk id="29" creationId="{00000000-0000-0000-0000-000000000000}"/>
          </ac:spMkLst>
        </pc:spChg>
        <pc:grpChg chg="mod">
          <ac:chgData name="Nirmit Shah" userId="19542b5f-727d-48fc-a6e5-31748f5f223f" providerId="ADAL" clId="{6E744BBD-6A1F-4C63-AAA4-E23759909C2A}" dt="2026-05-18T07:15:07.144" v="147" actId="1076"/>
          <ac:grpSpMkLst>
            <pc:docMk/>
            <pc:sldMk cId="0" sldId="266"/>
            <ac:grpSpMk id="32" creationId="{DF59E345-0811-7633-C027-830E72738A7F}"/>
          </ac:grpSpMkLst>
        </pc:grpChg>
        <pc:grpChg chg="add mod">
          <ac:chgData name="Nirmit Shah" userId="19542b5f-727d-48fc-a6e5-31748f5f223f" providerId="ADAL" clId="{6E744BBD-6A1F-4C63-AAA4-E23759909C2A}" dt="2026-05-18T07:15:50.767" v="197" actId="1035"/>
          <ac:grpSpMkLst>
            <pc:docMk/>
            <pc:sldMk cId="0" sldId="266"/>
            <ac:grpSpMk id="33" creationId="{CA6AD35A-38FD-8ACD-6D92-BE513EECC5D8}"/>
          </ac:grpSpMkLst>
        </pc:grpChg>
        <pc:grpChg chg="add mod">
          <ac:chgData name="Nirmit Shah" userId="19542b5f-727d-48fc-a6e5-31748f5f223f" providerId="ADAL" clId="{6E744BBD-6A1F-4C63-AAA4-E23759909C2A}" dt="2026-05-18T07:16:11.367" v="215" actId="1076"/>
          <ac:grpSpMkLst>
            <pc:docMk/>
            <pc:sldMk cId="0" sldId="266"/>
            <ac:grpSpMk id="34" creationId="{8D67267E-D76D-63C5-E17B-E46C1CA719EA}"/>
          </ac:grpSpMkLst>
        </pc:grpChg>
      </pc:sldChg>
      <pc:sldChg chg="addSp delSp modSp mod">
        <pc:chgData name="Nirmit Shah" userId="19542b5f-727d-48fc-a6e5-31748f5f223f" providerId="ADAL" clId="{6E744BBD-6A1F-4C63-AAA4-E23759909C2A}" dt="2026-05-18T08:26:06.772" v="346" actId="1036"/>
        <pc:sldMkLst>
          <pc:docMk/>
          <pc:sldMk cId="0" sldId="267"/>
        </pc:sldMkLst>
        <pc:spChg chg="mod">
          <ac:chgData name="Nirmit Shah" userId="19542b5f-727d-48fc-a6e5-31748f5f223f" providerId="ADAL" clId="{6E744BBD-6A1F-4C63-AAA4-E23759909C2A}" dt="2026-05-18T08:25:00.780" v="218" actId="27636"/>
          <ac:spMkLst>
            <pc:docMk/>
            <pc:sldMk cId="0" sldId="267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09.366" v="221" actId="403"/>
          <ac:spMkLst>
            <pc:docMk/>
            <pc:sldMk cId="0" sldId="267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19.641" v="233" actId="1036"/>
          <ac:spMkLst>
            <pc:docMk/>
            <pc:sldMk cId="0" sldId="267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19.641" v="233" actId="1036"/>
          <ac:spMkLst>
            <pc:docMk/>
            <pc:sldMk cId="0" sldId="267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34.966" v="238" actId="403"/>
          <ac:spMkLst>
            <pc:docMk/>
            <pc:sldMk cId="0" sldId="267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32.517" v="236" actId="403"/>
          <ac:spMkLst>
            <pc:docMk/>
            <pc:sldMk cId="0" sldId="267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32.517" v="236" actId="403"/>
          <ac:spMkLst>
            <pc:docMk/>
            <pc:sldMk cId="0" sldId="267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32.517" v="236" actId="403"/>
          <ac:spMkLst>
            <pc:docMk/>
            <pc:sldMk cId="0" sldId="267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32.517" v="236" actId="403"/>
          <ac:spMkLst>
            <pc:docMk/>
            <pc:sldMk cId="0" sldId="267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32.517" v="236" actId="403"/>
          <ac:spMkLst>
            <pc:docMk/>
            <pc:sldMk cId="0" sldId="267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32.517" v="236" actId="403"/>
          <ac:spMkLst>
            <pc:docMk/>
            <pc:sldMk cId="0" sldId="267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32.517" v="236" actId="403"/>
          <ac:spMkLst>
            <pc:docMk/>
            <pc:sldMk cId="0" sldId="267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32.517" v="236" actId="403"/>
          <ac:spMkLst>
            <pc:docMk/>
            <pc:sldMk cId="0" sldId="267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55.300" v="297" actId="103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55.300" v="297" actId="103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55.300" v="297" actId="103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55.300" v="297" actId="103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55.300" v="297" actId="103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55.300" v="297" actId="103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55.300" v="297" actId="1036"/>
          <ac:spMkLst>
            <pc:docMk/>
            <pc:sldMk cId="0" sldId="267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55.300" v="297" actId="103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5:55.300" v="297" actId="1036"/>
          <ac:spMkLst>
            <pc:docMk/>
            <pc:sldMk cId="0" sldId="267"/>
            <ac:spMk id="25" creationId="{00000000-0000-0000-0000-000000000000}"/>
          </ac:spMkLst>
        </pc:spChg>
        <pc:grpChg chg="add mod">
          <ac:chgData name="Nirmit Shah" userId="19542b5f-727d-48fc-a6e5-31748f5f223f" providerId="ADAL" clId="{6E744BBD-6A1F-4C63-AAA4-E23759909C2A}" dt="2026-05-18T08:26:06.772" v="346" actId="1036"/>
          <ac:grpSpMkLst>
            <pc:docMk/>
            <pc:sldMk cId="0" sldId="267"/>
            <ac:grpSpMk id="28" creationId="{CB678336-A8BC-D270-E3C6-664C964B1295}"/>
          </ac:grpSpMkLst>
        </pc:grpChg>
      </pc:sldChg>
      <pc:sldChg chg="addSp delSp modSp mod">
        <pc:chgData name="Nirmit Shah" userId="19542b5f-727d-48fc-a6e5-31748f5f223f" providerId="ADAL" clId="{6E744BBD-6A1F-4C63-AAA4-E23759909C2A}" dt="2026-05-18T08:27:56.890" v="465" actId="2711"/>
        <pc:sldMkLst>
          <pc:docMk/>
          <pc:sldMk cId="0" sldId="268"/>
        </pc:sldMkLst>
        <pc:spChg chg="mod">
          <ac:chgData name="Nirmit Shah" userId="19542b5f-727d-48fc-a6e5-31748f5f223f" providerId="ADAL" clId="{6E744BBD-6A1F-4C63-AAA4-E23759909C2A}" dt="2026-05-18T08:27:56.890" v="465" actId="2711"/>
          <ac:spMkLst>
            <pc:docMk/>
            <pc:sldMk cId="0" sldId="268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37.340" v="462" actId="403"/>
          <ac:spMkLst>
            <pc:docMk/>
            <pc:sldMk cId="0" sldId="268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33.143" v="459" actId="1035"/>
          <ac:spMkLst>
            <pc:docMk/>
            <pc:sldMk cId="0" sldId="268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33.143" v="459" actId="1035"/>
          <ac:spMkLst>
            <pc:docMk/>
            <pc:sldMk cId="0" sldId="268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56.890" v="465" actId="2711"/>
          <ac:spMkLst>
            <pc:docMk/>
            <pc:sldMk cId="0" sldId="268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11.196" v="384" actId="403"/>
          <ac:spMkLst>
            <pc:docMk/>
            <pc:sldMk cId="0" sldId="268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56.890" v="465" actId="2711"/>
          <ac:spMkLst>
            <pc:docMk/>
            <pc:sldMk cId="0" sldId="268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56.890" v="465" actId="2711"/>
          <ac:spMkLst>
            <pc:docMk/>
            <pc:sldMk cId="0" sldId="268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11.196" v="384" actId="403"/>
          <ac:spMkLst>
            <pc:docMk/>
            <pc:sldMk cId="0" sldId="268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56.890" v="465" actId="2711"/>
          <ac:spMkLst>
            <pc:docMk/>
            <pc:sldMk cId="0" sldId="268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56.890" v="465" actId="2711"/>
          <ac:spMkLst>
            <pc:docMk/>
            <pc:sldMk cId="0" sldId="268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56.890" v="465" actId="2711"/>
          <ac:spMkLst>
            <pc:docMk/>
            <pc:sldMk cId="0" sldId="268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56.890" v="465" actId="2711"/>
          <ac:spMkLst>
            <pc:docMk/>
            <pc:sldMk cId="0" sldId="268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03.845" v="380" actId="103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56.890" v="465" actId="2711"/>
          <ac:spMkLst>
            <pc:docMk/>
            <pc:sldMk cId="0" sldId="268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03.845" v="380" actId="103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03.845" v="380" actId="103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03.845" v="380" actId="103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03.845" v="380" actId="103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03.845" v="380" actId="1036"/>
          <ac:spMkLst>
            <pc:docMk/>
            <pc:sldMk cId="0" sldId="268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03.845" v="380" actId="1036"/>
          <ac:spMkLst>
            <pc:docMk/>
            <pc:sldMk cId="0" sldId="268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7:56.890" v="465" actId="2711"/>
          <ac:spMkLst>
            <pc:docMk/>
            <pc:sldMk cId="0" sldId="268"/>
            <ac:spMk id="25" creationId="{00000000-0000-0000-0000-000000000000}"/>
          </ac:spMkLst>
        </pc:spChg>
        <pc:grpChg chg="add mod">
          <ac:chgData name="Nirmit Shah" userId="19542b5f-727d-48fc-a6e5-31748f5f223f" providerId="ADAL" clId="{6E744BBD-6A1F-4C63-AAA4-E23759909C2A}" dt="2026-05-18T08:27:17.293" v="426" actId="1035"/>
          <ac:grpSpMkLst>
            <pc:docMk/>
            <pc:sldMk cId="0" sldId="268"/>
            <ac:grpSpMk id="28" creationId="{7308639F-A19A-DBAE-84CE-5A2D8F2C2BD5}"/>
          </ac:grpSpMkLst>
        </pc:grpChg>
      </pc:sldChg>
      <pc:sldChg chg="addSp delSp modSp mod">
        <pc:chgData name="Nirmit Shah" userId="19542b5f-727d-48fc-a6e5-31748f5f223f" providerId="ADAL" clId="{6E744BBD-6A1F-4C63-AAA4-E23759909C2A}" dt="2026-05-18T08:29:11.329" v="592" actId="1035"/>
        <pc:sldMkLst>
          <pc:docMk/>
          <pc:sldMk cId="0" sldId="269"/>
        </pc:sldMkLst>
        <pc:spChg chg="mod">
          <ac:chgData name="Nirmit Shah" userId="19542b5f-727d-48fc-a6e5-31748f5f223f" providerId="ADAL" clId="{6E744BBD-6A1F-4C63-AAA4-E23759909C2A}" dt="2026-05-18T08:28:10.217" v="467" actId="27636"/>
          <ac:spMkLst>
            <pc:docMk/>
            <pc:sldMk cId="0" sldId="269"/>
            <ac:spMk id="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10.202" v="466" actId="2711"/>
          <ac:spMkLst>
            <pc:docMk/>
            <pc:sldMk cId="0" sldId="269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9:11.329" v="592" actId="1035"/>
          <ac:spMkLst>
            <pc:docMk/>
            <pc:sldMk cId="0" sldId="269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9:11.329" v="592" actId="1035"/>
          <ac:spMkLst>
            <pc:docMk/>
            <pc:sldMk cId="0" sldId="269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48.312" v="541" actId="403"/>
          <ac:spMkLst>
            <pc:docMk/>
            <pc:sldMk cId="0" sldId="269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48.312" v="541" actId="403"/>
          <ac:spMkLst>
            <pc:docMk/>
            <pc:sldMk cId="0" sldId="269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48.312" v="541" actId="403"/>
          <ac:spMkLst>
            <pc:docMk/>
            <pc:sldMk cId="0" sldId="269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48.312" v="541" actId="403"/>
          <ac:spMkLst>
            <pc:docMk/>
            <pc:sldMk cId="0" sldId="269"/>
            <ac:spMk id="1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48.312" v="541" actId="403"/>
          <ac:spMkLst>
            <pc:docMk/>
            <pc:sldMk cId="0" sldId="269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48.312" v="541" actId="403"/>
          <ac:spMkLst>
            <pc:docMk/>
            <pc:sldMk cId="0" sldId="269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48.312" v="541" actId="403"/>
          <ac:spMkLst>
            <pc:docMk/>
            <pc:sldMk cId="0" sldId="269"/>
            <ac:spMk id="1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48.312" v="541" actId="403"/>
          <ac:spMkLst>
            <pc:docMk/>
            <pc:sldMk cId="0" sldId="269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48.312" v="541" actId="403"/>
          <ac:spMkLst>
            <pc:docMk/>
            <pc:sldMk cId="0" sldId="269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34.485" v="508" actId="404"/>
          <ac:spMkLst>
            <pc:docMk/>
            <pc:sldMk cId="0" sldId="269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34.485" v="508" actId="404"/>
          <ac:spMkLst>
            <pc:docMk/>
            <pc:sldMk cId="0" sldId="269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34.485" v="508" actId="404"/>
          <ac:spMkLst>
            <pc:docMk/>
            <pc:sldMk cId="0" sldId="269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34.485" v="508" actId="404"/>
          <ac:spMkLst>
            <pc:docMk/>
            <pc:sldMk cId="0" sldId="269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34.485" v="508" actId="404"/>
          <ac:spMkLst>
            <pc:docMk/>
            <pc:sldMk cId="0" sldId="269"/>
            <ac:spMk id="21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34.485" v="508" actId="404"/>
          <ac:spMkLst>
            <pc:docMk/>
            <pc:sldMk cId="0" sldId="269"/>
            <ac:spMk id="2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34.485" v="508" actId="404"/>
          <ac:spMkLst>
            <pc:docMk/>
            <pc:sldMk cId="0" sldId="269"/>
            <ac:spMk id="2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34.485" v="508" actId="404"/>
          <ac:spMkLst>
            <pc:docMk/>
            <pc:sldMk cId="0" sldId="269"/>
            <ac:spMk id="2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8:34.485" v="508" actId="404"/>
          <ac:spMkLst>
            <pc:docMk/>
            <pc:sldMk cId="0" sldId="269"/>
            <ac:spMk id="25" creationId="{00000000-0000-0000-0000-000000000000}"/>
          </ac:spMkLst>
        </pc:spChg>
        <pc:grpChg chg="add mod">
          <ac:chgData name="Nirmit Shah" userId="19542b5f-727d-48fc-a6e5-31748f5f223f" providerId="ADAL" clId="{6E744BBD-6A1F-4C63-AAA4-E23759909C2A}" dt="2026-05-18T08:28:45.402" v="538" actId="1035"/>
          <ac:grpSpMkLst>
            <pc:docMk/>
            <pc:sldMk cId="0" sldId="269"/>
            <ac:grpSpMk id="28" creationId="{B8A78EB5-FB6C-1FB7-FB14-2CA808471222}"/>
          </ac:grpSpMkLst>
        </pc:grpChg>
      </pc:sldChg>
      <pc:sldChg chg="addSp delSp modSp mod">
        <pc:chgData name="Nirmit Shah" userId="19542b5f-727d-48fc-a6e5-31748f5f223f" providerId="ADAL" clId="{6E744BBD-6A1F-4C63-AAA4-E23759909C2A}" dt="2026-05-18T10:04:15.999" v="872" actId="478"/>
        <pc:sldMkLst>
          <pc:docMk/>
          <pc:sldMk cId="0" sldId="270"/>
        </pc:sldMkLst>
        <pc:spChg chg="mod">
          <ac:chgData name="Nirmit Shah" userId="19542b5f-727d-48fc-a6e5-31748f5f223f" providerId="ADAL" clId="{6E744BBD-6A1F-4C63-AAA4-E23759909C2A}" dt="2026-05-18T08:30:44.369" v="648" actId="403"/>
          <ac:spMkLst>
            <pc:docMk/>
            <pc:sldMk cId="0" sldId="270"/>
            <ac:spMk id="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0:24.599" v="628" actId="1038"/>
          <ac:spMkLst>
            <pc:docMk/>
            <pc:sldMk cId="0" sldId="270"/>
            <ac:spMk id="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0:30.241" v="644" actId="1037"/>
          <ac:spMkLst>
            <pc:docMk/>
            <pc:sldMk cId="0" sldId="270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1:04.615" v="682" actId="103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1:04.615" v="682" actId="1036"/>
          <ac:spMkLst>
            <pc:docMk/>
            <pc:sldMk cId="0" sldId="270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1:04.615" v="682" actId="1036"/>
          <ac:spMkLst>
            <pc:docMk/>
            <pc:sldMk cId="0" sldId="270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1:04.615" v="682" actId="1036"/>
          <ac:spMkLst>
            <pc:docMk/>
            <pc:sldMk cId="0" sldId="270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1:04.615" v="682" actId="1036"/>
          <ac:spMkLst>
            <pc:docMk/>
            <pc:sldMk cId="0" sldId="270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1:04.615" v="682" actId="1036"/>
          <ac:spMkLst>
            <pc:docMk/>
            <pc:sldMk cId="0" sldId="270"/>
            <ac:spMk id="3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1:04.615" v="682" actId="1036"/>
          <ac:spMkLst>
            <pc:docMk/>
            <pc:sldMk cId="0" sldId="270"/>
            <ac:spMk id="3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1:04.615" v="682" actId="1036"/>
          <ac:spMkLst>
            <pc:docMk/>
            <pc:sldMk cId="0" sldId="270"/>
            <ac:spMk id="4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1:04.615" v="682" actId="1036"/>
          <ac:spMkLst>
            <pc:docMk/>
            <pc:sldMk cId="0" sldId="270"/>
            <ac:spMk id="4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1:04.615" v="682" actId="1036"/>
          <ac:spMkLst>
            <pc:docMk/>
            <pc:sldMk cId="0" sldId="270"/>
            <ac:spMk id="5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9:57.912" v="596" actId="403"/>
          <ac:spMkLst>
            <pc:docMk/>
            <pc:sldMk cId="0" sldId="270"/>
            <ac:spMk id="5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9:57.912" v="596" actId="403"/>
          <ac:spMkLst>
            <pc:docMk/>
            <pc:sldMk cId="0" sldId="270"/>
            <ac:spMk id="54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9:57.912" v="596" actId="403"/>
          <ac:spMkLst>
            <pc:docMk/>
            <pc:sldMk cId="0" sldId="270"/>
            <ac:spMk id="5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9:57.912" v="596" actId="403"/>
          <ac:spMkLst>
            <pc:docMk/>
            <pc:sldMk cId="0" sldId="270"/>
            <ac:spMk id="5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9:57.912" v="596" actId="403"/>
          <ac:spMkLst>
            <pc:docMk/>
            <pc:sldMk cId="0" sldId="270"/>
            <ac:spMk id="5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29:57.912" v="596" actId="403"/>
          <ac:spMkLst>
            <pc:docMk/>
            <pc:sldMk cId="0" sldId="270"/>
            <ac:spMk id="58" creationId="{00000000-0000-0000-0000-000000000000}"/>
          </ac:spMkLst>
        </pc:spChg>
        <pc:grpChg chg="add mod">
          <ac:chgData name="Nirmit Shah" userId="19542b5f-727d-48fc-a6e5-31748f5f223f" providerId="ADAL" clId="{6E744BBD-6A1F-4C63-AAA4-E23759909C2A}" dt="2026-05-18T08:29:56.072" v="593" actId="164"/>
          <ac:grpSpMkLst>
            <pc:docMk/>
            <pc:sldMk cId="0" sldId="270"/>
            <ac:grpSpMk id="61" creationId="{7A93075E-AD6B-4A9D-59D4-0060BF589B76}"/>
          </ac:grpSpMkLst>
        </pc:grpChg>
      </pc:sldChg>
      <pc:sldChg chg="delSp modSp mod">
        <pc:chgData name="Nirmit Shah" userId="19542b5f-727d-48fc-a6e5-31748f5f223f" providerId="ADAL" clId="{6E744BBD-6A1F-4C63-AAA4-E23759909C2A}" dt="2026-05-18T10:04:12.133" v="871" actId="478"/>
        <pc:sldMkLst>
          <pc:docMk/>
          <pc:sldMk cId="0" sldId="271"/>
        </pc:sldMkLst>
        <pc:spChg chg="mod">
          <ac:chgData name="Nirmit Shah" userId="19542b5f-727d-48fc-a6e5-31748f5f223f" providerId="ADAL" clId="{6E744BBD-6A1F-4C63-AAA4-E23759909C2A}" dt="2026-05-18T08:32:05.690" v="687" actId="404"/>
          <ac:spMkLst>
            <pc:docMk/>
            <pc:sldMk cId="0" sldId="271"/>
            <ac:spMk id="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2:05.690" v="687" actId="404"/>
          <ac:spMkLst>
            <pc:docMk/>
            <pc:sldMk cId="0" sldId="271"/>
            <ac:spMk id="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9:18:38.762" v="708" actId="404"/>
          <ac:spMkLst>
            <pc:docMk/>
            <pc:sldMk cId="0" sldId="271"/>
            <ac:spMk id="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2:05.690" v="687" actId="404"/>
          <ac:spMkLst>
            <pc:docMk/>
            <pc:sldMk cId="0" sldId="271"/>
            <ac:spMk id="1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2:05.690" v="687" actId="404"/>
          <ac:spMkLst>
            <pc:docMk/>
            <pc:sldMk cId="0" sldId="271"/>
            <ac:spMk id="12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2:12.866" v="692" actId="2763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2:05.690" v="687" actId="404"/>
          <ac:spMkLst>
            <pc:docMk/>
            <pc:sldMk cId="0" sldId="271"/>
            <ac:spMk id="15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2:05.690" v="687" actId="404"/>
          <ac:spMkLst>
            <pc:docMk/>
            <pc:sldMk cId="0" sldId="271"/>
            <ac:spMk id="16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2:15.442" v="693" actId="403"/>
          <ac:spMkLst>
            <pc:docMk/>
            <pc:sldMk cId="0" sldId="271"/>
            <ac:spMk id="17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2:05.690" v="687" actId="404"/>
          <ac:spMkLst>
            <pc:docMk/>
            <pc:sldMk cId="0" sldId="271"/>
            <ac:spMk id="18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2:05.690" v="687" actId="404"/>
          <ac:spMkLst>
            <pc:docMk/>
            <pc:sldMk cId="0" sldId="271"/>
            <ac:spMk id="19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2:05.690" v="687" actId="404"/>
          <ac:spMkLst>
            <pc:docMk/>
            <pc:sldMk cId="0" sldId="271"/>
            <ac:spMk id="20" creationId="{00000000-0000-0000-0000-000000000000}"/>
          </ac:spMkLst>
        </pc:spChg>
        <pc:spChg chg="mod">
          <ac:chgData name="Nirmit Shah" userId="19542b5f-727d-48fc-a6e5-31748f5f223f" providerId="ADAL" clId="{6E744BBD-6A1F-4C63-AAA4-E23759909C2A}" dt="2026-05-18T08:32:32.650" v="695" actId="403"/>
          <ac:spMkLst>
            <pc:docMk/>
            <pc:sldMk cId="0" sldId="271"/>
            <ac:spMk id="21" creationId="{00000000-0000-0000-0000-000000000000}"/>
          </ac:spMkLst>
        </pc:spChg>
      </pc:sldChg>
      <pc:sldChg chg="addSp delSp modSp new mod">
        <pc:chgData name="Nirmit Shah" userId="19542b5f-727d-48fc-a6e5-31748f5f223f" providerId="ADAL" clId="{6E744BBD-6A1F-4C63-AAA4-E23759909C2A}" dt="2026-05-18T09:20:53.979" v="739" actId="404"/>
        <pc:sldMkLst>
          <pc:docMk/>
          <pc:sldMk cId="3403904059" sldId="272"/>
        </pc:sldMkLst>
        <pc:spChg chg="add del mod">
          <ac:chgData name="Nirmit Shah" userId="19542b5f-727d-48fc-a6e5-31748f5f223f" providerId="ADAL" clId="{6E744BBD-6A1F-4C63-AAA4-E23759909C2A}" dt="2026-05-18T09:19:08.186" v="714" actId="403"/>
          <ac:spMkLst>
            <pc:docMk/>
            <pc:sldMk cId="3403904059" sldId="272"/>
            <ac:spMk id="4" creationId="{D3809915-5635-06DC-3E1B-0AA8524F7421}"/>
          </ac:spMkLst>
        </pc:spChg>
        <pc:spChg chg="mod">
          <ac:chgData name="Nirmit Shah" userId="19542b5f-727d-48fc-a6e5-31748f5f223f" providerId="ADAL" clId="{6E744BBD-6A1F-4C63-AAA4-E23759909C2A}" dt="2026-05-18T09:19:43.412" v="726" actId="1076"/>
          <ac:spMkLst>
            <pc:docMk/>
            <pc:sldMk cId="3403904059" sldId="272"/>
            <ac:spMk id="5" creationId="{9A7916FE-2D3E-CC90-CDF3-133F2E0B0042}"/>
          </ac:spMkLst>
        </pc:spChg>
        <pc:spChg chg="mod">
          <ac:chgData name="Nirmit Shah" userId="19542b5f-727d-48fc-a6e5-31748f5f223f" providerId="ADAL" clId="{6E744BBD-6A1F-4C63-AAA4-E23759909C2A}" dt="2026-05-18T09:19:38.282" v="724" actId="403"/>
          <ac:spMkLst>
            <pc:docMk/>
            <pc:sldMk cId="3403904059" sldId="272"/>
            <ac:spMk id="6" creationId="{C2F15D79-F79A-01A2-8A7D-F0D625E83319}"/>
          </ac:spMkLst>
        </pc:spChg>
        <pc:spChg chg="add del mod">
          <ac:chgData name="Nirmit Shah" userId="19542b5f-727d-48fc-a6e5-31748f5f223f" providerId="ADAL" clId="{6E744BBD-6A1F-4C63-AAA4-E23759909C2A}" dt="2026-05-18T09:19:38.282" v="724" actId="403"/>
          <ac:spMkLst>
            <pc:docMk/>
            <pc:sldMk cId="3403904059" sldId="272"/>
            <ac:spMk id="7" creationId="{C28F83BA-67F1-255B-1DE5-5232C975F637}"/>
          </ac:spMkLst>
        </pc:spChg>
        <pc:spChg chg="mod">
          <ac:chgData name="Nirmit Shah" userId="19542b5f-727d-48fc-a6e5-31748f5f223f" providerId="ADAL" clId="{6E744BBD-6A1F-4C63-AAA4-E23759909C2A}" dt="2026-05-18T09:19:38.282" v="724" actId="403"/>
          <ac:spMkLst>
            <pc:docMk/>
            <pc:sldMk cId="3403904059" sldId="272"/>
            <ac:spMk id="8" creationId="{891ABADF-C0E2-3C24-DEA3-19E46556CFA3}"/>
          </ac:spMkLst>
        </pc:spChg>
        <pc:spChg chg="mod">
          <ac:chgData name="Nirmit Shah" userId="19542b5f-727d-48fc-a6e5-31748f5f223f" providerId="ADAL" clId="{6E744BBD-6A1F-4C63-AAA4-E23759909C2A}" dt="2026-05-18T09:19:38.282" v="724" actId="403"/>
          <ac:spMkLst>
            <pc:docMk/>
            <pc:sldMk cId="3403904059" sldId="272"/>
            <ac:spMk id="9" creationId="{5F270FD7-558D-5BD5-7B09-7094B63F1AF3}"/>
          </ac:spMkLst>
        </pc:spChg>
        <pc:spChg chg="add del mod">
          <ac:chgData name="Nirmit Shah" userId="19542b5f-727d-48fc-a6e5-31748f5f223f" providerId="ADAL" clId="{6E744BBD-6A1F-4C63-AAA4-E23759909C2A}" dt="2026-05-18T09:19:38.282" v="724" actId="403"/>
          <ac:spMkLst>
            <pc:docMk/>
            <pc:sldMk cId="3403904059" sldId="272"/>
            <ac:spMk id="10" creationId="{7D88B5D3-06AA-7EC1-9741-DCE6F5D461FF}"/>
          </ac:spMkLst>
        </pc:spChg>
        <pc:spChg chg="add del mod">
          <ac:chgData name="Nirmit Shah" userId="19542b5f-727d-48fc-a6e5-31748f5f223f" providerId="ADAL" clId="{6E744BBD-6A1F-4C63-AAA4-E23759909C2A}" dt="2026-05-18T09:20:06.815" v="733" actId="14100"/>
          <ac:spMkLst>
            <pc:docMk/>
            <pc:sldMk cId="3403904059" sldId="272"/>
            <ac:spMk id="14" creationId="{BAE65BD3-69FF-7534-7077-B6AF1F536F8C}"/>
          </ac:spMkLst>
        </pc:spChg>
        <pc:spChg chg="add del mod">
          <ac:chgData name="Nirmit Shah" userId="19542b5f-727d-48fc-a6e5-31748f5f223f" providerId="ADAL" clId="{6E744BBD-6A1F-4C63-AAA4-E23759909C2A}" dt="2026-05-18T09:19:59.710" v="731" actId="1076"/>
          <ac:spMkLst>
            <pc:docMk/>
            <pc:sldMk cId="3403904059" sldId="272"/>
            <ac:spMk id="15" creationId="{31953F33-3110-80A5-ADD2-4A04894CEA75}"/>
          </ac:spMkLst>
        </pc:spChg>
        <pc:spChg chg="add del mod">
          <ac:chgData name="Nirmit Shah" userId="19542b5f-727d-48fc-a6e5-31748f5f223f" providerId="ADAL" clId="{6E744BBD-6A1F-4C63-AAA4-E23759909C2A}" dt="2026-05-18T09:19:59.710" v="731" actId="1076"/>
          <ac:spMkLst>
            <pc:docMk/>
            <pc:sldMk cId="3403904059" sldId="272"/>
            <ac:spMk id="16" creationId="{117F742F-B946-2EC0-0FFB-25F902790083}"/>
          </ac:spMkLst>
        </pc:spChg>
        <pc:spChg chg="mod">
          <ac:chgData name="Nirmit Shah" userId="19542b5f-727d-48fc-a6e5-31748f5f223f" providerId="ADAL" clId="{6E744BBD-6A1F-4C63-AAA4-E23759909C2A}" dt="2026-05-18T09:19:59.710" v="731" actId="1076"/>
          <ac:spMkLst>
            <pc:docMk/>
            <pc:sldMk cId="3403904059" sldId="272"/>
            <ac:spMk id="17" creationId="{5A0B4098-5E9A-332E-F29D-C7BAF7623CAB}"/>
          </ac:spMkLst>
        </pc:spChg>
        <pc:spChg chg="add del mod">
          <ac:chgData name="Nirmit Shah" userId="19542b5f-727d-48fc-a6e5-31748f5f223f" providerId="ADAL" clId="{6E744BBD-6A1F-4C63-AAA4-E23759909C2A}" dt="2026-05-18T09:19:59.710" v="731" actId="1076"/>
          <ac:spMkLst>
            <pc:docMk/>
            <pc:sldMk cId="3403904059" sldId="272"/>
            <ac:spMk id="18" creationId="{7ACF0FEE-3A1B-CB8B-2CC0-8B704969032F}"/>
          </ac:spMkLst>
        </pc:spChg>
        <pc:spChg chg="mod">
          <ac:chgData name="Nirmit Shah" userId="19542b5f-727d-48fc-a6e5-31748f5f223f" providerId="ADAL" clId="{6E744BBD-6A1F-4C63-AAA4-E23759909C2A}" dt="2026-05-18T09:19:59.710" v="731" actId="1076"/>
          <ac:spMkLst>
            <pc:docMk/>
            <pc:sldMk cId="3403904059" sldId="272"/>
            <ac:spMk id="19" creationId="{3F924834-5CBE-AB15-89E9-B3126A42F6A8}"/>
          </ac:spMkLst>
        </pc:spChg>
        <pc:spChg chg="add del mod">
          <ac:chgData name="Nirmit Shah" userId="19542b5f-727d-48fc-a6e5-31748f5f223f" providerId="ADAL" clId="{6E744BBD-6A1F-4C63-AAA4-E23759909C2A}" dt="2026-05-18T09:19:59.710" v="731" actId="1076"/>
          <ac:spMkLst>
            <pc:docMk/>
            <pc:sldMk cId="3403904059" sldId="272"/>
            <ac:spMk id="20" creationId="{449F7DC6-0468-5E85-D7BC-13C0D9A45519}"/>
          </ac:spMkLst>
        </pc:spChg>
        <pc:spChg chg="mod">
          <ac:chgData name="Nirmit Shah" userId="19542b5f-727d-48fc-a6e5-31748f5f223f" providerId="ADAL" clId="{6E744BBD-6A1F-4C63-AAA4-E23759909C2A}" dt="2026-05-18T09:20:53.979" v="739" actId="404"/>
          <ac:spMkLst>
            <pc:docMk/>
            <pc:sldMk cId="3403904059" sldId="272"/>
            <ac:spMk id="21" creationId="{CF17B4C5-0F01-C6B2-A085-C5B6F5B9A909}"/>
          </ac:spMkLst>
        </pc:spChg>
        <pc:spChg chg="add del mod">
          <ac:chgData name="Nirmit Shah" userId="19542b5f-727d-48fc-a6e5-31748f5f223f" providerId="ADAL" clId="{6E744BBD-6A1F-4C63-AAA4-E23759909C2A}" dt="2026-05-18T09:18:59.886" v="712" actId="478"/>
          <ac:spMkLst>
            <pc:docMk/>
            <pc:sldMk cId="3403904059" sldId="272"/>
            <ac:spMk id="23" creationId="{59F7F2C2-E47F-4081-391A-64B29A2A4F51}"/>
          </ac:spMkLst>
        </pc:spChg>
        <pc:grpChg chg="add mod">
          <ac:chgData name="Nirmit Shah" userId="19542b5f-727d-48fc-a6e5-31748f5f223f" providerId="ADAL" clId="{6E744BBD-6A1F-4C63-AAA4-E23759909C2A}" dt="2026-05-18T09:19:34.014" v="720" actId="164"/>
          <ac:grpSpMkLst>
            <pc:docMk/>
            <pc:sldMk cId="3403904059" sldId="272"/>
            <ac:grpSpMk id="24" creationId="{65C63F7B-E465-65DD-81F5-5B27F2E56CFD}"/>
          </ac:grpSpMkLst>
        </pc:grpChg>
        <pc:cxnChg chg="mod">
          <ac:chgData name="Nirmit Shah" userId="19542b5f-727d-48fc-a6e5-31748f5f223f" providerId="ADAL" clId="{6E744BBD-6A1F-4C63-AAA4-E23759909C2A}" dt="2026-05-18T09:19:34.014" v="720" actId="164"/>
          <ac:cxnSpMkLst>
            <pc:docMk/>
            <pc:sldMk cId="3403904059" sldId="272"/>
            <ac:cxnSpMk id="11" creationId="{519286E6-7B42-274E-E297-393A71F7F55A}"/>
          </ac:cxnSpMkLst>
        </pc:cxnChg>
        <pc:cxnChg chg="mod">
          <ac:chgData name="Nirmit Shah" userId="19542b5f-727d-48fc-a6e5-31748f5f223f" providerId="ADAL" clId="{6E744BBD-6A1F-4C63-AAA4-E23759909C2A}" dt="2026-05-18T09:19:34.014" v="720" actId="164"/>
          <ac:cxnSpMkLst>
            <pc:docMk/>
            <pc:sldMk cId="3403904059" sldId="272"/>
            <ac:cxnSpMk id="12" creationId="{D9309DAA-403F-FFAA-25E4-CC6A25C81626}"/>
          </ac:cxnSpMkLst>
        </pc:cxnChg>
        <pc:cxnChg chg="mod">
          <ac:chgData name="Nirmit Shah" userId="19542b5f-727d-48fc-a6e5-31748f5f223f" providerId="ADAL" clId="{6E744BBD-6A1F-4C63-AAA4-E23759909C2A}" dt="2026-05-18T09:19:34.014" v="720" actId="164"/>
          <ac:cxnSpMkLst>
            <pc:docMk/>
            <pc:sldMk cId="3403904059" sldId="272"/>
            <ac:cxnSpMk id="13" creationId="{69349F06-DEA1-B815-284B-35C2EF5589C8}"/>
          </ac:cxnSpMkLst>
        </pc:cxnChg>
      </pc:sldChg>
      <pc:sldChg chg="addSp delSp modSp new mod">
        <pc:chgData name="Nirmit Shah" userId="19542b5f-727d-48fc-a6e5-31748f5f223f" providerId="ADAL" clId="{6E744BBD-6A1F-4C63-AAA4-E23759909C2A}" dt="2026-05-18T09:28:09.422" v="808" actId="20577"/>
        <pc:sldMkLst>
          <pc:docMk/>
          <pc:sldMk cId="3855319856" sldId="273"/>
        </pc:sldMkLst>
        <pc:spChg chg="add mod">
          <ac:chgData name="Nirmit Shah" userId="19542b5f-727d-48fc-a6e5-31748f5f223f" providerId="ADAL" clId="{6E744BBD-6A1F-4C63-AAA4-E23759909C2A}" dt="2026-05-18T09:28:09.422" v="808" actId="20577"/>
          <ac:spMkLst>
            <pc:docMk/>
            <pc:sldMk cId="3855319856" sldId="273"/>
            <ac:spMk id="4" creationId="{73671696-EC16-6320-CC95-E4298B711A37}"/>
          </ac:spMkLst>
        </pc:spChg>
        <pc:spChg chg="mod">
          <ac:chgData name="Nirmit Shah" userId="19542b5f-727d-48fc-a6e5-31748f5f223f" providerId="ADAL" clId="{6E744BBD-6A1F-4C63-AAA4-E23759909C2A}" dt="2026-05-18T09:24:20.774" v="751" actId="403"/>
          <ac:spMkLst>
            <pc:docMk/>
            <pc:sldMk cId="3855319856" sldId="273"/>
            <ac:spMk id="5" creationId="{F95F2E58-3AA7-E1BB-7BD3-284FFDB31326}"/>
          </ac:spMkLst>
        </pc:spChg>
        <pc:spChg chg="mod">
          <ac:chgData name="Nirmit Shah" userId="19542b5f-727d-48fc-a6e5-31748f5f223f" providerId="ADAL" clId="{6E744BBD-6A1F-4C63-AAA4-E23759909C2A}" dt="2026-05-18T09:24:42.821" v="757" actId="14100"/>
          <ac:spMkLst>
            <pc:docMk/>
            <pc:sldMk cId="3855319856" sldId="273"/>
            <ac:spMk id="6" creationId="{8864A1CD-8D69-DB56-8EE8-23C5D70050A1}"/>
          </ac:spMkLst>
        </pc:spChg>
        <pc:spChg chg="add mod">
          <ac:chgData name="Nirmit Shah" userId="19542b5f-727d-48fc-a6e5-31748f5f223f" providerId="ADAL" clId="{6E744BBD-6A1F-4C63-AAA4-E23759909C2A}" dt="2026-05-18T09:26:22.121" v="777" actId="2711"/>
          <ac:spMkLst>
            <pc:docMk/>
            <pc:sldMk cId="3855319856" sldId="273"/>
            <ac:spMk id="7" creationId="{652E88AD-ABED-ACB1-29DA-0F7A296AA4F8}"/>
          </ac:spMkLst>
        </pc:spChg>
        <pc:spChg chg="add mod">
          <ac:chgData name="Nirmit Shah" userId="19542b5f-727d-48fc-a6e5-31748f5f223f" providerId="ADAL" clId="{6E744BBD-6A1F-4C63-AAA4-E23759909C2A}" dt="2026-05-18T09:26:22.121" v="777" actId="2711"/>
          <ac:spMkLst>
            <pc:docMk/>
            <pc:sldMk cId="3855319856" sldId="273"/>
            <ac:spMk id="8" creationId="{72B850EF-EDC1-90C3-A3BF-657B92B115AD}"/>
          </ac:spMkLst>
        </pc:spChg>
        <pc:spChg chg="mod">
          <ac:chgData name="Nirmit Shah" userId="19542b5f-727d-48fc-a6e5-31748f5f223f" providerId="ADAL" clId="{6E744BBD-6A1F-4C63-AAA4-E23759909C2A}" dt="2026-05-18T09:24:36.664" v="756" actId="403"/>
          <ac:spMkLst>
            <pc:docMk/>
            <pc:sldMk cId="3855319856" sldId="273"/>
            <ac:spMk id="9" creationId="{440D690C-93C2-C6A2-2DFC-3240BD40AE54}"/>
          </ac:spMkLst>
        </pc:spChg>
        <pc:spChg chg="add mod">
          <ac:chgData name="Nirmit Shah" userId="19542b5f-727d-48fc-a6e5-31748f5f223f" providerId="ADAL" clId="{6E744BBD-6A1F-4C63-AAA4-E23759909C2A}" dt="2026-05-18T09:26:22.121" v="777" actId="2711"/>
          <ac:spMkLst>
            <pc:docMk/>
            <pc:sldMk cId="3855319856" sldId="273"/>
            <ac:spMk id="10" creationId="{BF3E6D61-2197-526A-F177-0813DD159319}"/>
          </ac:spMkLst>
        </pc:spChg>
        <pc:spChg chg="mod">
          <ac:chgData name="Nirmit Shah" userId="19542b5f-727d-48fc-a6e5-31748f5f223f" providerId="ADAL" clId="{6E744BBD-6A1F-4C63-AAA4-E23759909C2A}" dt="2026-05-18T09:24:36.664" v="756" actId="403"/>
          <ac:spMkLst>
            <pc:docMk/>
            <pc:sldMk cId="3855319856" sldId="273"/>
            <ac:spMk id="11" creationId="{6B3C1F90-CA5D-2334-FABB-4553A244556B}"/>
          </ac:spMkLst>
        </pc:spChg>
        <pc:spChg chg="mod">
          <ac:chgData name="Nirmit Shah" userId="19542b5f-727d-48fc-a6e5-31748f5f223f" providerId="ADAL" clId="{6E744BBD-6A1F-4C63-AAA4-E23759909C2A}" dt="2026-05-18T09:24:36.664" v="756" actId="403"/>
          <ac:spMkLst>
            <pc:docMk/>
            <pc:sldMk cId="3855319856" sldId="273"/>
            <ac:spMk id="12" creationId="{AA91280C-5B51-A51E-3721-09EB2C1DFFC2}"/>
          </ac:spMkLst>
        </pc:spChg>
        <pc:spChg chg="mod">
          <ac:chgData name="Nirmit Shah" userId="19542b5f-727d-48fc-a6e5-31748f5f223f" providerId="ADAL" clId="{6E744BBD-6A1F-4C63-AAA4-E23759909C2A}" dt="2026-05-18T09:26:22.121" v="777" actId="2711"/>
          <ac:spMkLst>
            <pc:docMk/>
            <pc:sldMk cId="3855319856" sldId="273"/>
            <ac:spMk id="13" creationId="{DFA4BD38-5640-7CA1-F5F0-C23045066E8B}"/>
          </ac:spMkLst>
        </pc:spChg>
        <pc:spChg chg="add mod">
          <ac:chgData name="Nirmit Shah" userId="19542b5f-727d-48fc-a6e5-31748f5f223f" providerId="ADAL" clId="{6E744BBD-6A1F-4C63-AAA4-E23759909C2A}" dt="2026-05-18T09:26:22.121" v="777" actId="2711"/>
          <ac:spMkLst>
            <pc:docMk/>
            <pc:sldMk cId="3855319856" sldId="273"/>
            <ac:spMk id="14" creationId="{7EE6D3F6-15CE-81CA-1BDC-1D9D2AB70BA2}"/>
          </ac:spMkLst>
        </pc:spChg>
        <pc:spChg chg="mod">
          <ac:chgData name="Nirmit Shah" userId="19542b5f-727d-48fc-a6e5-31748f5f223f" providerId="ADAL" clId="{6E744BBD-6A1F-4C63-AAA4-E23759909C2A}" dt="2026-05-18T09:24:36.664" v="756" actId="403"/>
          <ac:spMkLst>
            <pc:docMk/>
            <pc:sldMk cId="3855319856" sldId="273"/>
            <ac:spMk id="15" creationId="{1622C87F-36DA-75D2-6F2D-D18C6EBBF80F}"/>
          </ac:spMkLst>
        </pc:spChg>
        <pc:spChg chg="mod">
          <ac:chgData name="Nirmit Shah" userId="19542b5f-727d-48fc-a6e5-31748f5f223f" providerId="ADAL" clId="{6E744BBD-6A1F-4C63-AAA4-E23759909C2A}" dt="2026-05-18T09:24:36.664" v="756" actId="403"/>
          <ac:spMkLst>
            <pc:docMk/>
            <pc:sldMk cId="3855319856" sldId="273"/>
            <ac:spMk id="16" creationId="{ACF510CF-7327-EDC4-F8DB-FBC503EA7212}"/>
          </ac:spMkLst>
        </pc:spChg>
        <pc:spChg chg="add mod">
          <ac:chgData name="Nirmit Shah" userId="19542b5f-727d-48fc-a6e5-31748f5f223f" providerId="ADAL" clId="{6E744BBD-6A1F-4C63-AAA4-E23759909C2A}" dt="2026-05-18T09:26:22.121" v="777" actId="2711"/>
          <ac:spMkLst>
            <pc:docMk/>
            <pc:sldMk cId="3855319856" sldId="273"/>
            <ac:spMk id="18" creationId="{CC60A3EA-46CE-FFBB-035B-1A49AAB14CF2}"/>
          </ac:spMkLst>
        </pc:spChg>
        <pc:spChg chg="mod">
          <ac:chgData name="Nirmit Shah" userId="19542b5f-727d-48fc-a6e5-31748f5f223f" providerId="ADAL" clId="{6E744BBD-6A1F-4C63-AAA4-E23759909C2A}" dt="2026-05-18T09:25:49.635" v="769" actId="403"/>
          <ac:spMkLst>
            <pc:docMk/>
            <pc:sldMk cId="3855319856" sldId="273"/>
            <ac:spMk id="19" creationId="{62F08791-80BF-7C81-00DE-A60EA486E4CF}"/>
          </ac:spMkLst>
        </pc:spChg>
        <pc:spChg chg="mod">
          <ac:chgData name="Nirmit Shah" userId="19542b5f-727d-48fc-a6e5-31748f5f223f" providerId="ADAL" clId="{6E744BBD-6A1F-4C63-AAA4-E23759909C2A}" dt="2026-05-18T09:25:49.635" v="769" actId="403"/>
          <ac:spMkLst>
            <pc:docMk/>
            <pc:sldMk cId="3855319856" sldId="273"/>
            <ac:spMk id="20" creationId="{F252697F-BBA8-298F-68BA-75166AC72A33}"/>
          </ac:spMkLst>
        </pc:spChg>
        <pc:spChg chg="add mod">
          <ac:chgData name="Nirmit Shah" userId="19542b5f-727d-48fc-a6e5-31748f5f223f" providerId="ADAL" clId="{6E744BBD-6A1F-4C63-AAA4-E23759909C2A}" dt="2026-05-18T09:26:22.121" v="777" actId="2711"/>
          <ac:spMkLst>
            <pc:docMk/>
            <pc:sldMk cId="3855319856" sldId="273"/>
            <ac:spMk id="21" creationId="{C85E9D6C-9D48-AEE5-A779-8812AD393648}"/>
          </ac:spMkLst>
        </pc:spChg>
        <pc:spChg chg="add mod">
          <ac:chgData name="Nirmit Shah" userId="19542b5f-727d-48fc-a6e5-31748f5f223f" providerId="ADAL" clId="{6E744BBD-6A1F-4C63-AAA4-E23759909C2A}" dt="2026-05-18T09:26:22.121" v="777" actId="2711"/>
          <ac:spMkLst>
            <pc:docMk/>
            <pc:sldMk cId="3855319856" sldId="273"/>
            <ac:spMk id="22" creationId="{613F162E-300E-94D0-3F66-980F9D21958E}"/>
          </ac:spMkLst>
        </pc:spChg>
        <pc:spChg chg="mod">
          <ac:chgData name="Nirmit Shah" userId="19542b5f-727d-48fc-a6e5-31748f5f223f" providerId="ADAL" clId="{6E744BBD-6A1F-4C63-AAA4-E23759909C2A}" dt="2026-05-18T09:25:49.635" v="769" actId="403"/>
          <ac:spMkLst>
            <pc:docMk/>
            <pc:sldMk cId="3855319856" sldId="273"/>
            <ac:spMk id="23" creationId="{61A536BB-DF3C-3865-4E4D-06F3151C1C7E}"/>
          </ac:spMkLst>
        </pc:spChg>
        <pc:spChg chg="mod">
          <ac:chgData name="Nirmit Shah" userId="19542b5f-727d-48fc-a6e5-31748f5f223f" providerId="ADAL" clId="{6E744BBD-6A1F-4C63-AAA4-E23759909C2A}" dt="2026-05-18T09:26:12.526" v="776" actId="404"/>
          <ac:spMkLst>
            <pc:docMk/>
            <pc:sldMk cId="3855319856" sldId="273"/>
            <ac:spMk id="24" creationId="{BD17B845-0AD4-9400-E35A-C310620B5D14}"/>
          </ac:spMkLst>
        </pc:spChg>
        <pc:spChg chg="add mod">
          <ac:chgData name="Nirmit Shah" userId="19542b5f-727d-48fc-a6e5-31748f5f223f" providerId="ADAL" clId="{6E744BBD-6A1F-4C63-AAA4-E23759909C2A}" dt="2026-05-18T09:26:22.121" v="777" actId="2711"/>
          <ac:spMkLst>
            <pc:docMk/>
            <pc:sldMk cId="3855319856" sldId="273"/>
            <ac:spMk id="26" creationId="{724A690B-C964-B4A7-0ACB-88EE3D8069B3}"/>
          </ac:spMkLst>
        </pc:spChg>
        <pc:grpChg chg="add mod">
          <ac:chgData name="Nirmit Shah" userId="19542b5f-727d-48fc-a6e5-31748f5f223f" providerId="ADAL" clId="{6E744BBD-6A1F-4C63-AAA4-E23759909C2A}" dt="2026-05-18T09:25:45.879" v="765" actId="164"/>
          <ac:grpSpMkLst>
            <pc:docMk/>
            <pc:sldMk cId="3855319856" sldId="273"/>
            <ac:grpSpMk id="28" creationId="{00B255DD-C988-D6A3-541E-D20FBE946EB4}"/>
          </ac:grpSpMkLst>
        </pc:grpChg>
      </pc:sldChg>
      <pc:sldChg chg="addSp delSp modSp new mod">
        <pc:chgData name="Nirmit Shah" userId="19542b5f-727d-48fc-a6e5-31748f5f223f" providerId="ADAL" clId="{6E744BBD-6A1F-4C63-AAA4-E23759909C2A}" dt="2026-05-18T09:31:29.875" v="845" actId="403"/>
        <pc:sldMkLst>
          <pc:docMk/>
          <pc:sldMk cId="843323300" sldId="274"/>
        </pc:sldMkLst>
        <pc:spChg chg="add mod">
          <ac:chgData name="Nirmit Shah" userId="19542b5f-727d-48fc-a6e5-31748f5f223f" providerId="ADAL" clId="{6E744BBD-6A1F-4C63-AAA4-E23759909C2A}" dt="2026-05-18T09:27:48.272" v="781" actId="403"/>
          <ac:spMkLst>
            <pc:docMk/>
            <pc:sldMk cId="843323300" sldId="274"/>
            <ac:spMk id="4" creationId="{99E1A987-3360-1085-3740-A5C72D402521}"/>
          </ac:spMkLst>
        </pc:spChg>
        <pc:spChg chg="add mod">
          <ac:chgData name="Nirmit Shah" userId="19542b5f-727d-48fc-a6e5-31748f5f223f" providerId="ADAL" clId="{6E744BBD-6A1F-4C63-AAA4-E23759909C2A}" dt="2026-05-18T09:30:03.972" v="824" actId="1076"/>
          <ac:spMkLst>
            <pc:docMk/>
            <pc:sldMk cId="843323300" sldId="274"/>
            <ac:spMk id="5" creationId="{0F8ED3BD-9652-442D-AF14-2FFAB2DEBB14}"/>
          </ac:spMkLst>
        </pc:spChg>
        <pc:spChg chg="mod">
          <ac:chgData name="Nirmit Shah" userId="19542b5f-727d-48fc-a6e5-31748f5f223f" providerId="ADAL" clId="{6E744BBD-6A1F-4C63-AAA4-E23759909C2A}" dt="2026-05-18T09:29:27.433" v="820" actId="14100"/>
          <ac:spMkLst>
            <pc:docMk/>
            <pc:sldMk cId="843323300" sldId="274"/>
            <ac:spMk id="6" creationId="{C2ECE804-7279-4A43-212E-1FE0F116315C}"/>
          </ac:spMkLst>
        </pc:spChg>
        <pc:spChg chg="add mod">
          <ac:chgData name="Nirmit Shah" userId="19542b5f-727d-48fc-a6e5-31748f5f223f" providerId="ADAL" clId="{6E744BBD-6A1F-4C63-AAA4-E23759909C2A}" dt="2026-05-18T09:29:22.348" v="819" actId="403"/>
          <ac:spMkLst>
            <pc:docMk/>
            <pc:sldMk cId="843323300" sldId="274"/>
            <ac:spMk id="15" creationId="{4534A643-1F35-8EA3-5D85-F4DBEB31A96A}"/>
          </ac:spMkLst>
        </pc:spChg>
        <pc:spChg chg="mod">
          <ac:chgData name="Nirmit Shah" userId="19542b5f-727d-48fc-a6e5-31748f5f223f" providerId="ADAL" clId="{6E744BBD-6A1F-4C63-AAA4-E23759909C2A}" dt="2026-05-18T09:29:22.348" v="819" actId="403"/>
          <ac:spMkLst>
            <pc:docMk/>
            <pc:sldMk cId="843323300" sldId="274"/>
            <ac:spMk id="16" creationId="{3CB3DAE9-2616-4F04-CB4C-E4ADD7A70F70}"/>
          </ac:spMkLst>
        </pc:spChg>
        <pc:spChg chg="mod">
          <ac:chgData name="Nirmit Shah" userId="19542b5f-727d-48fc-a6e5-31748f5f223f" providerId="ADAL" clId="{6E744BBD-6A1F-4C63-AAA4-E23759909C2A}" dt="2026-05-18T09:29:22.348" v="819" actId="403"/>
          <ac:spMkLst>
            <pc:docMk/>
            <pc:sldMk cId="843323300" sldId="274"/>
            <ac:spMk id="17" creationId="{03D21675-3737-CE2B-31CC-E249F61D388B}"/>
          </ac:spMkLst>
        </pc:spChg>
        <pc:spChg chg="mod">
          <ac:chgData name="Nirmit Shah" userId="19542b5f-727d-48fc-a6e5-31748f5f223f" providerId="ADAL" clId="{6E744BBD-6A1F-4C63-AAA4-E23759909C2A}" dt="2026-05-18T09:29:22.348" v="819" actId="403"/>
          <ac:spMkLst>
            <pc:docMk/>
            <pc:sldMk cId="843323300" sldId="274"/>
            <ac:spMk id="18" creationId="{499B1BF5-737F-61B9-8D9A-219152327237}"/>
          </ac:spMkLst>
        </pc:spChg>
        <pc:spChg chg="mod">
          <ac:chgData name="Nirmit Shah" userId="19542b5f-727d-48fc-a6e5-31748f5f223f" providerId="ADAL" clId="{6E744BBD-6A1F-4C63-AAA4-E23759909C2A}" dt="2026-05-18T09:29:22.348" v="819" actId="403"/>
          <ac:spMkLst>
            <pc:docMk/>
            <pc:sldMk cId="843323300" sldId="274"/>
            <ac:spMk id="19" creationId="{8B96A67C-B6CE-E60B-30D3-DAD21AED4B77}"/>
          </ac:spMkLst>
        </pc:spChg>
        <pc:spChg chg="mod">
          <ac:chgData name="Nirmit Shah" userId="19542b5f-727d-48fc-a6e5-31748f5f223f" providerId="ADAL" clId="{6E744BBD-6A1F-4C63-AAA4-E23759909C2A}" dt="2026-05-18T09:29:22.348" v="819" actId="403"/>
          <ac:spMkLst>
            <pc:docMk/>
            <pc:sldMk cId="843323300" sldId="274"/>
            <ac:spMk id="20" creationId="{A052CD18-0CE4-9302-813C-0FF9FD400DB4}"/>
          </ac:spMkLst>
        </pc:spChg>
        <pc:spChg chg="add mod">
          <ac:chgData name="Nirmit Shah" userId="19542b5f-727d-48fc-a6e5-31748f5f223f" providerId="ADAL" clId="{6E744BBD-6A1F-4C63-AAA4-E23759909C2A}" dt="2026-05-18T09:29:22.348" v="819" actId="403"/>
          <ac:spMkLst>
            <pc:docMk/>
            <pc:sldMk cId="843323300" sldId="274"/>
            <ac:spMk id="21" creationId="{DD49C231-847F-6F1C-D3D7-722E0FC53721}"/>
          </ac:spMkLst>
        </pc:spChg>
        <pc:spChg chg="mod">
          <ac:chgData name="Nirmit Shah" userId="19542b5f-727d-48fc-a6e5-31748f5f223f" providerId="ADAL" clId="{6E744BBD-6A1F-4C63-AAA4-E23759909C2A}" dt="2026-05-18T09:29:22.348" v="819" actId="403"/>
          <ac:spMkLst>
            <pc:docMk/>
            <pc:sldMk cId="843323300" sldId="274"/>
            <ac:spMk id="22" creationId="{3D060B6F-65BD-D3B7-C729-086052E767EA}"/>
          </ac:spMkLst>
        </pc:spChg>
        <pc:spChg chg="add mod">
          <ac:chgData name="Nirmit Shah" userId="19542b5f-727d-48fc-a6e5-31748f5f223f" providerId="ADAL" clId="{6E744BBD-6A1F-4C63-AAA4-E23759909C2A}" dt="2026-05-18T09:29:22.348" v="819" actId="403"/>
          <ac:spMkLst>
            <pc:docMk/>
            <pc:sldMk cId="843323300" sldId="274"/>
            <ac:spMk id="23" creationId="{8EC154AD-CA29-7809-8358-BDB3D2E73477}"/>
          </ac:spMkLst>
        </pc:spChg>
        <pc:spChg chg="mod">
          <ac:chgData name="Nirmit Shah" userId="19542b5f-727d-48fc-a6e5-31748f5f223f" providerId="ADAL" clId="{6E744BBD-6A1F-4C63-AAA4-E23759909C2A}" dt="2026-05-18T09:30:33.669" v="833" actId="14100"/>
          <ac:spMkLst>
            <pc:docMk/>
            <pc:sldMk cId="843323300" sldId="274"/>
            <ac:spMk id="24" creationId="{E516B99D-88CF-C885-E15E-662733AE9097}"/>
          </ac:spMkLst>
        </pc:spChg>
        <pc:spChg chg="mod">
          <ac:chgData name="Nirmit Shah" userId="19542b5f-727d-48fc-a6e5-31748f5f223f" providerId="ADAL" clId="{6E744BBD-6A1F-4C63-AAA4-E23759909C2A}" dt="2026-05-18T09:30:26" v="832" actId="403"/>
          <ac:spMkLst>
            <pc:docMk/>
            <pc:sldMk cId="843323300" sldId="274"/>
            <ac:spMk id="25" creationId="{81686423-5F94-86AD-DA48-07B6C4278106}"/>
          </ac:spMkLst>
        </pc:spChg>
        <pc:spChg chg="add mod">
          <ac:chgData name="Nirmit Shah" userId="19542b5f-727d-48fc-a6e5-31748f5f223f" providerId="ADAL" clId="{6E744BBD-6A1F-4C63-AAA4-E23759909C2A}" dt="2026-05-18T09:30:26" v="832" actId="403"/>
          <ac:spMkLst>
            <pc:docMk/>
            <pc:sldMk cId="843323300" sldId="274"/>
            <ac:spMk id="26" creationId="{FE1F5800-DD2D-5229-8E9B-E9BBC709073A}"/>
          </ac:spMkLst>
        </pc:spChg>
        <pc:spChg chg="mod">
          <ac:chgData name="Nirmit Shah" userId="19542b5f-727d-48fc-a6e5-31748f5f223f" providerId="ADAL" clId="{6E744BBD-6A1F-4C63-AAA4-E23759909C2A}" dt="2026-05-18T09:30:26" v="832" actId="403"/>
          <ac:spMkLst>
            <pc:docMk/>
            <pc:sldMk cId="843323300" sldId="274"/>
            <ac:spMk id="27" creationId="{326DE3A9-BDF7-8EBC-BF69-371B2DAAD7C9}"/>
          </ac:spMkLst>
        </pc:spChg>
        <pc:spChg chg="mod">
          <ac:chgData name="Nirmit Shah" userId="19542b5f-727d-48fc-a6e5-31748f5f223f" providerId="ADAL" clId="{6E744BBD-6A1F-4C63-AAA4-E23759909C2A}" dt="2026-05-18T09:30:26" v="832" actId="403"/>
          <ac:spMkLst>
            <pc:docMk/>
            <pc:sldMk cId="843323300" sldId="274"/>
            <ac:spMk id="28" creationId="{6B08E46E-7E9F-391E-4B7D-CCA8201874BE}"/>
          </ac:spMkLst>
        </pc:spChg>
        <pc:spChg chg="mod">
          <ac:chgData name="Nirmit Shah" userId="19542b5f-727d-48fc-a6e5-31748f5f223f" providerId="ADAL" clId="{6E744BBD-6A1F-4C63-AAA4-E23759909C2A}" dt="2026-05-18T09:30:26" v="832" actId="403"/>
          <ac:spMkLst>
            <pc:docMk/>
            <pc:sldMk cId="843323300" sldId="274"/>
            <ac:spMk id="29" creationId="{0BD15DFB-72E1-39B3-9D6F-0A9862AD0DE8}"/>
          </ac:spMkLst>
        </pc:spChg>
        <pc:spChg chg="mod">
          <ac:chgData name="Nirmit Shah" userId="19542b5f-727d-48fc-a6e5-31748f5f223f" providerId="ADAL" clId="{6E744BBD-6A1F-4C63-AAA4-E23759909C2A}" dt="2026-05-18T09:30:26" v="832" actId="403"/>
          <ac:spMkLst>
            <pc:docMk/>
            <pc:sldMk cId="843323300" sldId="274"/>
            <ac:spMk id="30" creationId="{8A372A0E-725F-5CE3-AF27-0C60D9F9D14A}"/>
          </ac:spMkLst>
        </pc:spChg>
        <pc:spChg chg="mod">
          <ac:chgData name="Nirmit Shah" userId="19542b5f-727d-48fc-a6e5-31748f5f223f" providerId="ADAL" clId="{6E744BBD-6A1F-4C63-AAA4-E23759909C2A}" dt="2026-05-18T09:30:26" v="832" actId="403"/>
          <ac:spMkLst>
            <pc:docMk/>
            <pc:sldMk cId="843323300" sldId="274"/>
            <ac:spMk id="31" creationId="{DE78B4C1-7D64-7C56-782F-E5F8AC846812}"/>
          </ac:spMkLst>
        </pc:spChg>
        <pc:spChg chg="mod">
          <ac:chgData name="Nirmit Shah" userId="19542b5f-727d-48fc-a6e5-31748f5f223f" providerId="ADAL" clId="{6E744BBD-6A1F-4C63-AAA4-E23759909C2A}" dt="2026-05-18T09:30:26" v="832" actId="403"/>
          <ac:spMkLst>
            <pc:docMk/>
            <pc:sldMk cId="843323300" sldId="274"/>
            <ac:spMk id="32" creationId="{67FFBBD6-DFD2-93D9-4023-E65F05A3F978}"/>
          </ac:spMkLst>
        </pc:spChg>
        <pc:spChg chg="add mod">
          <ac:chgData name="Nirmit Shah" userId="19542b5f-727d-48fc-a6e5-31748f5f223f" providerId="ADAL" clId="{6E744BBD-6A1F-4C63-AAA4-E23759909C2A}" dt="2026-05-18T09:27:40.846" v="779"/>
          <ac:spMkLst>
            <pc:docMk/>
            <pc:sldMk cId="843323300" sldId="274"/>
            <ac:spMk id="33" creationId="{057957CD-29F6-DAB9-933A-8AE03603CB91}"/>
          </ac:spMkLst>
        </pc:spChg>
        <pc:spChg chg="mod">
          <ac:chgData name="Nirmit Shah" userId="19542b5f-727d-48fc-a6e5-31748f5f223f" providerId="ADAL" clId="{6E744BBD-6A1F-4C63-AAA4-E23759909C2A}" dt="2026-05-18T09:30:26" v="832" actId="403"/>
          <ac:spMkLst>
            <pc:docMk/>
            <pc:sldMk cId="843323300" sldId="274"/>
            <ac:spMk id="34" creationId="{CC7D9149-0656-345E-E1F2-DA3674E6B943}"/>
          </ac:spMkLst>
        </pc:spChg>
        <pc:spChg chg="add mod">
          <ac:chgData name="Nirmit Shah" userId="19542b5f-727d-48fc-a6e5-31748f5f223f" providerId="ADAL" clId="{6E744BBD-6A1F-4C63-AAA4-E23759909C2A}" dt="2026-05-18T09:31:04.693" v="840" actId="403"/>
          <ac:spMkLst>
            <pc:docMk/>
            <pc:sldMk cId="843323300" sldId="274"/>
            <ac:spMk id="35" creationId="{00005E86-5B84-18C6-3AB1-027E1F4ABA28}"/>
          </ac:spMkLst>
        </pc:spChg>
        <pc:spChg chg="mod">
          <ac:chgData name="Nirmit Shah" userId="19542b5f-727d-48fc-a6e5-31748f5f223f" providerId="ADAL" clId="{6E744BBD-6A1F-4C63-AAA4-E23759909C2A}" dt="2026-05-18T09:31:29.875" v="845" actId="403"/>
          <ac:spMkLst>
            <pc:docMk/>
            <pc:sldMk cId="843323300" sldId="274"/>
            <ac:spMk id="36" creationId="{62E934E5-DF24-7835-1CAB-A5928E19992F}"/>
          </ac:spMkLst>
        </pc:spChg>
        <pc:spChg chg="add mod">
          <ac:chgData name="Nirmit Shah" userId="19542b5f-727d-48fc-a6e5-31748f5f223f" providerId="ADAL" clId="{6E744BBD-6A1F-4C63-AAA4-E23759909C2A}" dt="2026-05-18T09:27:40.846" v="779"/>
          <ac:spMkLst>
            <pc:docMk/>
            <pc:sldMk cId="843323300" sldId="274"/>
            <ac:spMk id="37" creationId="{7796CF2E-CF45-6BC2-A483-930BC442D196}"/>
          </ac:spMkLst>
        </pc:spChg>
        <pc:spChg chg="add mod">
          <ac:chgData name="Nirmit Shah" userId="19542b5f-727d-48fc-a6e5-31748f5f223f" providerId="ADAL" clId="{6E744BBD-6A1F-4C63-AAA4-E23759909C2A}" dt="2026-05-18T09:27:40.846" v="779"/>
          <ac:spMkLst>
            <pc:docMk/>
            <pc:sldMk cId="843323300" sldId="274"/>
            <ac:spMk id="38" creationId="{8757F7BB-B48E-D3C0-FF10-C9192D8E1F09}"/>
          </ac:spMkLst>
        </pc:spChg>
      </pc:sldChg>
      <pc:sldChg chg="addSp delSp modSp new mod">
        <pc:chgData name="Nirmit Shah" userId="19542b5f-727d-48fc-a6e5-31748f5f223f" providerId="ADAL" clId="{6E744BBD-6A1F-4C63-AAA4-E23759909C2A}" dt="2026-05-18T09:34:45.133" v="870" actId="404"/>
        <pc:sldMkLst>
          <pc:docMk/>
          <pc:sldMk cId="3444167039" sldId="275"/>
        </pc:sldMkLst>
        <pc:spChg chg="add del mod">
          <ac:chgData name="Nirmit Shah" userId="19542b5f-727d-48fc-a6e5-31748f5f223f" providerId="ADAL" clId="{6E744BBD-6A1F-4C63-AAA4-E23759909C2A}" dt="2026-05-18T09:31:57.717" v="849" actId="478"/>
          <ac:spMkLst>
            <pc:docMk/>
            <pc:sldMk cId="3444167039" sldId="275"/>
            <ac:spMk id="2" creationId="{D2E32B16-2A6E-0C31-8DCD-B3EBF50DDD30}"/>
          </ac:spMkLst>
        </pc:spChg>
        <pc:spChg chg="mod">
          <ac:chgData name="Nirmit Shah" userId="19542b5f-727d-48fc-a6e5-31748f5f223f" providerId="ADAL" clId="{6E744BBD-6A1F-4C63-AAA4-E23759909C2A}" dt="2026-05-18T09:32:09.300" v="852" actId="403"/>
          <ac:spMkLst>
            <pc:docMk/>
            <pc:sldMk cId="3444167039" sldId="275"/>
            <ac:spMk id="4" creationId="{83645522-B255-BBCA-C6E6-27901A9E8D8C}"/>
          </ac:spMkLst>
        </pc:spChg>
        <pc:spChg chg="add del mod">
          <ac:chgData name="Nirmit Shah" userId="19542b5f-727d-48fc-a6e5-31748f5f223f" providerId="ADAL" clId="{6E744BBD-6A1F-4C63-AAA4-E23759909C2A}" dt="2026-05-18T09:32:45.725" v="859" actId="14100"/>
          <ac:spMkLst>
            <pc:docMk/>
            <pc:sldMk cId="3444167039" sldId="275"/>
            <ac:spMk id="6" creationId="{BB8A35FF-4BF7-3014-8763-64F4574B7EF4}"/>
          </ac:spMkLst>
        </pc:spChg>
        <pc:spChg chg="mod">
          <ac:chgData name="Nirmit Shah" userId="19542b5f-727d-48fc-a6e5-31748f5f223f" providerId="ADAL" clId="{6E744BBD-6A1F-4C63-AAA4-E23759909C2A}" dt="2026-05-18T09:32:31.867" v="857" actId="403"/>
          <ac:spMkLst>
            <pc:docMk/>
            <pc:sldMk cId="3444167039" sldId="275"/>
            <ac:spMk id="7" creationId="{B170CDAC-81F0-0130-F447-8C686608F4F9}"/>
          </ac:spMkLst>
        </pc:spChg>
        <pc:spChg chg="add del mod">
          <ac:chgData name="Nirmit Shah" userId="19542b5f-727d-48fc-a6e5-31748f5f223f" providerId="ADAL" clId="{6E744BBD-6A1F-4C63-AAA4-E23759909C2A}" dt="2026-05-18T09:32:31.867" v="857" actId="403"/>
          <ac:spMkLst>
            <pc:docMk/>
            <pc:sldMk cId="3444167039" sldId="275"/>
            <ac:spMk id="8" creationId="{96973517-CCED-40A0-ED53-94521390F3A0}"/>
          </ac:spMkLst>
        </pc:spChg>
        <pc:spChg chg="mod">
          <ac:chgData name="Nirmit Shah" userId="19542b5f-727d-48fc-a6e5-31748f5f223f" providerId="ADAL" clId="{6E744BBD-6A1F-4C63-AAA4-E23759909C2A}" dt="2026-05-18T09:32:31.867" v="857" actId="403"/>
          <ac:spMkLst>
            <pc:docMk/>
            <pc:sldMk cId="3444167039" sldId="275"/>
            <ac:spMk id="9" creationId="{64B59E1C-B55C-550B-9122-99F8BE31BA8D}"/>
          </ac:spMkLst>
        </pc:spChg>
        <pc:spChg chg="mod">
          <ac:chgData name="Nirmit Shah" userId="19542b5f-727d-48fc-a6e5-31748f5f223f" providerId="ADAL" clId="{6E744BBD-6A1F-4C63-AAA4-E23759909C2A}" dt="2026-05-18T09:32:31.867" v="857" actId="403"/>
          <ac:spMkLst>
            <pc:docMk/>
            <pc:sldMk cId="3444167039" sldId="275"/>
            <ac:spMk id="10" creationId="{E07E1A2B-AA68-0588-5E24-23BF93830597}"/>
          </ac:spMkLst>
        </pc:spChg>
        <pc:spChg chg="add del mod">
          <ac:chgData name="Nirmit Shah" userId="19542b5f-727d-48fc-a6e5-31748f5f223f" providerId="ADAL" clId="{6E744BBD-6A1F-4C63-AAA4-E23759909C2A}" dt="2026-05-18T09:32:31.867" v="857" actId="403"/>
          <ac:spMkLst>
            <pc:docMk/>
            <pc:sldMk cId="3444167039" sldId="275"/>
            <ac:spMk id="11" creationId="{23FFC5CB-0120-9A5C-10E8-14C9F47822AC}"/>
          </ac:spMkLst>
        </pc:spChg>
        <pc:spChg chg="mod">
          <ac:chgData name="Nirmit Shah" userId="19542b5f-727d-48fc-a6e5-31748f5f223f" providerId="ADAL" clId="{6E744BBD-6A1F-4C63-AAA4-E23759909C2A}" dt="2026-05-18T09:32:31.867" v="857" actId="403"/>
          <ac:spMkLst>
            <pc:docMk/>
            <pc:sldMk cId="3444167039" sldId="275"/>
            <ac:spMk id="12" creationId="{E291C285-8DE9-BA2A-3F99-E685F1C42817}"/>
          </ac:spMkLst>
        </pc:spChg>
        <pc:spChg chg="add del mod">
          <ac:chgData name="Nirmit Shah" userId="19542b5f-727d-48fc-a6e5-31748f5f223f" providerId="ADAL" clId="{6E744BBD-6A1F-4C63-AAA4-E23759909C2A}" dt="2026-05-18T09:31:57.717" v="849" actId="478"/>
          <ac:spMkLst>
            <pc:docMk/>
            <pc:sldMk cId="3444167039" sldId="275"/>
            <ac:spMk id="14" creationId="{20558B88-243A-DA21-32A3-F5AE0CAD0649}"/>
          </ac:spMkLst>
        </pc:spChg>
        <pc:spChg chg="mod">
          <ac:chgData name="Nirmit Shah" userId="19542b5f-727d-48fc-a6e5-31748f5f223f" providerId="ADAL" clId="{6E744BBD-6A1F-4C63-AAA4-E23759909C2A}" dt="2026-05-18T09:33:10.392" v="863" actId="403"/>
          <ac:spMkLst>
            <pc:docMk/>
            <pc:sldMk cId="3444167039" sldId="275"/>
            <ac:spMk id="15" creationId="{6DA4F09E-A6F9-43B0-3518-C3B37DFF69A6}"/>
          </ac:spMkLst>
        </pc:spChg>
        <pc:spChg chg="add del mod">
          <ac:chgData name="Nirmit Shah" userId="19542b5f-727d-48fc-a6e5-31748f5f223f" providerId="ADAL" clId="{6E744BBD-6A1F-4C63-AAA4-E23759909C2A}" dt="2026-05-18T09:33:10.392" v="863" actId="403"/>
          <ac:spMkLst>
            <pc:docMk/>
            <pc:sldMk cId="3444167039" sldId="275"/>
            <ac:spMk id="17" creationId="{1C267D1F-2AF2-A8E1-8837-97EA91ED9EDE}"/>
          </ac:spMkLst>
        </pc:spChg>
        <pc:spChg chg="add del mod">
          <ac:chgData name="Nirmit Shah" userId="19542b5f-727d-48fc-a6e5-31748f5f223f" providerId="ADAL" clId="{6E744BBD-6A1F-4C63-AAA4-E23759909C2A}" dt="2026-05-18T09:33:10.392" v="863" actId="403"/>
          <ac:spMkLst>
            <pc:docMk/>
            <pc:sldMk cId="3444167039" sldId="275"/>
            <ac:spMk id="18" creationId="{C312D351-6994-85A9-13B7-F19C0D177536}"/>
          </ac:spMkLst>
        </pc:spChg>
        <pc:spChg chg="mod">
          <ac:chgData name="Nirmit Shah" userId="19542b5f-727d-48fc-a6e5-31748f5f223f" providerId="ADAL" clId="{6E744BBD-6A1F-4C63-AAA4-E23759909C2A}" dt="2026-05-18T09:33:10.392" v="863" actId="403"/>
          <ac:spMkLst>
            <pc:docMk/>
            <pc:sldMk cId="3444167039" sldId="275"/>
            <ac:spMk id="20" creationId="{57241DF5-539E-5D26-E91C-A6CE391938D6}"/>
          </ac:spMkLst>
        </pc:spChg>
        <pc:spChg chg="mod">
          <ac:chgData name="Nirmit Shah" userId="19542b5f-727d-48fc-a6e5-31748f5f223f" providerId="ADAL" clId="{6E744BBD-6A1F-4C63-AAA4-E23759909C2A}" dt="2026-05-18T09:33:10.392" v="863" actId="403"/>
          <ac:spMkLst>
            <pc:docMk/>
            <pc:sldMk cId="3444167039" sldId="275"/>
            <ac:spMk id="21" creationId="{394CD1C0-BDC1-5BE4-A147-4F70D4813A78}"/>
          </ac:spMkLst>
        </pc:spChg>
        <pc:spChg chg="mod">
          <ac:chgData name="Nirmit Shah" userId="19542b5f-727d-48fc-a6e5-31748f5f223f" providerId="ADAL" clId="{6E744BBD-6A1F-4C63-AAA4-E23759909C2A}" dt="2026-05-18T09:33:10.392" v="863" actId="403"/>
          <ac:spMkLst>
            <pc:docMk/>
            <pc:sldMk cId="3444167039" sldId="275"/>
            <ac:spMk id="24" creationId="{0678C6F0-3351-A5A3-4FA1-2C40EA3929CC}"/>
          </ac:spMkLst>
        </pc:spChg>
        <pc:spChg chg="add del mod">
          <ac:chgData name="Nirmit Shah" userId="19542b5f-727d-48fc-a6e5-31748f5f223f" providerId="ADAL" clId="{6E744BBD-6A1F-4C63-AAA4-E23759909C2A}" dt="2026-05-18T09:33:10.392" v="863" actId="403"/>
          <ac:spMkLst>
            <pc:docMk/>
            <pc:sldMk cId="3444167039" sldId="275"/>
            <ac:spMk id="26" creationId="{96B9ABE0-EDA8-DB54-3DDD-B3C92F655D0B}"/>
          </ac:spMkLst>
        </pc:spChg>
        <pc:spChg chg="mod">
          <ac:chgData name="Nirmit Shah" userId="19542b5f-727d-48fc-a6e5-31748f5f223f" providerId="ADAL" clId="{6E744BBD-6A1F-4C63-AAA4-E23759909C2A}" dt="2026-05-18T09:33:10.392" v="863" actId="403"/>
          <ac:spMkLst>
            <pc:docMk/>
            <pc:sldMk cId="3444167039" sldId="275"/>
            <ac:spMk id="27" creationId="{9BFE6FCE-220A-A562-895F-09056151F96A}"/>
          </ac:spMkLst>
        </pc:spChg>
        <pc:spChg chg="mod">
          <ac:chgData name="Nirmit Shah" userId="19542b5f-727d-48fc-a6e5-31748f5f223f" providerId="ADAL" clId="{6E744BBD-6A1F-4C63-AAA4-E23759909C2A}" dt="2026-05-18T09:33:10.392" v="863" actId="403"/>
          <ac:spMkLst>
            <pc:docMk/>
            <pc:sldMk cId="3444167039" sldId="275"/>
            <ac:spMk id="29" creationId="{CDB064A8-DF7C-CC23-9C53-44A5C5D31CEF}"/>
          </ac:spMkLst>
        </pc:spChg>
        <pc:spChg chg="mod">
          <ac:chgData name="Nirmit Shah" userId="19542b5f-727d-48fc-a6e5-31748f5f223f" providerId="ADAL" clId="{6E744BBD-6A1F-4C63-AAA4-E23759909C2A}" dt="2026-05-18T09:33:10.392" v="863" actId="403"/>
          <ac:spMkLst>
            <pc:docMk/>
            <pc:sldMk cId="3444167039" sldId="275"/>
            <ac:spMk id="30" creationId="{F6B43303-F020-6CCC-2232-359C0F3C0D9B}"/>
          </ac:spMkLst>
        </pc:spChg>
        <pc:spChg chg="mod">
          <ac:chgData name="Nirmit Shah" userId="19542b5f-727d-48fc-a6e5-31748f5f223f" providerId="ADAL" clId="{6E744BBD-6A1F-4C63-AAA4-E23759909C2A}" dt="2026-05-18T09:34:45.133" v="870" actId="404"/>
          <ac:spMkLst>
            <pc:docMk/>
            <pc:sldMk cId="3444167039" sldId="275"/>
            <ac:spMk id="31" creationId="{0A998404-8DB7-1F14-4D5C-A1C369BDC43C}"/>
          </ac:spMkLst>
        </pc:spChg>
        <pc:spChg chg="add del mod">
          <ac:chgData name="Nirmit Shah" userId="19542b5f-727d-48fc-a6e5-31748f5f223f" providerId="ADAL" clId="{6E744BBD-6A1F-4C63-AAA4-E23759909C2A}" dt="2026-05-18T09:31:57.717" v="849" actId="478"/>
          <ac:spMkLst>
            <pc:docMk/>
            <pc:sldMk cId="3444167039" sldId="275"/>
            <ac:spMk id="33" creationId="{5E4418C8-3EFF-0B03-0052-5B2803AF209A}"/>
          </ac:spMkLst>
        </pc:spChg>
        <pc:grpChg chg="add mod">
          <ac:chgData name="Nirmit Shah" userId="19542b5f-727d-48fc-a6e5-31748f5f223f" providerId="ADAL" clId="{6E744BBD-6A1F-4C63-AAA4-E23759909C2A}" dt="2026-05-18T09:32:40.004" v="858" actId="14100"/>
          <ac:grpSpMkLst>
            <pc:docMk/>
            <pc:sldMk cId="3444167039" sldId="275"/>
            <ac:grpSpMk id="34" creationId="{B3E63CC0-3A31-ABFA-70A0-2A6C9108D3EE}"/>
          </ac:grpSpMkLst>
        </pc:grpChg>
        <pc:grpChg chg="mod">
          <ac:chgData name="Nirmit Shah" userId="19542b5f-727d-48fc-a6e5-31748f5f223f" providerId="ADAL" clId="{6E744BBD-6A1F-4C63-AAA4-E23759909C2A}" dt="2026-05-18T09:33:08.233" v="861" actId="14100"/>
          <ac:grpSpMkLst>
            <pc:docMk/>
            <pc:sldMk cId="3444167039" sldId="275"/>
            <ac:grpSpMk id="35" creationId="{457EB56C-9F1E-5005-2307-34778E8D84B9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5390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DDA87A-7C39-E592-6D45-DB95A7D12ED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156950" y="6545580"/>
            <a:ext cx="8651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Tata Sons -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Two AI Transformation Scenarios for TMTC</a:t>
            </a:r>
            <a:endParaRPr lang="en-US" sz="3600" dirty="0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1600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User journeys for Program Director, Program Manager and Program Coordinator</a:t>
            </a:r>
            <a:endParaRPr lang="en-US" sz="1550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97316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AI-Augmented</a:t>
            </a:r>
            <a:endParaRPr lang="en-US" sz="1900" dirty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 w="10160">
            <a:solidFill>
              <a:srgbClr val="F9731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DIY agents</a:t>
            </a:r>
            <a:endParaRPr lang="en-US" sz="16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inside today's process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86200" y="3822192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>
              <a:latin typeface="Avenir Next LT Pro" panose="020B05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51960" y="342900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Bridge path</a:t>
            </a:r>
            <a:endParaRPr lang="en-US" sz="16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quick wins + learning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60920" y="3822192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>
              <a:latin typeface="Avenir Next LT Pro" panose="020B05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2668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B981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AI-Native</a:t>
            </a:r>
            <a:endParaRPr lang="en-US" sz="1900" dirty="0">
              <a:latin typeface="Avenir Next LT Pro" panose="020B05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26680" y="342900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One Program Platform</a:t>
            </a:r>
            <a:endParaRPr lang="en-US" sz="16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end-to-end orchestration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6235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Decision lens: make today faster vs redesign how TMTC learns from every program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>
              <a:latin typeface="Avenir Next LT Pro" panose="020B05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Same North Star State, two implementation choices</a:t>
            </a:r>
            <a:endParaRPr lang="en-US" sz="2500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The attached AI-native flow already points to demand sensing, journey build, delivery intelligence and experience orchestration. The decision is how TMTC gets there.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6FCA987-1A00-DAC2-F8B6-411E4CAE7C88}"/>
              </a:ext>
            </a:extLst>
          </p:cNvPr>
          <p:cNvGrpSpPr/>
          <p:nvPr/>
        </p:nvGrpSpPr>
        <p:grpSpPr>
          <a:xfrm>
            <a:off x="685800" y="1417320"/>
            <a:ext cx="2926080" cy="1572768"/>
            <a:chOff x="685800" y="1417320"/>
            <a:chExt cx="2926080" cy="1572768"/>
          </a:xfrm>
        </p:grpSpPr>
        <p:sp>
          <p:nvSpPr>
            <p:cNvPr id="6" name="Text 4"/>
            <p:cNvSpPr/>
            <p:nvPr/>
          </p:nvSpPr>
          <p:spPr>
            <a:xfrm>
              <a:off x="685800" y="1417320"/>
              <a:ext cx="2926080" cy="841248"/>
            </a:xfrm>
            <a:prstGeom prst="roundRect">
              <a:avLst>
                <a:gd name="adj" fmla="val 8696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5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Option 1</a:t>
              </a:r>
              <a:endParaRPr lang="en-US" sz="145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145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AI-Augmented DIY Agents</a:t>
              </a:r>
              <a:endParaRPr lang="en-US" sz="1450" dirty="0">
                <a:latin typeface="Avenir Next LT Pro" panose="020B0504020202020204" pitchFamily="34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758952" y="2423160"/>
              <a:ext cx="278892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Role-specific agents built by PD/PM/PC on top of M365, Copilot, SharePoint, Excel and Forms.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E141C8C-BEB0-4071-6640-EF3682B44270}"/>
              </a:ext>
            </a:extLst>
          </p:cNvPr>
          <p:cNvGrpSpPr/>
          <p:nvPr/>
        </p:nvGrpSpPr>
        <p:grpSpPr>
          <a:xfrm>
            <a:off x="8558784" y="1417320"/>
            <a:ext cx="2926080" cy="1572768"/>
            <a:chOff x="8558784" y="1417320"/>
            <a:chExt cx="2926080" cy="1572768"/>
          </a:xfrm>
        </p:grpSpPr>
        <p:sp>
          <p:nvSpPr>
            <p:cNvPr id="8" name="Text 6"/>
            <p:cNvSpPr/>
            <p:nvPr/>
          </p:nvSpPr>
          <p:spPr>
            <a:xfrm>
              <a:off x="8558784" y="1417320"/>
              <a:ext cx="2926080" cy="841248"/>
            </a:xfrm>
            <a:prstGeom prst="roundRect">
              <a:avLst>
                <a:gd name="adj" fmla="val 8696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5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Option 2</a:t>
              </a:r>
              <a:endParaRPr lang="en-US" sz="1450" dirty="0">
                <a:latin typeface="Avenir Next LT Pro" panose="020B0504020202020204" pitchFamily="34" charset="0"/>
              </a:endParaRPr>
            </a:p>
            <a:p>
              <a:pPr marL="0" indent="0" algn="ctr">
                <a:buNone/>
              </a:pPr>
              <a:r>
                <a:rPr lang="en-US" sz="145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AI-Native Program Platform</a:t>
              </a:r>
              <a:endParaRPr lang="en-US" sz="145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8631936" y="2423160"/>
              <a:ext cx="27432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One platform workspace per program, where PD + PM + PC work as an execution team from demand to delivery.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</p:grpSp>
      <p:pic>
        <p:nvPicPr>
          <p:cNvPr id="10" name="Image 0" descr="/mnt/data/AI-Native TM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489108"/>
            <a:ext cx="4526280" cy="1584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931920" y="32735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AI-native flowchart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used as the North Star input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A3692F0-A68F-057A-6EC5-F3B1C98DA612}"/>
              </a:ext>
            </a:extLst>
          </p:cNvPr>
          <p:cNvGrpSpPr/>
          <p:nvPr/>
        </p:nvGrpSpPr>
        <p:grpSpPr>
          <a:xfrm>
            <a:off x="822960" y="4096512"/>
            <a:ext cx="10607040" cy="658368"/>
            <a:chOff x="822960" y="4572000"/>
            <a:chExt cx="10607040" cy="658368"/>
          </a:xfrm>
        </p:grpSpPr>
        <p:sp>
          <p:nvSpPr>
            <p:cNvPr id="12" name="Text 9"/>
            <p:cNvSpPr/>
            <p:nvPr/>
          </p:nvSpPr>
          <p:spPr>
            <a:xfrm>
              <a:off x="822960" y="4572000"/>
              <a:ext cx="1872691" cy="658368"/>
            </a:xfrm>
            <a:prstGeom prst="roundRect">
              <a:avLst>
                <a:gd name="adj" fmla="val 11111"/>
              </a:avLst>
            </a:prstGeom>
            <a:solidFill>
              <a:srgbClr val="EAF4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Demand signals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2732227" y="477316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7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3006547" y="4572000"/>
              <a:ext cx="1872691" cy="658368"/>
            </a:xfrm>
            <a:prstGeom prst="roundRect">
              <a:avLst>
                <a:gd name="adj" fmla="val 11111"/>
              </a:avLst>
            </a:prstGeom>
            <a:solidFill>
              <a:srgbClr val="EAF4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Route decision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4915814" y="477316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7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6" name="Text 13"/>
            <p:cNvSpPr/>
            <p:nvPr/>
          </p:nvSpPr>
          <p:spPr>
            <a:xfrm>
              <a:off x="5190134" y="4572000"/>
              <a:ext cx="1872691" cy="658368"/>
            </a:xfrm>
            <a:prstGeom prst="roundRect">
              <a:avLst>
                <a:gd name="adj" fmla="val 11111"/>
              </a:avLst>
            </a:prstGeom>
            <a:solidFill>
              <a:srgbClr val="EAF4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Journey build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7099402" y="477316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7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8" name="Text 15"/>
            <p:cNvSpPr/>
            <p:nvPr/>
          </p:nvSpPr>
          <p:spPr>
            <a:xfrm>
              <a:off x="7373722" y="4572000"/>
              <a:ext cx="1872691" cy="658368"/>
            </a:xfrm>
            <a:prstGeom prst="roundRect">
              <a:avLst>
                <a:gd name="adj" fmla="val 11111"/>
              </a:avLst>
            </a:prstGeom>
            <a:solidFill>
              <a:srgbClr val="EAF4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Delivery + impact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9282989" y="477316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7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9557309" y="4572000"/>
              <a:ext cx="1872691" cy="658368"/>
            </a:xfrm>
            <a:prstGeom prst="roundRect">
              <a:avLst>
                <a:gd name="adj" fmla="val 11111"/>
              </a:avLst>
            </a:prstGeom>
            <a:solidFill>
              <a:srgbClr val="EAF4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Knowledge loop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1" name="Text 18"/>
          <p:cNvSpPr/>
          <p:nvPr/>
        </p:nvSpPr>
        <p:spPr>
          <a:xfrm>
            <a:off x="914400" y="5221224"/>
            <a:ext cx="10332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Manager takeaway: the choice is not “agents or platform”. It is whether agents remain the end-state or become the bridge to a platform.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>
              <a:latin typeface="Avenir Next LT Pro" panose="020B05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48842E8-E50C-522D-C570-F4BAC0EF6E86}"/>
              </a:ext>
            </a:extLst>
          </p:cNvPr>
          <p:cNvSpPr/>
          <p:nvPr/>
        </p:nvSpPr>
        <p:spPr>
          <a:xfrm>
            <a:off x="1236132" y="2345266"/>
            <a:ext cx="9142308" cy="6753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Today’s journey is human-expert led, but fragmented across tools</a:t>
            </a:r>
            <a:endParaRPr lang="en-US" sz="2500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The current process works because people know how to navigate it, not because the system remembers.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925728A-36BA-7C0C-8CF5-994FD39CF77F}"/>
              </a:ext>
            </a:extLst>
          </p:cNvPr>
          <p:cNvGrpSpPr/>
          <p:nvPr/>
        </p:nvGrpSpPr>
        <p:grpSpPr>
          <a:xfrm>
            <a:off x="502920" y="1325880"/>
            <a:ext cx="11064240" cy="530352"/>
            <a:chOff x="502920" y="1234440"/>
            <a:chExt cx="11064240" cy="530352"/>
          </a:xfrm>
        </p:grpSpPr>
        <p:sp>
          <p:nvSpPr>
            <p:cNvPr id="6" name="Text 4"/>
            <p:cNvSpPr/>
            <p:nvPr/>
          </p:nvSpPr>
          <p:spPr>
            <a:xfrm>
              <a:off x="502920" y="1234440"/>
              <a:ext cx="1143000" cy="530352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0160">
              <a:solidFill>
                <a:srgbClr val="6B7280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Demand / request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1664208" y="143560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920240" y="1234440"/>
              <a:ext cx="1143000" cy="530352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0160">
              <a:solidFill>
                <a:srgbClr val="6B7280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Discovery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3081528" y="143560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337560" y="1234440"/>
              <a:ext cx="1143000" cy="530352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0160">
              <a:solidFill>
                <a:srgbClr val="6B7280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Design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4498848" y="143560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4754880" y="1234440"/>
              <a:ext cx="1143000" cy="530352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0160">
              <a:solidFill>
                <a:srgbClr val="6B7280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Approval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5916168" y="143560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6172200" y="1234440"/>
              <a:ext cx="1143000" cy="530352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0160">
              <a:solidFill>
                <a:srgbClr val="6B7280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Handoff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333488" y="143560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7589520" y="1234440"/>
              <a:ext cx="1143000" cy="530352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0160">
              <a:solidFill>
                <a:srgbClr val="6B7280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Delivery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8750808" y="143560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9006840" y="1234440"/>
              <a:ext cx="1143000" cy="530352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0160">
              <a:solidFill>
                <a:srgbClr val="6B7280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Feedback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0168128" y="143560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0424160" y="1234440"/>
              <a:ext cx="1143000" cy="530352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0160">
              <a:solidFill>
                <a:srgbClr val="6B7280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Closure</a:t>
              </a:r>
              <a:endParaRPr lang="en-US" sz="10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1" name="Text 19"/>
          <p:cNvSpPr/>
          <p:nvPr/>
        </p:nvSpPr>
        <p:spPr>
          <a:xfrm>
            <a:off x="1417320" y="2510191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AF4FF"/>
          </a:solidFill>
          <a:ln w="10160">
            <a:solidFill>
              <a:srgbClr val="EAF4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F6FEB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920" dirty="0">
              <a:latin typeface="Avenir Next LT Pro" panose="020B05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37560" y="2510191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CFDF5"/>
          </a:solidFill>
          <a:ln w="10160">
            <a:solidFill>
              <a:srgbClr val="ECFDF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0B98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920" dirty="0">
              <a:latin typeface="Avenir Next LT Pro" panose="020B05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57800" y="2510191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5F3FF"/>
          </a:solidFill>
          <a:ln w="10160">
            <a:solidFill>
              <a:srgbClr val="F5F3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7C3AED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SharePoint</a:t>
            </a:r>
            <a:endParaRPr lang="en-US" sz="920" dirty="0">
              <a:latin typeface="Avenir Next LT Pro" panose="020B05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78040" y="2510191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 w="10160">
            <a:solidFill>
              <a:srgbClr val="FFF7E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97316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Forms</a:t>
            </a:r>
            <a:endParaRPr lang="en-US" sz="920" dirty="0">
              <a:latin typeface="Avenir Next LT Pro" panose="020B05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098280" y="2510191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DF2F8"/>
          </a:solidFill>
          <a:ln w="10160">
            <a:solidFill>
              <a:srgbClr val="FDF2F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B277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920" dirty="0">
              <a:latin typeface="Avenir Next LT Pro" panose="020B05040202020202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8960DFD-5B21-AF18-93CE-8BA7B040D343}"/>
              </a:ext>
            </a:extLst>
          </p:cNvPr>
          <p:cNvGrpSpPr/>
          <p:nvPr/>
        </p:nvGrpSpPr>
        <p:grpSpPr>
          <a:xfrm>
            <a:off x="594360" y="3232586"/>
            <a:ext cx="3429000" cy="1874520"/>
            <a:chOff x="594360" y="2834640"/>
            <a:chExt cx="3429000" cy="1874520"/>
          </a:xfrm>
        </p:grpSpPr>
        <p:sp>
          <p:nvSpPr>
            <p:cNvPr id="26" name="Shape 24"/>
            <p:cNvSpPr/>
            <p:nvPr/>
          </p:nvSpPr>
          <p:spPr>
            <a:xfrm>
              <a:off x="594360" y="2834640"/>
              <a:ext cx="3429000" cy="1874520"/>
            </a:xfrm>
            <a:prstGeom prst="roundRect">
              <a:avLst>
                <a:gd name="adj" fmla="val 3902"/>
              </a:avLst>
            </a:prstGeom>
            <a:solidFill>
              <a:srgbClr val="F1F7FF"/>
            </a:solidFill>
            <a:ln w="10160">
              <a:solidFill>
                <a:srgbClr val="1F6FEB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740664" y="2980944"/>
              <a:ext cx="31363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PD pain points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758952" y="3310128"/>
              <a:ext cx="3099816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Limited pre-meeting company intelligence</a:t>
              </a:r>
              <a:endParaRPr lang="en-US" sz="11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Past program search depends on people and folders</a:t>
              </a:r>
              <a:endParaRPr lang="en-US" sz="11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Faculty fit is relationship-led, not data-backed</a:t>
              </a:r>
              <a:endParaRPr lang="en-US" sz="11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28B947F-4D56-A505-E333-1BE25C2B2B75}"/>
              </a:ext>
            </a:extLst>
          </p:cNvPr>
          <p:cNvGrpSpPr/>
          <p:nvPr/>
        </p:nvGrpSpPr>
        <p:grpSpPr>
          <a:xfrm>
            <a:off x="4439412" y="3232586"/>
            <a:ext cx="3429000" cy="1874520"/>
            <a:chOff x="4439412" y="2834640"/>
            <a:chExt cx="3429000" cy="1874520"/>
          </a:xfrm>
        </p:grpSpPr>
        <p:sp>
          <p:nvSpPr>
            <p:cNvPr id="29" name="Shape 27"/>
            <p:cNvSpPr/>
            <p:nvPr/>
          </p:nvSpPr>
          <p:spPr>
            <a:xfrm>
              <a:off x="4439412" y="2834640"/>
              <a:ext cx="3429000" cy="1874520"/>
            </a:xfrm>
            <a:prstGeom prst="roundRect">
              <a:avLst>
                <a:gd name="adj" fmla="val 3902"/>
              </a:avLst>
            </a:prstGeom>
            <a:solidFill>
              <a:srgbClr val="F5F3FF"/>
            </a:solidFill>
            <a:ln w="1016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4517136" y="2980944"/>
              <a:ext cx="31363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7C3AED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PM pain points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4535424" y="3310128"/>
              <a:ext cx="3099816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Past dossiers are tedious to search</a:t>
              </a:r>
              <a:endParaRPr lang="en-US" sz="11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Program learnings stay siloed</a:t>
              </a:r>
              <a:endParaRPr lang="en-US" sz="11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Cohort profile is thin and inconsistent</a:t>
              </a:r>
              <a:endParaRPr lang="en-US" sz="11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821100-BA58-E4D7-3189-EFC7A0214364}"/>
              </a:ext>
            </a:extLst>
          </p:cNvPr>
          <p:cNvGrpSpPr/>
          <p:nvPr/>
        </p:nvGrpSpPr>
        <p:grpSpPr>
          <a:xfrm>
            <a:off x="8138160" y="3232586"/>
            <a:ext cx="3429000" cy="1874520"/>
            <a:chOff x="8138160" y="2834640"/>
            <a:chExt cx="3429000" cy="1874520"/>
          </a:xfrm>
        </p:grpSpPr>
        <p:sp>
          <p:nvSpPr>
            <p:cNvPr id="32" name="Shape 30"/>
            <p:cNvSpPr/>
            <p:nvPr/>
          </p:nvSpPr>
          <p:spPr>
            <a:xfrm>
              <a:off x="8138160" y="2834640"/>
              <a:ext cx="3429000" cy="1874520"/>
            </a:xfrm>
            <a:prstGeom prst="roundRect">
              <a:avLst>
                <a:gd name="adj" fmla="val 3902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8284464" y="2980944"/>
              <a:ext cx="31363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PC pain points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8302752" y="3310128"/>
              <a:ext cx="3099816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Nominations, logistics and preferences are manual</a:t>
              </a:r>
              <a:endParaRPr lang="en-US" sz="11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Dossiers, feedback reports and certificates are repetitive</a:t>
              </a:r>
              <a:endParaRPr lang="en-US" sz="11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Master Excel becomes the operational source of truth</a:t>
              </a:r>
              <a:endParaRPr lang="en-US" sz="11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35" name="Text 33"/>
          <p:cNvSpPr/>
          <p:nvPr/>
        </p:nvSpPr>
        <p:spPr>
          <a:xfrm>
            <a:off x="914400" y="5393265"/>
            <a:ext cx="10332720" cy="438912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0160">
            <a:solidFill>
              <a:srgbClr val="0B1F3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Root issue: the work moves from person to person, but institutional memory does not compound automatically.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>
              <a:latin typeface="Avenir Next LT Pro" panose="020B05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>
              <a:latin typeface="Avenir Next LT Pro" panose="020B05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5FD0CD-4E88-77B0-3062-115488A59C94}"/>
              </a:ext>
            </a:extLst>
          </p:cNvPr>
          <p:cNvSpPr txBox="1"/>
          <p:nvPr/>
        </p:nvSpPr>
        <p:spPr>
          <a:xfrm>
            <a:off x="4852246" y="2789288"/>
            <a:ext cx="19541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Avenir Next LT Pro" panose="020B0504020202020204" pitchFamily="34" charset="0"/>
              </a:rPr>
              <a:t>Data Sources</a:t>
            </a:r>
            <a:endParaRPr lang="en-IN" sz="1100" b="1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Three roles, three different transformation jobs</a:t>
            </a:r>
            <a:endParaRPr lang="en-US" sz="2500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The same AI strategy must feel different for PD, PM and PC because their work and judgement points are different.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621792" cy="62179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PD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44752" y="15270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Program Director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337560" cy="2816352"/>
          </a:xfrm>
          <a:prstGeom prst="roundRect">
            <a:avLst>
              <a:gd name="adj" fmla="val 2597"/>
            </a:avLst>
          </a:prstGeom>
          <a:solidFill>
            <a:srgbClr val="F1F7FF"/>
          </a:solidFill>
          <a:ln w="10160">
            <a:solidFill>
              <a:srgbClr val="1F6FEB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Learning consultant + Single Account Manager for group Companies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Diagnose business problem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Choose route and learning objective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Own sponsor narrative and impact claim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AI handles the grunt work; the role keeps judgement.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6968" y="534924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F6FEB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Judgement holder</a:t>
            </a:r>
            <a:endParaRPr lang="en-US" sz="1120" dirty="0">
              <a:latin typeface="Avenir Next LT Pro" panose="020B05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53712" y="1417320"/>
            <a:ext cx="621792" cy="62179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PM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66944" y="15270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Program Manager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07992" y="2331720"/>
            <a:ext cx="3337560" cy="2816352"/>
          </a:xfrm>
          <a:prstGeom prst="roundRect">
            <a:avLst>
              <a:gd name="adj" fmla="val 2597"/>
            </a:avLst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Program Journey owner + delivery oversight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Refine design and reuse assets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Prepare faculty/cohort brief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Track learning quality during delivery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AI handles the grunt work; the role keeps judgement.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09160" y="534924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7C3AED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Judgement holder</a:t>
            </a:r>
            <a:endParaRPr lang="en-US" sz="1120" dirty="0">
              <a:latin typeface="Avenir Next LT Pro" panose="020B05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75904" y="1417320"/>
            <a:ext cx="621792" cy="62179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PC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89136" y="15270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Program Coordinator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30184" y="2331720"/>
            <a:ext cx="3337560" cy="2816352"/>
          </a:xfrm>
          <a:prstGeom prst="roundRect">
            <a:avLst>
              <a:gd name="adj" fmla="val 2597"/>
            </a:avLst>
          </a:prstGeom>
          <a:solidFill>
            <a:srgbClr val="FFF7ED"/>
          </a:solidFill>
          <a:ln w="10160">
            <a:solidFill>
              <a:srgbClr val="F97316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Execution owner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Coordinate nominations and logistics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Own dossier, attendance and feedback report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Manage exceptions and learner experience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endParaRPr lang="en-US" sz="1400" dirty="0">
              <a:latin typeface="Avenir Next LT Pro" panose="020B0504020202020204" pitchFamily="34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AI handles the grunt work; the role keeps judgement.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31352" y="534924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97316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Judgement holder</a:t>
            </a:r>
            <a:endParaRPr lang="en-US" sz="1120" dirty="0">
              <a:latin typeface="Avenir Next LT Pro" panose="020B05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>
              <a:latin typeface="Avenir Next LT Pro" panose="020B05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AI-Augmented: DIY agents around the existing process</a:t>
            </a:r>
            <a:endParaRPr lang="en-US" sz="2500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The process remains familiar; each persona gets AI helpers to draft, search, summarize and coordinate.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760ECD-CB06-6F60-6F04-189C81522499}"/>
              </a:ext>
            </a:extLst>
          </p:cNvPr>
          <p:cNvGrpSpPr/>
          <p:nvPr/>
        </p:nvGrpSpPr>
        <p:grpSpPr>
          <a:xfrm>
            <a:off x="731520" y="1325880"/>
            <a:ext cx="10698480" cy="566928"/>
            <a:chOff x="731520" y="1325880"/>
            <a:chExt cx="10698480" cy="566928"/>
          </a:xfrm>
        </p:grpSpPr>
        <p:sp>
          <p:nvSpPr>
            <p:cNvPr id="6" name="Text 4"/>
            <p:cNvSpPr/>
            <p:nvPr/>
          </p:nvSpPr>
          <p:spPr>
            <a:xfrm>
              <a:off x="731520" y="1325880"/>
              <a:ext cx="1539240" cy="566928"/>
            </a:xfrm>
            <a:prstGeom prst="roundRect">
              <a:avLst>
                <a:gd name="adj" fmla="val 12903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Request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2298192" y="152704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2563368" y="1325880"/>
              <a:ext cx="1539240" cy="566928"/>
            </a:xfrm>
            <a:prstGeom prst="roundRect">
              <a:avLst>
                <a:gd name="adj" fmla="val 12903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Discovery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4130040" y="152704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4395216" y="1325880"/>
              <a:ext cx="1539240" cy="566928"/>
            </a:xfrm>
            <a:prstGeom prst="roundRect">
              <a:avLst>
                <a:gd name="adj" fmla="val 12903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Design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5961888" y="152704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6227064" y="1325880"/>
              <a:ext cx="1539240" cy="566928"/>
            </a:xfrm>
            <a:prstGeom prst="roundRect">
              <a:avLst>
                <a:gd name="adj" fmla="val 12903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Handoff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7793736" y="152704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8058912" y="1325880"/>
              <a:ext cx="1539240" cy="566928"/>
            </a:xfrm>
            <a:prstGeom prst="roundRect">
              <a:avLst>
                <a:gd name="adj" fmla="val 12903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Delivery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625584" y="152704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890760" y="1325880"/>
              <a:ext cx="1539240" cy="566928"/>
            </a:xfrm>
            <a:prstGeom prst="roundRect">
              <a:avLst>
                <a:gd name="adj" fmla="val 12903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Feedback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F3745A1-C3B1-5946-3513-75601C04C3B4}"/>
              </a:ext>
            </a:extLst>
          </p:cNvPr>
          <p:cNvGrpSpPr/>
          <p:nvPr/>
        </p:nvGrpSpPr>
        <p:grpSpPr>
          <a:xfrm>
            <a:off x="777240" y="2458725"/>
            <a:ext cx="3063240" cy="2057400"/>
            <a:chOff x="777240" y="2331720"/>
            <a:chExt cx="3063240" cy="2057400"/>
          </a:xfrm>
        </p:grpSpPr>
        <p:sp>
          <p:nvSpPr>
            <p:cNvPr id="17" name="Shape 15"/>
            <p:cNvSpPr/>
            <p:nvPr/>
          </p:nvSpPr>
          <p:spPr>
            <a:xfrm>
              <a:off x="777240" y="2331720"/>
              <a:ext cx="3063240" cy="2057400"/>
            </a:xfrm>
            <a:prstGeom prst="roundRect">
              <a:avLst>
                <a:gd name="adj" fmla="val 3556"/>
              </a:avLst>
            </a:prstGeom>
            <a:solidFill>
              <a:srgbClr val="F1F7FF"/>
            </a:solidFill>
            <a:ln w="10160">
              <a:solidFill>
                <a:srgbClr val="1F6FEB"/>
              </a:solidFill>
              <a:prstDash val="solid"/>
            </a:ln>
          </p:spPr>
          <p:txBody>
            <a:bodyPr/>
            <a:lstStyle/>
            <a:p>
              <a:endParaRPr lang="en-IN" sz="11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923544" y="2478024"/>
              <a:ext cx="27706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PD agent pack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941832" y="2807208"/>
              <a:ext cx="2734056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Sponsor briefing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Discovery questions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Journey draft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Faculty shortlist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Proposal / impact narrative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26DE4DD-028E-C7F3-2CBB-4466D892BC83}"/>
              </a:ext>
            </a:extLst>
          </p:cNvPr>
          <p:cNvGrpSpPr/>
          <p:nvPr/>
        </p:nvGrpSpPr>
        <p:grpSpPr>
          <a:xfrm>
            <a:off x="4572000" y="2458725"/>
            <a:ext cx="3063240" cy="2057400"/>
            <a:chOff x="4572000" y="2331720"/>
            <a:chExt cx="3063240" cy="2057400"/>
          </a:xfrm>
        </p:grpSpPr>
        <p:sp>
          <p:nvSpPr>
            <p:cNvPr id="20" name="Shape 18"/>
            <p:cNvSpPr/>
            <p:nvPr/>
          </p:nvSpPr>
          <p:spPr>
            <a:xfrm>
              <a:off x="4572000" y="2331720"/>
              <a:ext cx="3063240" cy="2057400"/>
            </a:xfrm>
            <a:prstGeom prst="roundRect">
              <a:avLst>
                <a:gd name="adj" fmla="val 3556"/>
              </a:avLst>
            </a:prstGeom>
            <a:solidFill>
              <a:srgbClr val="F5F3FF"/>
            </a:solidFill>
            <a:ln w="1016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4718304" y="2478024"/>
              <a:ext cx="27706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7C3AED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PM agent pack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4736592" y="2807208"/>
              <a:ext cx="2734056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Content reuse search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Cohort summary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Faculty brief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Case / ALP draft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Feedback synthesis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08CDD41-0E74-D2E0-B93E-255D78001E4D}"/>
              </a:ext>
            </a:extLst>
          </p:cNvPr>
          <p:cNvGrpSpPr/>
          <p:nvPr/>
        </p:nvGrpSpPr>
        <p:grpSpPr>
          <a:xfrm>
            <a:off x="8366760" y="2458725"/>
            <a:ext cx="3063240" cy="2057400"/>
            <a:chOff x="8366760" y="2331720"/>
            <a:chExt cx="3063240" cy="2057400"/>
          </a:xfrm>
        </p:grpSpPr>
        <p:sp>
          <p:nvSpPr>
            <p:cNvPr id="23" name="Shape 21"/>
            <p:cNvSpPr/>
            <p:nvPr/>
          </p:nvSpPr>
          <p:spPr>
            <a:xfrm>
              <a:off x="8366760" y="2331720"/>
              <a:ext cx="3063240" cy="2057400"/>
            </a:xfrm>
            <a:prstGeom prst="roundRect">
              <a:avLst>
                <a:gd name="adj" fmla="val 3556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lang="en-IN">
                <a:latin typeface="Avenir Next LT Pro" panose="020B0504020202020204" pitchFamily="34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8513064" y="2478024"/>
              <a:ext cx="27706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PC agent pack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8531352" y="2807208"/>
              <a:ext cx="2734056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Nomination tracker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Logistics emails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Dossier builder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Feedback report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Certificate generator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6" name="Text 24"/>
          <p:cNvSpPr/>
          <p:nvPr/>
        </p:nvSpPr>
        <p:spPr>
          <a:xfrm>
            <a:off x="1005840" y="5166360"/>
            <a:ext cx="101498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Design principle: AI supports each role separately; M365 remains the workplace and human handoffs remain the connective tissue.</a:t>
            </a:r>
            <a:endParaRPr lang="en-US" sz="1250" dirty="0">
              <a:latin typeface="Avenir Next LT Pro" panose="020B05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>
              <a:latin typeface="Avenir Next LT Pro" panose="020B05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PD journey with DIY agents: faster preparation and proposal drafting</a:t>
            </a:r>
            <a:endParaRPr lang="en-US" sz="2500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AI reduces research and drafting effort, but the PD still moves across email, files, meetings and decks.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236137"/>
            <a:ext cx="621792" cy="62179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PD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7592" y="1345865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Program Director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9148D1C-BF3E-89A0-D2AF-C79F843E68F0}"/>
              </a:ext>
            </a:extLst>
          </p:cNvPr>
          <p:cNvGrpSpPr/>
          <p:nvPr/>
        </p:nvGrpSpPr>
        <p:grpSpPr>
          <a:xfrm>
            <a:off x="530352" y="2088219"/>
            <a:ext cx="10698480" cy="658368"/>
            <a:chOff x="777240" y="2029968"/>
            <a:chExt cx="10698480" cy="658368"/>
          </a:xfrm>
        </p:grpSpPr>
        <p:sp>
          <p:nvSpPr>
            <p:cNvPr id="8" name="Text 6"/>
            <p:cNvSpPr/>
            <p:nvPr/>
          </p:nvSpPr>
          <p:spPr>
            <a:xfrm>
              <a:off x="777240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1F7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Sponsor request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2704795" y="2231136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979115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1F7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AI prepares brief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4906670" y="2231136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5180990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1F7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PD discovery call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7108546" y="2231136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382866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1F7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AI drafts journey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310421" y="2231136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584741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1F7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PD approves / renews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1FF0756-9046-4B17-9B51-F5E85D2E1A32}"/>
              </a:ext>
            </a:extLst>
          </p:cNvPr>
          <p:cNvGrpSpPr/>
          <p:nvPr/>
        </p:nvGrpSpPr>
        <p:grpSpPr>
          <a:xfrm>
            <a:off x="777240" y="3527215"/>
            <a:ext cx="10607040" cy="1965960"/>
            <a:chOff x="777240" y="3154680"/>
            <a:chExt cx="10607040" cy="1965960"/>
          </a:xfrm>
        </p:grpSpPr>
        <p:sp>
          <p:nvSpPr>
            <p:cNvPr id="17" name="Shape 15"/>
            <p:cNvSpPr/>
            <p:nvPr/>
          </p:nvSpPr>
          <p:spPr>
            <a:xfrm>
              <a:off x="777240" y="3154680"/>
              <a:ext cx="3383280" cy="1965960"/>
            </a:xfrm>
            <a:prstGeom prst="roundRect">
              <a:avLst>
                <a:gd name="adj" fmla="val 3721"/>
              </a:avLst>
            </a:prstGeom>
            <a:solidFill>
              <a:srgbClr val="F1F7FF"/>
            </a:solidFill>
            <a:ln w="10160">
              <a:solidFill>
                <a:srgbClr val="1F6FEB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Avenir Next LT Pro" panose="020B0504020202020204" pitchFamily="34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923544" y="3300984"/>
              <a:ext cx="30906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AI helps with</a:t>
              </a:r>
              <a:endParaRPr lang="en-US" sz="16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941832" y="3630168"/>
              <a:ext cx="305409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Company / sponsor brief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Past dossier retrieval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Discovery questions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Learning journey options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Proposal and impact draft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4389120" y="3154680"/>
              <a:ext cx="3383280" cy="1965960"/>
            </a:xfrm>
            <a:prstGeom prst="roundRect">
              <a:avLst>
                <a:gd name="adj" fmla="val 3721"/>
              </a:avLst>
            </a:prstGeom>
            <a:solidFill>
              <a:srgbClr val="FFFFFF"/>
            </a:solidFill>
            <a:ln w="10160">
              <a:solidFill>
                <a:srgbClr val="0B1F3A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Avenir Next LT Pro" panose="020B0504020202020204" pitchFamily="34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4535424" y="3300984"/>
              <a:ext cx="30906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PD judgement stays with</a:t>
              </a:r>
              <a:endParaRPr lang="en-US" sz="16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4553712" y="3630168"/>
              <a:ext cx="305409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Is this truly a learning problem?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Custom vs Open vs Flagship route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Faculty fit and sponsor trust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Final proposal and impact claims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8001000" y="3154680"/>
              <a:ext cx="3383280" cy="1965960"/>
            </a:xfrm>
            <a:prstGeom prst="roundRect">
              <a:avLst>
                <a:gd name="adj" fmla="val 3721"/>
              </a:avLst>
            </a:prstGeom>
            <a:solidFill>
              <a:srgbClr val="FEF2F2"/>
            </a:solidFill>
            <a:ln w="1016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IN" sz="3200">
                <a:latin typeface="Avenir Next LT Pro" panose="020B0504020202020204" pitchFamily="34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8147304" y="3300984"/>
              <a:ext cx="309067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F4444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What remains weak</a:t>
              </a:r>
              <a:endParaRPr lang="en-US" sz="1600" dirty="0">
                <a:latin typeface="Avenir Next LT Pro" panose="020B0504020202020204" pitchFamily="34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8165592" y="3630168"/>
              <a:ext cx="305409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Knowledge capture is still optional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Handoffs to PM/PC still manual</a:t>
              </a:r>
              <a:endParaRPr lang="en-US" sz="1200" dirty="0">
                <a:latin typeface="Avenir Next LT Pro" panose="020B0504020202020204" pitchFamily="34" charset="0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• Sponsor context may stay in individual files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26" name="Text 24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>
              <a:latin typeface="Avenir Next LT Pro" panose="020B05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PM journey with DIY agents: better reuse, but still manual handoffs</a:t>
            </a:r>
            <a:endParaRPr lang="en-US" sz="2500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AI helps PMs find assets and synthesize cohort / feedback information inside the current toolset.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464736"/>
            <a:ext cx="621792" cy="62179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PM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7592" y="15744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Program Manager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2FD4F4C-300C-2C80-9190-AB059B87A3FC}"/>
              </a:ext>
            </a:extLst>
          </p:cNvPr>
          <p:cNvGrpSpPr/>
          <p:nvPr/>
        </p:nvGrpSpPr>
        <p:grpSpPr>
          <a:xfrm>
            <a:off x="684104" y="2461772"/>
            <a:ext cx="10698480" cy="658368"/>
            <a:chOff x="777240" y="2029968"/>
            <a:chExt cx="10698480" cy="658368"/>
          </a:xfrm>
        </p:grpSpPr>
        <p:sp>
          <p:nvSpPr>
            <p:cNvPr id="8" name="Text 6"/>
            <p:cNvSpPr/>
            <p:nvPr/>
          </p:nvSpPr>
          <p:spPr>
            <a:xfrm>
              <a:off x="777240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5F3FF"/>
            </a:solidFill>
            <a:ln w="10160">
              <a:solidFill>
                <a:srgbClr val="7C3AED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Receives PD brief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2704795" y="2231136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C3AED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979115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5F3FF"/>
            </a:solidFill>
            <a:ln w="10160">
              <a:solidFill>
                <a:srgbClr val="7C3AED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AI finds past assets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4906670" y="2231136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C3AED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5180990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5F3FF"/>
            </a:solidFill>
            <a:ln w="10160">
              <a:solidFill>
                <a:srgbClr val="7C3AED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PM refines journey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7108546" y="2231136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C3AED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382866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5F3FF"/>
            </a:solidFill>
            <a:ln w="10160">
              <a:solidFill>
                <a:srgbClr val="7C3AED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AI prepares faculty brief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310421" y="2231136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7C3AED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584741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5F3FF"/>
            </a:solidFill>
            <a:ln w="10160">
              <a:solidFill>
                <a:srgbClr val="7C3AED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AI synthesizes feedback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17" name="Shape 15"/>
          <p:cNvSpPr/>
          <p:nvPr/>
        </p:nvSpPr>
        <p:spPr>
          <a:xfrm>
            <a:off x="777240" y="3925147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23544" y="4071451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AI helps with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1832" y="4400635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Searching past dossiers and modules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Finding reusable cases / simulations / ALPs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Summarizing learner cohort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Drafting faculty brief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Synthesizing feedback themes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0" y="3925147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35424" y="4071451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PM judgement stays with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53712" y="4400635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Journey coherence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Content relevance and sequencing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Cohort readiness and pre-work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Interpreting delivery signals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01000" y="3925147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47304" y="4071451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What remains weak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65592" y="4400635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Content quality depends on folder hygiene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No automatic program memory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PM still stitches inputs from PD/PC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>
              <a:latin typeface="Avenir Next LT Pro" panose="020B05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PC journey with DIY agents: biggest immediate productivity gain</a:t>
            </a:r>
            <a:endParaRPr lang="en-US" sz="2500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Coordination, dossier creation, feedback reports and certificates can be accelerated quickly with M365-based agents.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621792" cy="62179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PC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7592" y="12527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Program Coordinator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181ADFD-206D-A803-DBCA-2F0850038B92}"/>
              </a:ext>
            </a:extLst>
          </p:cNvPr>
          <p:cNvGrpSpPr/>
          <p:nvPr/>
        </p:nvGrpSpPr>
        <p:grpSpPr>
          <a:xfrm>
            <a:off x="777240" y="2190835"/>
            <a:ext cx="10698480" cy="658368"/>
            <a:chOff x="777240" y="2029968"/>
            <a:chExt cx="10698480" cy="658368"/>
          </a:xfrm>
        </p:grpSpPr>
        <p:sp>
          <p:nvSpPr>
            <p:cNvPr id="8" name="Text 6"/>
            <p:cNvSpPr/>
            <p:nvPr/>
          </p:nvSpPr>
          <p:spPr>
            <a:xfrm>
              <a:off x="777240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Receives handoff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2704795" y="2231136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979115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AI tracks nominations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4906670" y="2231136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5180990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AI drafts logistics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7108546" y="2231136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382866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AI builds dossier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310421" y="2231136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584741" y="2029968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AI drafts report / certificates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17" name="Shape 15"/>
          <p:cNvSpPr/>
          <p:nvPr/>
        </p:nvSpPr>
        <p:spPr>
          <a:xfrm>
            <a:off x="777240" y="3357882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7ED"/>
          </a:solidFill>
          <a:ln w="101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23544" y="350418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AI helps with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1832" y="383337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Nomination status and duplicate checks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Missing information reminders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Travel / meal / stay preference summaries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Dossier and feedback report drafts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Certificate list generation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0" y="3357882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35424" y="350418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PC judgement stays with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53712" y="383337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Participant and faculty exceptions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Hospitality and on-ground quality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Attendance exceptions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Final communication and certificates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01000" y="3357882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47304" y="350418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What remains weak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65592" y="383337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Information still scattered across tools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Facility/admin/finance status not integrated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Manual reconciliation still needed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>
              <a:latin typeface="Avenir Next LT Pro" panose="020B05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DIY agents are a strong bridge, but a weak end-state</a:t>
            </a:r>
            <a:endParaRPr lang="en-US" sz="2500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They improve role productivity but preserve the same fragmented operating model.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23544" y="147218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Where Scenario 1 works well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41832" y="1801368"/>
            <a:ext cx="46085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Fast to start using existing M365/Copilot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Low upfront cost and lower process disruption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Builds AI comfort through prompt packs and hothouses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Creates quick wins for PC-heavy manual work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132588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47104" y="147218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Where Scenario 1 breaks down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65392" y="1801368"/>
            <a:ext cx="460857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Creates agent sprawl across PD/PM/PC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Does not create a single source of truth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Keeps handoffs in email/files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Weak portfolio intelligence for leadership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Learner and alumni journeys remain disconnected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54480" y="5074920"/>
            <a:ext cx="905256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 w="10160">
            <a:solidFill>
              <a:srgbClr val="0B1F3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Use DIY agents to learn what works; not as the final architecture.</a:t>
            </a:r>
            <a:endParaRPr lang="en-US" sz="1700" dirty="0">
              <a:latin typeface="Avenir Next LT Pro" panose="020B05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>
              <a:latin typeface="Avenir Next LT Pro" panose="020B05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D09A81-0772-C975-E4BF-69B99983D769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09915-5635-06DC-3E1B-0AA8524F7421}"/>
              </a:ext>
            </a:extLst>
          </p:cNvPr>
          <p:cNvSpPr txBox="1"/>
          <p:nvPr/>
        </p:nvSpPr>
        <p:spPr>
          <a:xfrm>
            <a:off x="502920" y="402336"/>
            <a:ext cx="10424160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2400" b="1" dirty="0">
                <a:solidFill>
                  <a:srgbClr val="081E36"/>
                </a:solidFill>
                <a:latin typeface="Aptos"/>
              </a:rPr>
              <a:t>DIY agents need a lightweight but disciplined M365 data layer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7916FE-2D3E-CC90-CDF3-133F2E0B0042}"/>
              </a:ext>
            </a:extLst>
          </p:cNvPr>
          <p:cNvSpPr txBox="1"/>
          <p:nvPr/>
        </p:nvSpPr>
        <p:spPr>
          <a:xfrm>
            <a:off x="530352" y="859536"/>
            <a:ext cx="10607040" cy="2585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1200" b="0" dirty="0">
                <a:solidFill>
                  <a:srgbClr val="596778"/>
                </a:solidFill>
                <a:latin typeface="Aptos"/>
              </a:rPr>
              <a:t>Data stays distributed across SharePoint, Excel/Lists and Forms, so the design job is to create just enough structure for safe AI reuse.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5C63F7B-E465-65DD-81F5-5B27F2E56CFD}"/>
              </a:ext>
            </a:extLst>
          </p:cNvPr>
          <p:cNvGrpSpPr/>
          <p:nvPr/>
        </p:nvGrpSpPr>
        <p:grpSpPr>
          <a:xfrm>
            <a:off x="685800" y="1225296"/>
            <a:ext cx="4800600" cy="3776472"/>
            <a:chOff x="685800" y="1225296"/>
            <a:chExt cx="4800600" cy="3776472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2F15D79-F79A-01A2-8A7D-F0D625E83319}"/>
                </a:ext>
              </a:extLst>
            </p:cNvPr>
            <p:cNvSpPr/>
            <p:nvPr/>
          </p:nvSpPr>
          <p:spPr>
            <a:xfrm>
              <a:off x="685800" y="1225296"/>
              <a:ext cx="2011680" cy="292608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89BD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100" b="1">
                  <a:solidFill>
                    <a:srgbClr val="1F78D1"/>
                  </a:solidFill>
                  <a:latin typeface="Aptos"/>
                </a:rPr>
                <a:t>Federated role data packs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28F83BA-67F1-255B-1DE5-5232C975F637}"/>
                </a:ext>
              </a:extLst>
            </p:cNvPr>
            <p:cNvSpPr/>
            <p:nvPr/>
          </p:nvSpPr>
          <p:spPr>
            <a:xfrm>
              <a:off x="685800" y="1627632"/>
              <a:ext cx="2331720" cy="960120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89BD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100" b="0">
                  <a:solidFill>
                    <a:srgbClr val="081E36"/>
                  </a:solidFill>
                  <a:latin typeface="Aptos"/>
                </a:rPr>
                <a:t>PD source pack</a:t>
              </a:r>
            </a:p>
            <a:p>
              <a:pPr algn="l">
                <a:spcAft>
                  <a:spcPts val="100"/>
                </a:spcAft>
              </a:pPr>
              <a:r>
                <a:rPr sz="1100" b="0">
                  <a:solidFill>
                    <a:srgbClr val="081E36"/>
                  </a:solidFill>
                  <a:latin typeface="Aptos"/>
                </a:rPr>
                <a:t>Sponsor notes • proposals</a:t>
              </a:r>
            </a:p>
            <a:p>
              <a:pPr algn="l">
                <a:spcAft>
                  <a:spcPts val="100"/>
                </a:spcAft>
              </a:pPr>
              <a:r>
                <a:rPr sz="1100" b="0">
                  <a:solidFill>
                    <a:srgbClr val="081E36"/>
                  </a:solidFill>
                  <a:latin typeface="Aptos"/>
                </a:rPr>
                <a:t>past dossiers • faculty shortlist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91ABADF-C0E2-3C24-DEA3-19E46556CFA3}"/>
                </a:ext>
              </a:extLst>
            </p:cNvPr>
            <p:cNvSpPr/>
            <p:nvPr/>
          </p:nvSpPr>
          <p:spPr>
            <a:xfrm>
              <a:off x="685800" y="2834640"/>
              <a:ext cx="2331720" cy="960120"/>
            </a:xfrm>
            <a:prstGeom prst="roundRect">
              <a:avLst/>
            </a:prstGeom>
            <a:solidFill>
              <a:srgbClr val="F4EEFF"/>
            </a:solidFill>
            <a:ln w="12700">
              <a:solidFill>
                <a:srgbClr val="B99A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100" b="0">
                  <a:solidFill>
                    <a:srgbClr val="081E36"/>
                  </a:solidFill>
                  <a:latin typeface="Aptos"/>
                </a:rPr>
                <a:t>PM source pack</a:t>
              </a:r>
            </a:p>
            <a:p>
              <a:pPr algn="l">
                <a:spcAft>
                  <a:spcPts val="100"/>
                </a:spcAft>
              </a:pPr>
              <a:r>
                <a:rPr sz="1100" b="0">
                  <a:solidFill>
                    <a:srgbClr val="081E36"/>
                  </a:solidFill>
                  <a:latin typeface="Aptos"/>
                </a:rPr>
                <a:t>Content catalogue • cases</a:t>
              </a:r>
            </a:p>
            <a:p>
              <a:pPr algn="l">
                <a:spcAft>
                  <a:spcPts val="100"/>
                </a:spcAft>
              </a:pPr>
              <a:r>
                <a:rPr sz="1100" b="0">
                  <a:solidFill>
                    <a:srgbClr val="081E36"/>
                  </a:solidFill>
                  <a:latin typeface="Aptos"/>
                </a:rPr>
                <a:t>cohort summaries • feedback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F270FD7-558D-5BD5-7B09-7094B63F1AF3}"/>
                </a:ext>
              </a:extLst>
            </p:cNvPr>
            <p:cNvSpPr/>
            <p:nvPr/>
          </p:nvSpPr>
          <p:spPr>
            <a:xfrm>
              <a:off x="685800" y="4041648"/>
              <a:ext cx="2331720" cy="960120"/>
            </a:xfrm>
            <a:prstGeom prst="roundRect">
              <a:avLst/>
            </a:prstGeom>
            <a:solidFill>
              <a:srgbClr val="FFF1E5"/>
            </a:solidFill>
            <a:ln w="12700">
              <a:solidFill>
                <a:srgbClr val="F9B6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100" b="0">
                  <a:solidFill>
                    <a:srgbClr val="081E36"/>
                  </a:solidFill>
                  <a:latin typeface="Aptos"/>
                </a:rPr>
                <a:t>PC source pack</a:t>
              </a:r>
            </a:p>
            <a:p>
              <a:pPr algn="l">
                <a:spcAft>
                  <a:spcPts val="100"/>
                </a:spcAft>
              </a:pPr>
              <a:r>
                <a:rPr sz="1100" b="0">
                  <a:solidFill>
                    <a:srgbClr val="081E36"/>
                  </a:solidFill>
                  <a:latin typeface="Aptos"/>
                </a:rPr>
                <a:t>Nomination tracker • logistics</a:t>
              </a:r>
            </a:p>
            <a:p>
              <a:pPr algn="l">
                <a:spcAft>
                  <a:spcPts val="100"/>
                </a:spcAft>
              </a:pPr>
              <a:r>
                <a:rPr sz="1100" b="0">
                  <a:solidFill>
                    <a:srgbClr val="081E36"/>
                  </a:solidFill>
                  <a:latin typeface="Aptos"/>
                </a:rPr>
                <a:t>Forms • attendance • certificates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7D88B5D3-06AA-7EC1-9741-DCE6F5D461FF}"/>
                </a:ext>
              </a:extLst>
            </p:cNvPr>
            <p:cNvSpPr/>
            <p:nvPr/>
          </p:nvSpPr>
          <p:spPr>
            <a:xfrm>
              <a:off x="3520440" y="2148840"/>
              <a:ext cx="1965960" cy="19202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100" b="1">
                  <a:solidFill>
                    <a:srgbClr val="081E36"/>
                  </a:solidFill>
                  <a:latin typeface="Aptos"/>
                </a:rPr>
                <a:t>Approved Knowledge Hub</a:t>
              </a:r>
            </a:p>
            <a:p>
              <a:pPr algn="ctr">
                <a:spcAft>
                  <a:spcPts val="100"/>
                </a:spcAft>
              </a:pPr>
              <a:endParaRPr sz="1100" b="1">
                <a:solidFill>
                  <a:srgbClr val="081E36"/>
                </a:solidFill>
                <a:latin typeface="Aptos"/>
              </a:endParaRPr>
            </a:p>
            <a:p>
              <a:pPr algn="ctr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ptos"/>
                </a:rPr>
                <a:t>SharePoint taxonomy</a:t>
              </a:r>
            </a:p>
            <a:p>
              <a:pPr algn="ctr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ptos"/>
                </a:rPr>
                <a:t>MS Lists / Excel</a:t>
              </a:r>
            </a:p>
            <a:p>
              <a:pPr algn="ctr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ptos"/>
                </a:rPr>
                <a:t>Forms templates</a:t>
              </a:r>
            </a:p>
            <a:p>
              <a:pPr algn="ctr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ptos"/>
                </a:rPr>
                <a:t>Prompt library</a:t>
              </a:r>
            </a:p>
          </p:txBody>
        </p:sp>
        <p:cxnSp>
          <p:nvCxnSpPr>
            <p:cNvPr id="11" name="Connector 10">
              <a:extLst>
                <a:ext uri="{FF2B5EF4-FFF2-40B4-BE49-F238E27FC236}">
                  <a16:creationId xmlns:a16="http://schemas.microsoft.com/office/drawing/2014/main" id="{519286E6-7B42-274E-E297-393A71F7F55A}"/>
                </a:ext>
              </a:extLst>
            </p:cNvPr>
            <p:cNvCxnSpPr/>
            <p:nvPr/>
          </p:nvCxnSpPr>
          <p:spPr>
            <a:xfrm>
              <a:off x="3017520" y="2103120"/>
              <a:ext cx="502920" cy="667512"/>
            </a:xfrm>
            <a:prstGeom prst="line">
              <a:avLst/>
            </a:prstGeom>
            <a:ln w="15240">
              <a:solidFill>
                <a:srgbClr val="1F78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>
              <a:extLst>
                <a:ext uri="{FF2B5EF4-FFF2-40B4-BE49-F238E27FC236}">
                  <a16:creationId xmlns:a16="http://schemas.microsoft.com/office/drawing/2014/main" id="{D9309DAA-403F-FFAA-25E4-CC6A25C81626}"/>
                </a:ext>
              </a:extLst>
            </p:cNvPr>
            <p:cNvCxnSpPr/>
            <p:nvPr/>
          </p:nvCxnSpPr>
          <p:spPr>
            <a:xfrm flipV="1">
              <a:off x="3017520" y="3108960"/>
              <a:ext cx="502920" cy="210312"/>
            </a:xfrm>
            <a:prstGeom prst="line">
              <a:avLst/>
            </a:prstGeom>
            <a:ln w="15240">
              <a:solidFill>
                <a:srgbClr val="6F42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>
              <a:extLst>
                <a:ext uri="{FF2B5EF4-FFF2-40B4-BE49-F238E27FC236}">
                  <a16:creationId xmlns:a16="http://schemas.microsoft.com/office/drawing/2014/main" id="{69349F06-DEA1-B815-284B-35C2EF5589C8}"/>
                </a:ext>
              </a:extLst>
            </p:cNvPr>
            <p:cNvCxnSpPr/>
            <p:nvPr/>
          </p:nvCxnSpPr>
          <p:spPr>
            <a:xfrm flipV="1">
              <a:off x="3017520" y="3456432"/>
              <a:ext cx="502920" cy="1051560"/>
            </a:xfrm>
            <a:prstGeom prst="line">
              <a:avLst/>
            </a:prstGeom>
            <a:ln w="15240">
              <a:solidFill>
                <a:srgbClr val="F47A2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AE65BD3-69FF-7534-7077-B6AF1F536F8C}"/>
              </a:ext>
            </a:extLst>
          </p:cNvPr>
          <p:cNvSpPr/>
          <p:nvPr/>
        </p:nvSpPr>
        <p:spPr>
          <a:xfrm>
            <a:off x="5870447" y="1202150"/>
            <a:ext cx="5266945" cy="315754"/>
          </a:xfrm>
          <a:prstGeom prst="roundRect">
            <a:avLst/>
          </a:prstGeom>
          <a:solidFill>
            <a:srgbClr val="EAFBF1"/>
          </a:solidFill>
          <a:ln w="12700">
            <a:solidFill>
              <a:srgbClr val="72D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0E8A55"/>
                </a:solidFill>
                <a:latin typeface="Aptos"/>
              </a:rPr>
              <a:t>Minimum data objects to standardize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1953F33-3110-80A5-ADD2-4A04894CEA75}"/>
              </a:ext>
            </a:extLst>
          </p:cNvPr>
          <p:cNvSpPr/>
          <p:nvPr/>
        </p:nvSpPr>
        <p:spPr>
          <a:xfrm>
            <a:off x="5870448" y="1664208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1">
                <a:solidFill>
                  <a:srgbClr val="081E36"/>
                </a:solidFill>
                <a:latin typeface="Aptos"/>
              </a:rPr>
              <a:t>Program memory pack</a:t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081E36"/>
                </a:solidFill>
                <a:latin typeface="Aptos"/>
              </a:rPr>
              <a:t>brief • design • faculty • feedback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17F742F-B946-2EC0-0FFB-25F902790083}"/>
              </a:ext>
            </a:extLst>
          </p:cNvPr>
          <p:cNvSpPr/>
          <p:nvPr/>
        </p:nvSpPr>
        <p:spPr>
          <a:xfrm>
            <a:off x="8613648" y="1664208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1">
                <a:solidFill>
                  <a:srgbClr val="081E36"/>
                </a:solidFill>
                <a:latin typeface="Aptos"/>
              </a:rPr>
              <a:t>Faculty DB MVP</a:t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081E36"/>
                </a:solidFill>
                <a:latin typeface="Aptos"/>
              </a:rPr>
              <a:t>topics • ratings • availability • cost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A0B4098-5E9A-332E-F29D-C7BAF7623CAB}"/>
              </a:ext>
            </a:extLst>
          </p:cNvPr>
          <p:cNvSpPr/>
          <p:nvPr/>
        </p:nvSpPr>
        <p:spPr>
          <a:xfrm>
            <a:off x="5870448" y="2743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1">
                <a:solidFill>
                  <a:srgbClr val="081E36"/>
                </a:solidFill>
                <a:latin typeface="Aptos"/>
              </a:rPr>
              <a:t>Content catalogue</a:t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081E36"/>
                </a:solidFill>
                <a:latin typeface="Aptos"/>
              </a:rPr>
              <a:t>topic • level • audience • reuse rights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ACF0FEE-3A1B-CB8B-2CC0-8B704969032F}"/>
              </a:ext>
            </a:extLst>
          </p:cNvPr>
          <p:cNvSpPr/>
          <p:nvPr/>
        </p:nvSpPr>
        <p:spPr>
          <a:xfrm>
            <a:off x="8613648" y="2743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1">
                <a:solidFill>
                  <a:srgbClr val="081E36"/>
                </a:solidFill>
                <a:latin typeface="Aptos"/>
              </a:rPr>
              <a:t>Nomination tracker</a:t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081E36"/>
                </a:solidFill>
                <a:latin typeface="Aptos"/>
              </a:rPr>
              <a:t>company • learner • status • gaps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F924834-5CBE-AB15-89E9-B3126A42F6A8}"/>
              </a:ext>
            </a:extLst>
          </p:cNvPr>
          <p:cNvSpPr/>
          <p:nvPr/>
        </p:nvSpPr>
        <p:spPr>
          <a:xfrm>
            <a:off x="5870448" y="3822191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1">
                <a:solidFill>
                  <a:srgbClr val="081E36"/>
                </a:solidFill>
                <a:latin typeface="Aptos"/>
              </a:rPr>
              <a:t>Feedback repository</a:t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081E36"/>
                </a:solidFill>
                <a:latin typeface="Aptos"/>
              </a:rPr>
              <a:t>Forms • themes • ratings • actions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49F7DC6-0468-5E85-D7BC-13C0D9A45519}"/>
              </a:ext>
            </a:extLst>
          </p:cNvPr>
          <p:cNvSpPr/>
          <p:nvPr/>
        </p:nvSpPr>
        <p:spPr>
          <a:xfrm>
            <a:off x="8613648" y="3822191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000" b="1">
                <a:solidFill>
                  <a:srgbClr val="081E36"/>
                </a:solidFill>
                <a:latin typeface="Aptos"/>
              </a:rPr>
              <a:t>Alumni/profile tracker</a:t>
            </a:r>
          </a:p>
          <a:p>
            <a:pPr algn="l">
              <a:spcAft>
                <a:spcPts val="100"/>
              </a:spcAft>
            </a:pPr>
            <a:r>
              <a:rPr sz="1000" b="1">
                <a:solidFill>
                  <a:srgbClr val="081E36"/>
                </a:solidFill>
                <a:latin typeface="Aptos"/>
              </a:rPr>
              <a:t>program history • interests • next step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F17B4C5-0F01-C6B2-A085-C5B6F5B9A909}"/>
              </a:ext>
            </a:extLst>
          </p:cNvPr>
          <p:cNvSpPr/>
          <p:nvPr/>
        </p:nvSpPr>
        <p:spPr>
          <a:xfrm>
            <a:off x="960120" y="5577840"/>
            <a:ext cx="10241280" cy="530352"/>
          </a:xfrm>
          <a:prstGeom prst="roundRect">
            <a:avLst/>
          </a:prstGeom>
          <a:solidFill>
            <a:srgbClr val="081E36"/>
          </a:solidFill>
          <a:ln w="12700">
            <a:solidFill>
              <a:srgbClr val="08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Design constraint: agents can only be reliable if every source has an owner, naming standard, update cadence and access boundary.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F7EB06-EB4D-6234-1536-F96C857A4867}"/>
              </a:ext>
            </a:extLst>
          </p:cNvPr>
          <p:cNvSpPr txBox="1"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500" b="0">
                <a:solidFill>
                  <a:srgbClr val="7A8797"/>
                </a:solidFill>
                <a:latin typeface="Aptos"/>
              </a:rPr>
              <a:t>TMTC AI transformation | Persona journeys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F7F2C2-E47F-4081-391A-64B29A2A4F51}"/>
              </a:ext>
            </a:extLst>
          </p:cNvPr>
          <p:cNvSpPr txBox="1"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550" b="0">
                <a:solidFill>
                  <a:srgbClr val="7A8797"/>
                </a:solidFill>
                <a:latin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03904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B2E08D-A2A1-89FD-A6ED-DE545B496138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venir Next LT Pro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71696-EC16-6320-CC95-E4298B711A37}"/>
              </a:ext>
            </a:extLst>
          </p:cNvPr>
          <p:cNvSpPr txBox="1"/>
          <p:nvPr/>
        </p:nvSpPr>
        <p:spPr>
          <a:xfrm>
            <a:off x="502920" y="148332"/>
            <a:ext cx="10424160" cy="81253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2400" b="1" dirty="0">
                <a:solidFill>
                  <a:srgbClr val="081E36"/>
                </a:solidFill>
                <a:latin typeface="Avenir Next LT Pro" panose="020B0504020202020204" pitchFamily="34" charset="0"/>
              </a:rPr>
              <a:t>Governance wraps many local agents</a:t>
            </a:r>
            <a:r>
              <a:rPr lang="en-US" sz="2400" b="1" dirty="0">
                <a:solidFill>
                  <a:srgbClr val="081E36"/>
                </a:solidFill>
                <a:latin typeface="Avenir Next LT Pro" panose="020B0504020202020204" pitchFamily="34" charset="0"/>
              </a:rPr>
              <a:t>;</a:t>
            </a:r>
            <a:r>
              <a:rPr sz="2400" b="1" dirty="0">
                <a:solidFill>
                  <a:srgbClr val="081E36"/>
                </a:solidFill>
                <a:latin typeface="Avenir Next LT Pro" panose="020B0504020202020204" pitchFamily="34" charset="0"/>
              </a:rPr>
              <a:t> it is policy-led, not workflow-enforced</a:t>
            </a:r>
            <a:r>
              <a:rPr lang="en-US" sz="2400" b="1" dirty="0">
                <a:solidFill>
                  <a:srgbClr val="081E36"/>
                </a:solidFill>
                <a:latin typeface="Avenir Next LT Pro" panose="020B0504020202020204" pitchFamily="34" charset="0"/>
              </a:rPr>
              <a:t>.</a:t>
            </a:r>
            <a:endParaRPr sz="2400" b="1" dirty="0">
              <a:solidFill>
                <a:srgbClr val="081E36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F2E58-3AA7-E1BB-7BD3-284FFDB31326}"/>
              </a:ext>
            </a:extLst>
          </p:cNvPr>
          <p:cNvSpPr txBox="1"/>
          <p:nvPr/>
        </p:nvSpPr>
        <p:spPr>
          <a:xfrm>
            <a:off x="530352" y="859536"/>
            <a:ext cx="10607040" cy="2893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1400" b="0" dirty="0">
                <a:solidFill>
                  <a:srgbClr val="596778"/>
                </a:solidFill>
                <a:latin typeface="Avenir Next LT Pro" panose="020B0504020202020204" pitchFamily="34" charset="0"/>
              </a:rPr>
              <a:t>The main risk is agent sprawl: multiple PD/PM/PC helpers using different sources, prompts and permissions.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DBAA470-814A-E744-8032-F08F5BFA43F9}"/>
              </a:ext>
            </a:extLst>
          </p:cNvPr>
          <p:cNvGrpSpPr/>
          <p:nvPr/>
        </p:nvGrpSpPr>
        <p:grpSpPr>
          <a:xfrm>
            <a:off x="777240" y="1170432"/>
            <a:ext cx="4361688" cy="3849624"/>
            <a:chOff x="777240" y="1170432"/>
            <a:chExt cx="4361688" cy="3849624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864A1CD-8D69-DB56-8EE8-23C5D70050A1}"/>
                </a:ext>
              </a:extLst>
            </p:cNvPr>
            <p:cNvSpPr/>
            <p:nvPr/>
          </p:nvSpPr>
          <p:spPr>
            <a:xfrm>
              <a:off x="777240" y="1170432"/>
              <a:ext cx="4361688" cy="347472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89BD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100" b="1">
                  <a:solidFill>
                    <a:srgbClr val="1F78D1"/>
                  </a:solidFill>
                  <a:latin typeface="Avenir Next LT Pro" panose="020B0504020202020204" pitchFamily="34" charset="0"/>
                </a:rPr>
                <a:t>Minimum control stack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52E88AD-ABED-ACB1-29DA-0F7A296AA4F8}"/>
                </a:ext>
              </a:extLst>
            </p:cNvPr>
            <p:cNvSpPr/>
            <p:nvPr/>
          </p:nvSpPr>
          <p:spPr>
            <a:xfrm>
              <a:off x="822960" y="1627632"/>
              <a:ext cx="347472" cy="347472"/>
            </a:xfrm>
            <a:prstGeom prst="roundRect">
              <a:avLst/>
            </a:prstGeom>
            <a:solidFill>
              <a:srgbClr val="081E36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venir Next LT Pro" panose="020B0504020202020204" pitchFamily="34" charset="0"/>
                </a:rPr>
                <a:t>1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72B850EF-EDC1-90C3-A3BF-657B92B115AD}"/>
                </a:ext>
              </a:extLst>
            </p:cNvPr>
            <p:cNvSpPr/>
            <p:nvPr/>
          </p:nvSpPr>
          <p:spPr>
            <a:xfrm>
              <a:off x="1298448" y="1600200"/>
              <a:ext cx="3840480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5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Approved tools only</a:t>
              </a:r>
            </a:p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M365/Copilot or IT-approved agent builders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40D690C-93C2-C6A2-2DFC-3240BD40AE54}"/>
                </a:ext>
              </a:extLst>
            </p:cNvPr>
            <p:cNvSpPr/>
            <p:nvPr/>
          </p:nvSpPr>
          <p:spPr>
            <a:xfrm>
              <a:off x="822960" y="2231136"/>
              <a:ext cx="347472" cy="347472"/>
            </a:xfrm>
            <a:prstGeom prst="roundRect">
              <a:avLst/>
            </a:prstGeom>
            <a:solidFill>
              <a:srgbClr val="081E36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venir Next LT Pro" panose="020B0504020202020204" pitchFamily="34" charset="0"/>
                </a:rPr>
                <a:t>2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BF3E6D61-2197-526A-F177-0813DD159319}"/>
                </a:ext>
              </a:extLst>
            </p:cNvPr>
            <p:cNvSpPr/>
            <p:nvPr/>
          </p:nvSpPr>
          <p:spPr>
            <a:xfrm>
              <a:off x="1298448" y="2203704"/>
              <a:ext cx="3840480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5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Source whitelists</a:t>
              </a:r>
            </a:p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Agents grounded only on approved SharePoint/List folders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B3C1F90-CA5D-2334-FABB-4553A244556B}"/>
                </a:ext>
              </a:extLst>
            </p:cNvPr>
            <p:cNvSpPr/>
            <p:nvPr/>
          </p:nvSpPr>
          <p:spPr>
            <a:xfrm>
              <a:off x="822960" y="2834640"/>
              <a:ext cx="347472" cy="347472"/>
            </a:xfrm>
            <a:prstGeom prst="roundRect">
              <a:avLst/>
            </a:prstGeom>
            <a:solidFill>
              <a:srgbClr val="081E36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venir Next LT Pro" panose="020B0504020202020204" pitchFamily="34" charset="0"/>
                </a:rPr>
                <a:t>3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A91280C-5B51-A51E-3721-09EB2C1DFFC2}"/>
                </a:ext>
              </a:extLst>
            </p:cNvPr>
            <p:cNvSpPr/>
            <p:nvPr/>
          </p:nvSpPr>
          <p:spPr>
            <a:xfrm>
              <a:off x="1298448" y="2807208"/>
              <a:ext cx="3840480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5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Data classification</a:t>
              </a:r>
            </a:p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No sensitive PII in unapproved prompts or public tools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FA4BD38-5640-7CA1-F5F0-C23045066E8B}"/>
                </a:ext>
              </a:extLst>
            </p:cNvPr>
            <p:cNvSpPr/>
            <p:nvPr/>
          </p:nvSpPr>
          <p:spPr>
            <a:xfrm>
              <a:off x="822960" y="3438144"/>
              <a:ext cx="347472" cy="347472"/>
            </a:xfrm>
            <a:prstGeom prst="roundRect">
              <a:avLst/>
            </a:prstGeom>
            <a:solidFill>
              <a:srgbClr val="081E36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venir Next LT Pro" panose="020B0504020202020204" pitchFamily="34" charset="0"/>
                </a:rPr>
                <a:t>4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7EE6D3F6-15CE-81CA-1BDC-1D9D2AB70BA2}"/>
                </a:ext>
              </a:extLst>
            </p:cNvPr>
            <p:cNvSpPr/>
            <p:nvPr/>
          </p:nvSpPr>
          <p:spPr>
            <a:xfrm>
              <a:off x="1298448" y="3410712"/>
              <a:ext cx="3840480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50" b="1" dirty="0">
                  <a:solidFill>
                    <a:srgbClr val="081E36"/>
                  </a:solidFill>
                  <a:latin typeface="Avenir Next LT Pro" panose="020B0504020202020204" pitchFamily="34" charset="0"/>
                </a:rPr>
                <a:t>Prompt packs</a:t>
              </a:r>
            </a:p>
            <a:p>
              <a:pPr algn="l">
                <a:spcAft>
                  <a:spcPts val="100"/>
                </a:spcAft>
              </a:pPr>
              <a:r>
                <a:rPr sz="1050" b="1" dirty="0">
                  <a:solidFill>
                    <a:srgbClr val="081E36"/>
                  </a:solidFill>
                  <a:latin typeface="Avenir Next LT Pro" panose="020B0504020202020204" pitchFamily="34" charset="0"/>
                </a:rPr>
                <a:t>Standard prompts, naming and version control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1622C87F-36DA-75D2-6F2D-D18C6EBBF80F}"/>
                </a:ext>
              </a:extLst>
            </p:cNvPr>
            <p:cNvSpPr/>
            <p:nvPr/>
          </p:nvSpPr>
          <p:spPr>
            <a:xfrm>
              <a:off x="822960" y="4041648"/>
              <a:ext cx="347472" cy="347472"/>
            </a:xfrm>
            <a:prstGeom prst="roundRect">
              <a:avLst/>
            </a:prstGeom>
            <a:solidFill>
              <a:srgbClr val="081E36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venir Next LT Pro" panose="020B0504020202020204" pitchFamily="34" charset="0"/>
                </a:rPr>
                <a:t>5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CF510CF-7327-EDC4-F8DB-FBC503EA7212}"/>
                </a:ext>
              </a:extLst>
            </p:cNvPr>
            <p:cNvSpPr/>
            <p:nvPr/>
          </p:nvSpPr>
          <p:spPr>
            <a:xfrm>
              <a:off x="1298448" y="4014215"/>
              <a:ext cx="3840480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5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Human sign-off</a:t>
              </a:r>
            </a:p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External emails, proposals, reports and certificates remain draft-only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0AD18BBB-1FB5-EECF-16D6-96C89E7D4155}"/>
                </a:ext>
              </a:extLst>
            </p:cNvPr>
            <p:cNvSpPr/>
            <p:nvPr/>
          </p:nvSpPr>
          <p:spPr>
            <a:xfrm>
              <a:off x="822960" y="4645152"/>
              <a:ext cx="347472" cy="347472"/>
            </a:xfrm>
            <a:prstGeom prst="roundRect">
              <a:avLst/>
            </a:prstGeom>
            <a:solidFill>
              <a:srgbClr val="081E36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venir Next LT Pro" panose="020B0504020202020204" pitchFamily="34" charset="0"/>
                </a:rPr>
                <a:t>6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CC60A3EA-46CE-FFBB-035B-1A49AAB14CF2}"/>
                </a:ext>
              </a:extLst>
            </p:cNvPr>
            <p:cNvSpPr/>
            <p:nvPr/>
          </p:nvSpPr>
          <p:spPr>
            <a:xfrm>
              <a:off x="1298448" y="4617720"/>
              <a:ext cx="3840480" cy="40233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5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Monthly audit</a:t>
              </a:r>
            </a:p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Review outputs, errors, drift and unused agents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0B255DD-C988-D6A3-541E-D20FBE946EB4}"/>
              </a:ext>
            </a:extLst>
          </p:cNvPr>
          <p:cNvGrpSpPr/>
          <p:nvPr/>
        </p:nvGrpSpPr>
        <p:grpSpPr>
          <a:xfrm>
            <a:off x="5669279" y="1221998"/>
            <a:ext cx="5303521" cy="4108954"/>
            <a:chOff x="5669279" y="1221998"/>
            <a:chExt cx="5303521" cy="4108954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62F08791-80BF-7C81-00DE-A60EA486E4CF}"/>
                </a:ext>
              </a:extLst>
            </p:cNvPr>
            <p:cNvSpPr/>
            <p:nvPr/>
          </p:nvSpPr>
          <p:spPr>
            <a:xfrm>
              <a:off x="5669280" y="1221998"/>
              <a:ext cx="5257800" cy="295906"/>
            </a:xfrm>
            <a:prstGeom prst="roundRect">
              <a:avLst/>
            </a:prstGeom>
            <a:solidFill>
              <a:srgbClr val="EAFBF1"/>
            </a:solidFill>
            <a:ln w="12700">
              <a:solidFill>
                <a:srgbClr val="72D7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100" b="1">
                  <a:solidFill>
                    <a:srgbClr val="0E8A55"/>
                  </a:solidFill>
                  <a:latin typeface="Avenir Next LT Pro" panose="020B0504020202020204" pitchFamily="34" charset="0"/>
                </a:rPr>
                <a:t>Agent permission boundary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F252697F-BBA8-298F-68BA-75166AC72A33}"/>
                </a:ext>
              </a:extLst>
            </p:cNvPr>
            <p:cNvSpPr/>
            <p:nvPr/>
          </p:nvSpPr>
          <p:spPr>
            <a:xfrm>
              <a:off x="5669280" y="1664208"/>
              <a:ext cx="2514600" cy="2148840"/>
            </a:xfrm>
            <a:prstGeom prst="roundRect">
              <a:avLst/>
            </a:prstGeom>
            <a:solidFill>
              <a:srgbClr val="EAFBF1"/>
            </a:solidFill>
            <a:ln w="12700">
              <a:solidFill>
                <a:srgbClr val="72D7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10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AI can</a:t>
              </a:r>
            </a:p>
            <a:p>
              <a:pPr algn="l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• draft emails and proposals</a:t>
              </a:r>
            </a:p>
            <a:p>
              <a:pPr algn="l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• search approved documents</a:t>
              </a:r>
            </a:p>
            <a:p>
              <a:pPr algn="l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• summarize feedback</a:t>
              </a:r>
            </a:p>
            <a:p>
              <a:pPr algn="l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• flag missing data</a:t>
              </a:r>
            </a:p>
            <a:p>
              <a:pPr algn="l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• suggest next actions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C85E9D6C-9D48-AEE5-A779-8812AD393648}"/>
                </a:ext>
              </a:extLst>
            </p:cNvPr>
            <p:cNvSpPr/>
            <p:nvPr/>
          </p:nvSpPr>
          <p:spPr>
            <a:xfrm>
              <a:off x="8458200" y="1664208"/>
              <a:ext cx="2514600" cy="2148840"/>
            </a:xfrm>
            <a:prstGeom prst="roundRect">
              <a:avLst/>
            </a:prstGeom>
            <a:solidFill>
              <a:srgbClr val="FFF0EF"/>
            </a:solidFill>
            <a:ln w="12700">
              <a:solidFill>
                <a:srgbClr val="EEA09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10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AI cannot</a:t>
              </a:r>
            </a:p>
            <a:p>
              <a:pPr algn="l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• send sensitive comms</a:t>
              </a:r>
            </a:p>
            <a:p>
              <a:pPr algn="l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• approve budget or faculty</a:t>
              </a:r>
            </a:p>
            <a:p>
              <a:pPr algn="l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• change official records</a:t>
              </a:r>
            </a:p>
            <a:p>
              <a:pPr algn="l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• make impact claims</a:t>
              </a:r>
            </a:p>
            <a:p>
              <a:pPr algn="l">
                <a:spcAft>
                  <a:spcPts val="100"/>
                </a:spcAft>
              </a:pPr>
              <a:r>
                <a:rPr sz="1100" b="1">
                  <a:solidFill>
                    <a:srgbClr val="081E36"/>
                  </a:solidFill>
                  <a:latin typeface="Avenir Next LT Pro" panose="020B0504020202020204" pitchFamily="34" charset="0"/>
                </a:rPr>
                <a:t>• decide learner outcomes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613F162E-300E-94D0-3F66-980F9D21958E}"/>
                </a:ext>
              </a:extLst>
            </p:cNvPr>
            <p:cNvSpPr/>
            <p:nvPr/>
          </p:nvSpPr>
          <p:spPr>
            <a:xfrm rot="10800000" flipV="1">
              <a:off x="5669279" y="4233672"/>
              <a:ext cx="5303521" cy="292608"/>
            </a:xfrm>
            <a:prstGeom prst="roundRect">
              <a:avLst/>
            </a:prstGeom>
            <a:solidFill>
              <a:srgbClr val="F4EEFF"/>
            </a:solidFill>
            <a:ln w="12700">
              <a:solidFill>
                <a:srgbClr val="B99A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100" b="1">
                  <a:solidFill>
                    <a:srgbClr val="6F42C1"/>
                  </a:solidFill>
                  <a:latin typeface="Avenir Next LT Pro" panose="020B0504020202020204" pitchFamily="34" charset="0"/>
                </a:rPr>
                <a:t>Operating ownership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1A536BB-DF3C-3865-4E4D-06F3151C1C7E}"/>
                </a:ext>
              </a:extLst>
            </p:cNvPr>
            <p:cNvSpPr/>
            <p:nvPr/>
          </p:nvSpPr>
          <p:spPr>
            <a:xfrm>
              <a:off x="5669280" y="4526280"/>
              <a:ext cx="5303520" cy="80467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100" b="0">
                  <a:solidFill>
                    <a:srgbClr val="081E36"/>
                  </a:solidFill>
                  <a:latin typeface="Avenir Next LT Pro" panose="020B0504020202020204" pitchFamily="34" charset="0"/>
                </a:rPr>
                <a:t>TMTC AI Champion + IT Head maintain the agent catalogue, approve prompts, review access rights and retire unsafe or duplicate agents.</a:t>
              </a:r>
            </a:p>
          </p:txBody>
        </p:sp>
      </p:grp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D17B845-0AD4-9400-E35A-C310620B5D14}"/>
              </a:ext>
            </a:extLst>
          </p:cNvPr>
          <p:cNvSpPr/>
          <p:nvPr/>
        </p:nvSpPr>
        <p:spPr>
          <a:xfrm>
            <a:off x="960120" y="5650992"/>
            <a:ext cx="10241280" cy="457200"/>
          </a:xfrm>
          <a:prstGeom prst="roundRect">
            <a:avLst/>
          </a:prstGeom>
          <a:solidFill>
            <a:srgbClr val="FFF0EF"/>
          </a:solidFill>
          <a:ln w="12700">
            <a:solidFill>
              <a:srgbClr val="EEA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dirty="0">
                <a:solidFill>
                  <a:srgbClr val="C9413A"/>
                </a:solidFill>
                <a:latin typeface="Avenir Next LT Pro" panose="020B0504020202020204" pitchFamily="34" charset="0"/>
              </a:rPr>
              <a:t>Weak point: governance depends on user discipline. Without a platform, handoffs, audit trails and data quality remain uneven.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239211-B2D0-E84B-6E8C-95DBDF5C12DD}"/>
              </a:ext>
            </a:extLst>
          </p:cNvPr>
          <p:cNvSpPr txBox="1"/>
          <p:nvPr/>
        </p:nvSpPr>
        <p:spPr>
          <a:xfrm>
            <a:off x="502920" y="6565392"/>
            <a:ext cx="7315200" cy="15081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500" b="0">
                <a:solidFill>
                  <a:srgbClr val="7A8797"/>
                </a:solidFill>
                <a:latin typeface="Avenir Next LT Pro" panose="020B0504020202020204" pitchFamily="34" charset="0"/>
              </a:rPr>
              <a:t>TMTC AI transformation | Persona journeys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4A690B-C964-B4A7-0ACB-88EE3D8069B3}"/>
              </a:ext>
            </a:extLst>
          </p:cNvPr>
          <p:cNvSpPr txBox="1"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550" b="0">
                <a:solidFill>
                  <a:srgbClr val="7A8797"/>
                </a:solidFill>
                <a:latin typeface="Avenir Next LT Pro" panose="020B05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55319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DC645EA-C4E4-3F3C-209C-BC72B7385EE9}"/>
              </a:ext>
            </a:extLst>
          </p:cNvPr>
          <p:cNvSpPr/>
          <p:nvPr/>
        </p:nvSpPr>
        <p:spPr>
          <a:xfrm>
            <a:off x="330200" y="1253067"/>
            <a:ext cx="10962640" cy="322580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AI-Native: one platform workspace per program</a:t>
            </a:r>
            <a:endParaRPr lang="en-US" sz="2500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Every program is run by a PD + PM + PC execution team with embedded AI agents and governed data.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11880" y="2528316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 w="10160">
            <a:solidFill>
              <a:srgbClr val="0B1F3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Program Workspace</a:t>
            </a:r>
            <a:endParaRPr lang="en-US" sz="1800" dirty="0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1F7FF"/>
          </a:solidFill>
          <a:ln w="10160">
            <a:solidFill>
              <a:srgbClr val="1F6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Demand Hub</a:t>
            </a:r>
            <a:endParaRPr lang="en-US" sz="1250" dirty="0">
              <a:latin typeface="Avenir Next LT Pro" panose="020B05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1F7FF"/>
          </a:solidFill>
          <a:ln w="10160">
            <a:solidFill>
              <a:srgbClr val="1F6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Sponsor Intelligence</a:t>
            </a:r>
            <a:endParaRPr lang="en-US" sz="1250" dirty="0">
              <a:latin typeface="Avenir Next LT Pro" panose="020B05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183880" y="141732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5F3FF"/>
          </a:solidFill>
          <a:ln w="1016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Journey Studio</a:t>
            </a:r>
            <a:endParaRPr lang="en-US" sz="1250" dirty="0">
              <a:latin typeface="Avenir Next LT Pro" panose="020B05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183880" y="251460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FF7ED"/>
          </a:solidFill>
          <a:ln w="10160">
            <a:solidFill>
              <a:srgbClr val="F9731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Execution Workbench</a:t>
            </a:r>
            <a:endParaRPr lang="en-US" sz="1250" dirty="0">
              <a:latin typeface="Avenir Next LT Pro" panose="020B05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70332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ECFEFF"/>
          </a:solidFill>
          <a:ln w="1016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Learner Concierge</a:t>
            </a:r>
            <a:endParaRPr lang="en-US" sz="1250" dirty="0">
              <a:latin typeface="Avenir Next LT Pro" panose="020B05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16552" y="3762757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Delivery Cockpit</a:t>
            </a:r>
            <a:endParaRPr lang="en-US" sz="1250" dirty="0">
              <a:latin typeface="Avenir Next LT Pro" panose="020B05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83880" y="370332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FDF2F8"/>
          </a:solidFill>
          <a:ln w="10160">
            <a:solidFill>
              <a:srgbClr val="DB277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Impact + Alumni Loop</a:t>
            </a:r>
            <a:endParaRPr lang="en-US" sz="1250" dirty="0">
              <a:latin typeface="Avenir Next LT Pro" panose="020B05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82441" y="48949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1F6FEB"/>
          </a:solidFill>
          <a:ln w="10160">
            <a:solidFill>
              <a:srgbClr val="1F6F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PD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73040" y="489204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PM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63640" y="489204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0160">
            <a:solidFill>
              <a:srgbClr val="F9731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PC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86200" y="5532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small execution team + AI agents</a:t>
            </a:r>
            <a:endParaRPr lang="en-US" sz="1150" dirty="0">
              <a:latin typeface="Avenir Next LT Pro" panose="020B05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>
              <a:latin typeface="Avenir Next LT Pro" panose="020B05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>
              <a:latin typeface="Avenir Next LT Pro" panose="020B05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3C3CED6-8356-4D33-D2E1-94EC034D18F8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693921" y="4481747"/>
            <a:ext cx="23707" cy="413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5E8E9E-DE5A-7C5E-4D02-640AE470AE26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5684520" y="4494277"/>
            <a:ext cx="0" cy="397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27B3D00-E482-3774-5E56-FAEED92AD3F2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6675120" y="4478867"/>
            <a:ext cx="0" cy="413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platform turns every program into a structured, learning object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 does not hop across inboxes and files; it moves through one governed program lifecycle.</a:t>
            </a:r>
            <a:endParaRPr lang="en-US" sz="105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F59E345-0811-7633-C027-830E72738A7F}"/>
              </a:ext>
            </a:extLst>
          </p:cNvPr>
          <p:cNvGrpSpPr/>
          <p:nvPr/>
        </p:nvGrpSpPr>
        <p:grpSpPr>
          <a:xfrm>
            <a:off x="502920" y="1352635"/>
            <a:ext cx="11109960" cy="1609344"/>
            <a:chOff x="502920" y="1234440"/>
            <a:chExt cx="11109960" cy="1609344"/>
          </a:xfrm>
        </p:grpSpPr>
        <p:sp>
          <p:nvSpPr>
            <p:cNvPr id="6" name="Text 4"/>
            <p:cNvSpPr/>
            <p:nvPr/>
          </p:nvSpPr>
          <p:spPr>
            <a:xfrm>
              <a:off x="502920" y="1234440"/>
              <a:ext cx="1987906" cy="603504"/>
            </a:xfrm>
            <a:prstGeom prst="roundRect">
              <a:avLst>
                <a:gd name="adj" fmla="val 12121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Demand signal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518258" y="143560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783434" y="1234440"/>
              <a:ext cx="1987906" cy="603504"/>
            </a:xfrm>
            <a:prstGeom prst="roundRect">
              <a:avLst>
                <a:gd name="adj" fmla="val 12121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Sponsor intelligence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798771" y="143560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063947" y="1234440"/>
              <a:ext cx="1987906" cy="603504"/>
            </a:xfrm>
            <a:prstGeom prst="roundRect">
              <a:avLst>
                <a:gd name="adj" fmla="val 12121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Route decision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079285" y="143560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344461" y="1234440"/>
              <a:ext cx="1987906" cy="603504"/>
            </a:xfrm>
            <a:prstGeom prst="roundRect">
              <a:avLst>
                <a:gd name="adj" fmla="val 12121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Program workspace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9359798" y="143560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9624974" y="1234440"/>
              <a:ext cx="1987906" cy="603504"/>
            </a:xfrm>
            <a:prstGeom prst="roundRect">
              <a:avLst>
                <a:gd name="adj" fmla="val 12121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Journey Studio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02920" y="2240280"/>
              <a:ext cx="1987906" cy="603504"/>
            </a:xfrm>
            <a:prstGeom prst="roundRect">
              <a:avLst>
                <a:gd name="adj" fmla="val 12121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Approval gates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518258" y="244144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783434" y="2240280"/>
              <a:ext cx="1987906" cy="603504"/>
            </a:xfrm>
            <a:prstGeom prst="roundRect">
              <a:avLst>
                <a:gd name="adj" fmla="val 12121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Execution workbench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798771" y="244144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063947" y="2240280"/>
              <a:ext cx="1987906" cy="603504"/>
            </a:xfrm>
            <a:prstGeom prst="roundRect">
              <a:avLst>
                <a:gd name="adj" fmla="val 12121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Learner concierge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079285" y="244144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344461" y="2240280"/>
              <a:ext cx="1987906" cy="603504"/>
            </a:xfrm>
            <a:prstGeom prst="roundRect">
              <a:avLst>
                <a:gd name="adj" fmla="val 12121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Delivery cockpit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9359798" y="244144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9624974" y="2240280"/>
              <a:ext cx="1987906" cy="603504"/>
            </a:xfrm>
            <a:prstGeom prst="roundRect">
              <a:avLst>
                <a:gd name="adj" fmla="val 12121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Impact / alumni / renewal</a:t>
              </a:r>
              <a:endParaRPr lang="en-US" sz="12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A6AD35A-38FD-8ACD-6D92-BE513EECC5D8}"/>
              </a:ext>
            </a:extLst>
          </p:cNvPr>
          <p:cNvGrpSpPr/>
          <p:nvPr/>
        </p:nvGrpSpPr>
        <p:grpSpPr>
          <a:xfrm>
            <a:off x="777240" y="3733800"/>
            <a:ext cx="4846320" cy="1965960"/>
            <a:chOff x="777240" y="3429000"/>
            <a:chExt cx="4846320" cy="1965960"/>
          </a:xfrm>
        </p:grpSpPr>
        <p:sp>
          <p:nvSpPr>
            <p:cNvPr id="24" name="Shape 22"/>
            <p:cNvSpPr/>
            <p:nvPr/>
          </p:nvSpPr>
          <p:spPr>
            <a:xfrm>
              <a:off x="777240" y="3429000"/>
              <a:ext cx="4846320" cy="1965960"/>
            </a:xfrm>
            <a:prstGeom prst="roundRect">
              <a:avLst>
                <a:gd name="adj" fmla="val 3721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25" name="Text 23"/>
            <p:cNvSpPr/>
            <p:nvPr/>
          </p:nvSpPr>
          <p:spPr>
            <a:xfrm>
              <a:off x="923544" y="3575304"/>
              <a:ext cx="455371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0B98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What changes operationally</a:t>
              </a:r>
              <a:endParaRPr lang="en-US" sz="16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941832" y="3904488"/>
              <a:ext cx="451713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One workspace per program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PD/PM/PC assigned from the start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AI agents embedded by lifecycle stage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Approvals and decisions logged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Program memory captured automatically</a:t>
              </a:r>
              <a:endParaRPr lang="en-US" sz="12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D67267E-D76D-63C5-E17B-E46C1CA719EA}"/>
              </a:ext>
            </a:extLst>
          </p:cNvPr>
          <p:cNvGrpSpPr/>
          <p:nvPr/>
        </p:nvGrpSpPr>
        <p:grpSpPr>
          <a:xfrm>
            <a:off x="6519672" y="3733800"/>
            <a:ext cx="4846320" cy="1965960"/>
            <a:chOff x="6537960" y="3429000"/>
            <a:chExt cx="4846320" cy="1965960"/>
          </a:xfrm>
        </p:grpSpPr>
        <p:sp>
          <p:nvSpPr>
            <p:cNvPr id="27" name="Shape 25"/>
            <p:cNvSpPr/>
            <p:nvPr/>
          </p:nvSpPr>
          <p:spPr>
            <a:xfrm>
              <a:off x="6537960" y="3429000"/>
              <a:ext cx="4846320" cy="1965960"/>
            </a:xfrm>
            <a:prstGeom prst="roundRect">
              <a:avLst>
                <a:gd name="adj" fmla="val 3721"/>
              </a:avLst>
            </a:prstGeom>
            <a:solidFill>
              <a:srgbClr val="FFFFFF"/>
            </a:solidFill>
            <a:ln w="10160">
              <a:solidFill>
                <a:srgbClr val="0B1F3A"/>
              </a:solidFill>
              <a:prstDash val="solid"/>
            </a:ln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28" name="Text 26"/>
            <p:cNvSpPr/>
            <p:nvPr/>
          </p:nvSpPr>
          <p:spPr>
            <a:xfrm>
              <a:off x="6684264" y="3575304"/>
              <a:ext cx="455371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B1F3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What changes strategically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6702552" y="3904488"/>
              <a:ext cx="4517136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Every program improves the next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Leadership sees portfolio, quality and impact signals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Learner and alumni relationship becomes continuous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Governance becomes system-enforced, not user-dependent</a:t>
              </a:r>
              <a:endParaRPr lang="en-US" sz="1200" dirty="0"/>
            </a:p>
          </p:txBody>
        </p:sp>
      </p:grpSp>
      <p:sp>
        <p:nvSpPr>
          <p:cNvPr id="30" name="Text 28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PD journey on the platform: from sponsor request to impact narrative</a:t>
            </a:r>
            <a:endParaRPr lang="en-US" sz="2500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The PD becomes an account strategist supported by sponsor intelligence, route recommendations and impact evidence.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253070"/>
            <a:ext cx="621792" cy="621792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PD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7592" y="136279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Program Director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678336-A8BC-D270-E3C6-664C964B1295}"/>
              </a:ext>
            </a:extLst>
          </p:cNvPr>
          <p:cNvGrpSpPr/>
          <p:nvPr/>
        </p:nvGrpSpPr>
        <p:grpSpPr>
          <a:xfrm>
            <a:off x="777240" y="2397760"/>
            <a:ext cx="10698480" cy="658368"/>
            <a:chOff x="777240" y="1965960"/>
            <a:chExt cx="10698480" cy="658368"/>
          </a:xfrm>
        </p:grpSpPr>
        <p:sp>
          <p:nvSpPr>
            <p:cNvPr id="8" name="Text 6"/>
            <p:cNvSpPr/>
            <p:nvPr/>
          </p:nvSpPr>
          <p:spPr>
            <a:xfrm>
              <a:off x="777240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1F7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Demand flagged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2704795" y="216712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979115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1F7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Sponsor intelligence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4906670" y="216712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5180990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1F7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Discovery + route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7108546" y="216712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382866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1F7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Design approval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310421" y="216712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F6FEB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0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584741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1F7FF"/>
            </a:solidFill>
            <a:ln w="10160">
              <a:solidFill>
                <a:srgbClr val="1F6FEB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Impact / renewal</a:t>
              </a:r>
              <a:endParaRPr lang="en-US" sz="12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17" name="Shape 15"/>
          <p:cNvSpPr/>
          <p:nvPr/>
        </p:nvSpPr>
        <p:spPr>
          <a:xfrm>
            <a:off x="777240" y="3986111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1F7FF"/>
          </a:solidFill>
          <a:ln w="1016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23544" y="4132415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6FEB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Platform screens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1832" y="4461599"/>
            <a:ext cx="30083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Sponsor Intelligence view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Route Decision screen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Journey Approval screen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Proposal + Budget screen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Impact and Renewal screen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34840" y="3986111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81144" y="4132415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AI does first pass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99432" y="4461599"/>
            <a:ext cx="30083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Retrieves 5-year company history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Finds similar programs and feedback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Suggests discovery questions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Drafts route/design options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Drafts sponsor value narrative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92440" y="3986111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38744" y="4132415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PD decides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57032" y="4461599"/>
            <a:ext cx="30083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Whether the request is the real problem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Custom/Open/Flagship route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Faculty and learning strategy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Sponsor commitments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Credible impact claims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>
              <a:latin typeface="Avenir Next LT Pro" panose="020B05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PM journey on the platform: owning the learning product</a:t>
            </a:r>
            <a:endParaRPr lang="en-US" sz="2500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The PM moves from manual coordination support to journey quality, cohort fit and delivery intelligence.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574799"/>
            <a:ext cx="621792" cy="62179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PM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7592" y="1684527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Program Manager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308639F-A19A-DBAE-84CE-5A2D8F2C2BD5}"/>
              </a:ext>
            </a:extLst>
          </p:cNvPr>
          <p:cNvGrpSpPr/>
          <p:nvPr/>
        </p:nvGrpSpPr>
        <p:grpSpPr>
          <a:xfrm>
            <a:off x="777240" y="2795693"/>
            <a:ext cx="10698480" cy="658368"/>
            <a:chOff x="777240" y="1965960"/>
            <a:chExt cx="10698480" cy="658368"/>
          </a:xfrm>
        </p:grpSpPr>
        <p:sp>
          <p:nvSpPr>
            <p:cNvPr id="8" name="Text 6"/>
            <p:cNvSpPr/>
            <p:nvPr/>
          </p:nvSpPr>
          <p:spPr>
            <a:xfrm>
              <a:off x="777240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5F3FF"/>
            </a:solidFill>
            <a:ln w="10160">
              <a:solidFill>
                <a:srgbClr val="7C3AED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Added to workspace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2704795" y="216712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7C3AED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979115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5F3FF"/>
            </a:solidFill>
            <a:ln w="10160">
              <a:solidFill>
                <a:srgbClr val="7C3AED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Cohort intelligence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4906670" y="216712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7C3AED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5180990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5F3FF"/>
            </a:solidFill>
            <a:ln w="10160">
              <a:solidFill>
                <a:srgbClr val="7C3AED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Journey Studio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7108546" y="216712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7C3AED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382866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5F3FF"/>
            </a:solidFill>
            <a:ln w="10160">
              <a:solidFill>
                <a:srgbClr val="7C3AED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Delivery cockpit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310421" y="216712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7C3AED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584741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5F3FF"/>
            </a:solidFill>
            <a:ln w="10160">
              <a:solidFill>
                <a:srgbClr val="7C3AED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Program memory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17" name="Shape 15"/>
          <p:cNvSpPr/>
          <p:nvPr/>
        </p:nvSpPr>
        <p:spPr>
          <a:xfrm>
            <a:off x="777240" y="4028442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23544" y="4174746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Platform screens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1832" y="4503930"/>
            <a:ext cx="30083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Journey Studio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Content Reuse Library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Cohort Intelligence view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Faculty Brief Builder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Program Memory screen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34840" y="4028442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81144" y="4174746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AI does first pass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99432" y="4503930"/>
            <a:ext cx="30083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Suggests modules, cases and ALPs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Maps cohort profile to readiness gaps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Drafts pre-read and faculty brief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Flags delivery issues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Suggests reuse/improvement notes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92440" y="4028442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38744" y="4174746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PM decides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57032" y="4503930"/>
            <a:ext cx="30083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Whether the journey is coherent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What content is truly reusable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What faculty needs to adapt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Which delivery signal needs action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What becomes future program memory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>
              <a:latin typeface="Avenir Next LT Pro" panose="020B05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>
              <a:latin typeface="Avenir Next LT Pro" panose="020B05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PC journey on the platform: execution control from one workspace</a:t>
            </a:r>
            <a:endParaRPr lang="en-US" sz="2500" dirty="0">
              <a:latin typeface="Avenir Next LT Pro" panose="020B05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The PC no longer stitches together trackers, emails and Forms; the platform orchestrates tasks and exceptions.</a:t>
            </a:r>
            <a:endParaRPr lang="en-US" sz="1050" dirty="0">
              <a:latin typeface="Avenir Next LT Pro" panose="020B05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557865"/>
            <a:ext cx="621792" cy="62179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PC</a:t>
            </a: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07592" y="1667593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Avenir Next LT Pro" panose="020B0504020202020204" pitchFamily="34" charset="0"/>
                <a:ea typeface="Aptos Display" pitchFamily="34" charset="-122"/>
                <a:cs typeface="Aptos Display" pitchFamily="34" charset="-120"/>
              </a:rPr>
              <a:t>Program Coordinator</a:t>
            </a:r>
            <a:endParaRPr lang="en-US" sz="1500" dirty="0">
              <a:latin typeface="Avenir Next LT Pro" panose="020B05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8A78EB5-FB6C-1FB7-FB14-2CA808471222}"/>
              </a:ext>
            </a:extLst>
          </p:cNvPr>
          <p:cNvGrpSpPr/>
          <p:nvPr/>
        </p:nvGrpSpPr>
        <p:grpSpPr>
          <a:xfrm>
            <a:off x="777240" y="2626359"/>
            <a:ext cx="10698480" cy="658368"/>
            <a:chOff x="777240" y="1965960"/>
            <a:chExt cx="10698480" cy="658368"/>
          </a:xfrm>
        </p:grpSpPr>
        <p:sp>
          <p:nvSpPr>
            <p:cNvPr id="8" name="Text 6"/>
            <p:cNvSpPr/>
            <p:nvPr/>
          </p:nvSpPr>
          <p:spPr>
            <a:xfrm>
              <a:off x="777240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Workspace assigned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2704795" y="216712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979115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Execution checklist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4906670" y="216712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5180990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Nominations + logistics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7108546" y="216712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7382866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Live program control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310421" y="2167128"/>
              <a:ext cx="23774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97316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2400" dirty="0">
                <a:latin typeface="Avenir Next LT Pro" panose="020B0504020202020204" pitchFamily="34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584741" y="1965960"/>
              <a:ext cx="1890979" cy="658368"/>
            </a:xfrm>
            <a:prstGeom prst="roundRect">
              <a:avLst>
                <a:gd name="adj" fmla="val 11111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1F3A"/>
                  </a:solidFill>
                  <a:latin typeface="Avenir Next LT Pro" panose="020B0504020202020204" pitchFamily="34" charset="0"/>
                  <a:ea typeface="Aptos" pitchFamily="34" charset="-122"/>
                  <a:cs typeface="Aptos" pitchFamily="34" charset="-120"/>
                </a:rPr>
                <a:t>Report / certificate closure</a:t>
              </a:r>
              <a:endParaRPr lang="en-US" sz="1400" dirty="0">
                <a:latin typeface="Avenir Next LT Pro" panose="020B0504020202020204" pitchFamily="34" charset="0"/>
              </a:endParaRPr>
            </a:p>
          </p:txBody>
        </p:sp>
      </p:grpSp>
      <p:sp>
        <p:nvSpPr>
          <p:cNvPr id="17" name="Shape 15"/>
          <p:cNvSpPr/>
          <p:nvPr/>
        </p:nvSpPr>
        <p:spPr>
          <a:xfrm>
            <a:off x="777240" y="3952245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FF7ED"/>
          </a:solidFill>
          <a:ln w="101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23544" y="4098549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Platform screens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1832" y="4427733"/>
            <a:ext cx="30083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Execution Checklist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Nomination Manager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Participant Logistics view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Faculty Coordination view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Feedback + Certificate Builder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34840" y="3952245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81144" y="4098549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AI does first pass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99432" y="4427733"/>
            <a:ext cx="30083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Tracks missing nominations and fields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Drafts participant and faculty reminders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Creates dossier draft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Summarizes feedback report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Prepares certificate batch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92440" y="3952245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 sz="3200">
              <a:latin typeface="Avenir Next LT Pro" panose="020B05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38744" y="4098549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PC decides</a:t>
            </a:r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57032" y="4427733"/>
            <a:ext cx="30083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Participant/faculty exceptions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Hospitality and on-ground quality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Schedule and facility escalations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Attendance validation</a:t>
            </a:r>
            <a:endParaRPr lang="en-US" sz="1200" dirty="0">
              <a:latin typeface="Avenir Next LT Pro" panose="020B0504020202020204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• Final external communication</a:t>
            </a:r>
            <a:endParaRPr lang="en-US" sz="1200" dirty="0">
              <a:latin typeface="Avenir Next LT Pro" panose="020B05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>
              <a:latin typeface="Avenir Next LT Pro" panose="020B05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venir Next LT Pro" panose="020B0504020202020204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>
              <a:latin typeface="Avenir Next LT Pro" panose="020B05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3B3320-1A73-1B69-7333-A6275F406DDE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1A987-3360-1085-3740-A5C72D402521}"/>
              </a:ext>
            </a:extLst>
          </p:cNvPr>
          <p:cNvSpPr txBox="1"/>
          <p:nvPr/>
        </p:nvSpPr>
        <p:spPr>
          <a:xfrm>
            <a:off x="502920" y="402336"/>
            <a:ext cx="10424160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2400" b="1" dirty="0">
                <a:solidFill>
                  <a:srgbClr val="081E36"/>
                </a:solidFill>
                <a:latin typeface="Aptos"/>
              </a:rPr>
              <a:t>The Program Workspace becomes the core data object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8ED3BD-9652-442D-AF14-2FFAB2DEBB14}"/>
              </a:ext>
            </a:extLst>
          </p:cNvPr>
          <p:cNvSpPr txBox="1"/>
          <p:nvPr/>
        </p:nvSpPr>
        <p:spPr>
          <a:xfrm>
            <a:off x="530352" y="859536"/>
            <a:ext cx="10607040" cy="28931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1400" b="0" dirty="0">
                <a:solidFill>
                  <a:srgbClr val="596778"/>
                </a:solidFill>
                <a:latin typeface="Aptos"/>
              </a:rPr>
              <a:t>Instead of scattered files, every program has one structured workspace that writes back to reusable TMTC memory.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2ED374A-C7C3-A816-8EBB-4AF794804DC1}"/>
              </a:ext>
            </a:extLst>
          </p:cNvPr>
          <p:cNvGrpSpPr/>
          <p:nvPr/>
        </p:nvGrpSpPr>
        <p:grpSpPr>
          <a:xfrm>
            <a:off x="731520" y="1202150"/>
            <a:ext cx="5760720" cy="3973354"/>
            <a:chOff x="731520" y="1202150"/>
            <a:chExt cx="5760720" cy="3973354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2ECE804-7279-4A43-212E-1FE0F116315C}"/>
                </a:ext>
              </a:extLst>
            </p:cNvPr>
            <p:cNvSpPr/>
            <p:nvPr/>
          </p:nvSpPr>
          <p:spPr>
            <a:xfrm>
              <a:off x="777240" y="1202150"/>
              <a:ext cx="5715000" cy="315754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89BD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100" b="1" dirty="0">
                  <a:solidFill>
                    <a:srgbClr val="1F78D1"/>
                  </a:solidFill>
                  <a:latin typeface="Aptos"/>
                </a:rPr>
                <a:t>Single program data model</a:t>
              </a:r>
            </a:p>
          </p:txBody>
        </p:sp>
        <p:cxnSp>
          <p:nvCxnSpPr>
            <p:cNvPr id="7" name="Connector 6">
              <a:extLst>
                <a:ext uri="{FF2B5EF4-FFF2-40B4-BE49-F238E27FC236}">
                  <a16:creationId xmlns:a16="http://schemas.microsoft.com/office/drawing/2014/main" id="{4E1C7CEF-AEE0-BC61-8045-E6501D5CF88F}"/>
                </a:ext>
              </a:extLst>
            </p:cNvPr>
            <p:cNvCxnSpPr/>
            <p:nvPr/>
          </p:nvCxnSpPr>
          <p:spPr>
            <a:xfrm>
              <a:off x="1508760" y="1947672"/>
              <a:ext cx="2103120" cy="1453896"/>
            </a:xfrm>
            <a:prstGeom prst="line">
              <a:avLst/>
            </a:prstGeom>
            <a:ln w="10160">
              <a:solidFill>
                <a:srgbClr val="596778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>
              <a:extLst>
                <a:ext uri="{FF2B5EF4-FFF2-40B4-BE49-F238E27FC236}">
                  <a16:creationId xmlns:a16="http://schemas.microsoft.com/office/drawing/2014/main" id="{809254CB-DEB7-48A8-2180-29030EB2FE15}"/>
                </a:ext>
              </a:extLst>
            </p:cNvPr>
            <p:cNvCxnSpPr/>
            <p:nvPr/>
          </p:nvCxnSpPr>
          <p:spPr>
            <a:xfrm>
              <a:off x="3611880" y="1947672"/>
              <a:ext cx="0" cy="1453896"/>
            </a:xfrm>
            <a:prstGeom prst="line">
              <a:avLst/>
            </a:prstGeom>
            <a:ln w="10160">
              <a:solidFill>
                <a:srgbClr val="596778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>
              <a:extLst>
                <a:ext uri="{FF2B5EF4-FFF2-40B4-BE49-F238E27FC236}">
                  <a16:creationId xmlns:a16="http://schemas.microsoft.com/office/drawing/2014/main" id="{93E4AF83-5911-3C28-7EDC-B89833103434}"/>
                </a:ext>
              </a:extLst>
            </p:cNvPr>
            <p:cNvCxnSpPr/>
            <p:nvPr/>
          </p:nvCxnSpPr>
          <p:spPr>
            <a:xfrm flipH="1">
              <a:off x="3611880" y="1947672"/>
              <a:ext cx="2103120" cy="1453896"/>
            </a:xfrm>
            <a:prstGeom prst="line">
              <a:avLst/>
            </a:prstGeom>
            <a:ln w="10160">
              <a:solidFill>
                <a:srgbClr val="596778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>
              <a:extLst>
                <a:ext uri="{FF2B5EF4-FFF2-40B4-BE49-F238E27FC236}">
                  <a16:creationId xmlns:a16="http://schemas.microsoft.com/office/drawing/2014/main" id="{C85F7553-5EC5-82DA-492B-DC9ED4E872EE}"/>
                </a:ext>
              </a:extLst>
            </p:cNvPr>
            <p:cNvCxnSpPr/>
            <p:nvPr/>
          </p:nvCxnSpPr>
          <p:spPr>
            <a:xfrm flipV="1">
              <a:off x="1508760" y="3401568"/>
              <a:ext cx="2103120" cy="27432"/>
            </a:xfrm>
            <a:prstGeom prst="line">
              <a:avLst/>
            </a:prstGeom>
            <a:ln w="10160">
              <a:solidFill>
                <a:srgbClr val="596778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>
              <a:extLst>
                <a:ext uri="{FF2B5EF4-FFF2-40B4-BE49-F238E27FC236}">
                  <a16:creationId xmlns:a16="http://schemas.microsoft.com/office/drawing/2014/main" id="{880777D3-D3CD-9086-7B6A-682C511205E5}"/>
                </a:ext>
              </a:extLst>
            </p:cNvPr>
            <p:cNvCxnSpPr/>
            <p:nvPr/>
          </p:nvCxnSpPr>
          <p:spPr>
            <a:xfrm flipH="1" flipV="1">
              <a:off x="3611880" y="3401568"/>
              <a:ext cx="2103120" cy="27432"/>
            </a:xfrm>
            <a:prstGeom prst="line">
              <a:avLst/>
            </a:prstGeom>
            <a:ln w="10160">
              <a:solidFill>
                <a:srgbClr val="596778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>
              <a:extLst>
                <a:ext uri="{FF2B5EF4-FFF2-40B4-BE49-F238E27FC236}">
                  <a16:creationId xmlns:a16="http://schemas.microsoft.com/office/drawing/2014/main" id="{1E0CB920-3516-6CF7-0F7F-1F63AF6D3DDB}"/>
                </a:ext>
              </a:extLst>
            </p:cNvPr>
            <p:cNvCxnSpPr/>
            <p:nvPr/>
          </p:nvCxnSpPr>
          <p:spPr>
            <a:xfrm flipV="1">
              <a:off x="1508760" y="3401568"/>
              <a:ext cx="2103120" cy="1508760"/>
            </a:xfrm>
            <a:prstGeom prst="line">
              <a:avLst/>
            </a:prstGeom>
            <a:ln w="10160">
              <a:solidFill>
                <a:srgbClr val="596778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>
              <a:extLst>
                <a:ext uri="{FF2B5EF4-FFF2-40B4-BE49-F238E27FC236}">
                  <a16:creationId xmlns:a16="http://schemas.microsoft.com/office/drawing/2014/main" id="{0EFA7298-60F0-B202-D7D2-F9EFD2C9CAFD}"/>
                </a:ext>
              </a:extLst>
            </p:cNvPr>
            <p:cNvCxnSpPr/>
            <p:nvPr/>
          </p:nvCxnSpPr>
          <p:spPr>
            <a:xfrm flipV="1">
              <a:off x="3611880" y="3401568"/>
              <a:ext cx="0" cy="1508760"/>
            </a:xfrm>
            <a:prstGeom prst="line">
              <a:avLst/>
            </a:prstGeom>
            <a:ln w="10160">
              <a:solidFill>
                <a:srgbClr val="596778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>
              <a:extLst>
                <a:ext uri="{FF2B5EF4-FFF2-40B4-BE49-F238E27FC236}">
                  <a16:creationId xmlns:a16="http://schemas.microsoft.com/office/drawing/2014/main" id="{E3732F16-207F-1DE0-ED3B-7173D6F01E72}"/>
                </a:ext>
              </a:extLst>
            </p:cNvPr>
            <p:cNvCxnSpPr/>
            <p:nvPr/>
          </p:nvCxnSpPr>
          <p:spPr>
            <a:xfrm flipH="1" flipV="1">
              <a:off x="3611880" y="3401568"/>
              <a:ext cx="2103120" cy="1508760"/>
            </a:xfrm>
            <a:prstGeom prst="line">
              <a:avLst/>
            </a:prstGeom>
            <a:ln w="10160">
              <a:solidFill>
                <a:srgbClr val="596778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534A643-1F35-8EA3-5D85-F4DBEB31A96A}"/>
                </a:ext>
              </a:extLst>
            </p:cNvPr>
            <p:cNvSpPr/>
            <p:nvPr/>
          </p:nvSpPr>
          <p:spPr>
            <a:xfrm>
              <a:off x="731520" y="1682496"/>
              <a:ext cx="1554480" cy="530352"/>
            </a:xfrm>
            <a:prstGeom prst="roundRect">
              <a:avLst/>
            </a:prstGeom>
            <a:solidFill>
              <a:srgbClr val="EAFBF1"/>
            </a:solidFill>
            <a:ln w="12700">
              <a:solidFill>
                <a:srgbClr val="72D7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050" b="1">
                  <a:solidFill>
                    <a:srgbClr val="081E36"/>
                  </a:solidFill>
                  <a:latin typeface="Aptos"/>
                </a:rPr>
                <a:t>Sponsor / company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3CB3DAE9-2616-4F04-CB4C-E4ADD7A70F70}"/>
                </a:ext>
              </a:extLst>
            </p:cNvPr>
            <p:cNvSpPr/>
            <p:nvPr/>
          </p:nvSpPr>
          <p:spPr>
            <a:xfrm>
              <a:off x="2834640" y="1682496"/>
              <a:ext cx="1554480" cy="530352"/>
            </a:xfrm>
            <a:prstGeom prst="roundRect">
              <a:avLst/>
            </a:prstGeom>
            <a:solidFill>
              <a:srgbClr val="F4EEFF"/>
            </a:solidFill>
            <a:ln w="12700">
              <a:solidFill>
                <a:srgbClr val="B99A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050" b="1">
                  <a:solidFill>
                    <a:srgbClr val="081E36"/>
                  </a:solidFill>
                  <a:latin typeface="Aptos"/>
                </a:rPr>
                <a:t>Program team</a:t>
              </a:r>
            </a:p>
            <a:p>
              <a:pPr algn="ctr">
                <a:spcAft>
                  <a:spcPts val="100"/>
                </a:spcAft>
              </a:pPr>
              <a:r>
                <a:rPr sz="1050" b="1">
                  <a:solidFill>
                    <a:srgbClr val="081E36"/>
                  </a:solidFill>
                  <a:latin typeface="Aptos"/>
                </a:rPr>
                <a:t>PD + PM + PC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03D21675-3737-CE2B-31CC-E249F61D388B}"/>
                </a:ext>
              </a:extLst>
            </p:cNvPr>
            <p:cNvSpPr/>
            <p:nvPr/>
          </p:nvSpPr>
          <p:spPr>
            <a:xfrm>
              <a:off x="4937760" y="1682496"/>
              <a:ext cx="1554480" cy="530352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89BD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050" b="1">
                  <a:solidFill>
                    <a:srgbClr val="081E36"/>
                  </a:solidFill>
                  <a:latin typeface="Aptos"/>
                </a:rPr>
                <a:t>Learner / cohort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499B1BF5-737F-61B9-8D9A-219152327237}"/>
                </a:ext>
              </a:extLst>
            </p:cNvPr>
            <p:cNvSpPr/>
            <p:nvPr/>
          </p:nvSpPr>
          <p:spPr>
            <a:xfrm>
              <a:off x="731520" y="3163824"/>
              <a:ext cx="1554480" cy="530352"/>
            </a:xfrm>
            <a:prstGeom prst="roundRect">
              <a:avLst/>
            </a:prstGeom>
            <a:solidFill>
              <a:srgbClr val="F4EEFF"/>
            </a:solidFill>
            <a:ln w="12700">
              <a:solidFill>
                <a:srgbClr val="B99A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050" b="1">
                  <a:solidFill>
                    <a:srgbClr val="081E36"/>
                  </a:solidFill>
                  <a:latin typeface="Aptos"/>
                </a:rPr>
                <a:t>Content assets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8B96A67C-B6CE-E60B-30D3-DAD21AED4B77}"/>
                </a:ext>
              </a:extLst>
            </p:cNvPr>
            <p:cNvSpPr/>
            <p:nvPr/>
          </p:nvSpPr>
          <p:spPr>
            <a:xfrm>
              <a:off x="4937760" y="3163824"/>
              <a:ext cx="1554480" cy="530352"/>
            </a:xfrm>
            <a:prstGeom prst="roundRect">
              <a:avLst/>
            </a:prstGeom>
            <a:solidFill>
              <a:srgbClr val="FFF1E5"/>
            </a:solidFill>
            <a:ln w="12700">
              <a:solidFill>
                <a:srgbClr val="F9B6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050" b="1">
                  <a:solidFill>
                    <a:srgbClr val="081E36"/>
                  </a:solidFill>
                  <a:latin typeface="Aptos"/>
                </a:rPr>
                <a:t>Faculty / vendor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A052CD18-0CE4-9302-813C-0FF9FD400DB4}"/>
                </a:ext>
              </a:extLst>
            </p:cNvPr>
            <p:cNvSpPr/>
            <p:nvPr/>
          </p:nvSpPr>
          <p:spPr>
            <a:xfrm>
              <a:off x="731520" y="4645152"/>
              <a:ext cx="1554480" cy="530352"/>
            </a:xfrm>
            <a:prstGeom prst="roundRect">
              <a:avLst/>
            </a:prstGeom>
            <a:solidFill>
              <a:srgbClr val="FFF1E5"/>
            </a:solidFill>
            <a:ln w="12700">
              <a:solidFill>
                <a:srgbClr val="F9B6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050" b="1">
                  <a:solidFill>
                    <a:srgbClr val="081E36"/>
                  </a:solidFill>
                  <a:latin typeface="Aptos"/>
                </a:rPr>
                <a:t>Delivery signals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DD49C231-847F-6F1C-D3D7-722E0FC53721}"/>
                </a:ext>
              </a:extLst>
            </p:cNvPr>
            <p:cNvSpPr/>
            <p:nvPr/>
          </p:nvSpPr>
          <p:spPr>
            <a:xfrm>
              <a:off x="2834640" y="4645152"/>
              <a:ext cx="1554480" cy="530352"/>
            </a:xfrm>
            <a:prstGeom prst="roundRect">
              <a:avLst/>
            </a:prstGeom>
            <a:solidFill>
              <a:srgbClr val="EAFBF1"/>
            </a:solidFill>
            <a:ln w="12700">
              <a:solidFill>
                <a:srgbClr val="72D7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050" b="1">
                  <a:solidFill>
                    <a:srgbClr val="081E36"/>
                  </a:solidFill>
                  <a:latin typeface="Aptos"/>
                </a:rPr>
                <a:t>Feedback / impact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3D060B6F-65BD-D3B7-C729-086052E767EA}"/>
                </a:ext>
              </a:extLst>
            </p:cNvPr>
            <p:cNvSpPr/>
            <p:nvPr/>
          </p:nvSpPr>
          <p:spPr>
            <a:xfrm>
              <a:off x="4937760" y="4645152"/>
              <a:ext cx="1554480" cy="530352"/>
            </a:xfrm>
            <a:prstGeom prst="roundRect">
              <a:avLst/>
            </a:prstGeom>
            <a:solidFill>
              <a:srgbClr val="EAFBF1"/>
            </a:solidFill>
            <a:ln w="12700">
              <a:solidFill>
                <a:srgbClr val="72D7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050" b="1">
                  <a:solidFill>
                    <a:srgbClr val="081E36"/>
                  </a:solidFill>
                  <a:latin typeface="Aptos"/>
                </a:rPr>
                <a:t>Alumni / renewal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EC154AD-CA29-7809-8358-BDB3D2E73477}"/>
                </a:ext>
              </a:extLst>
            </p:cNvPr>
            <p:cNvSpPr/>
            <p:nvPr/>
          </p:nvSpPr>
          <p:spPr>
            <a:xfrm>
              <a:off x="2697480" y="2990088"/>
              <a:ext cx="1828800" cy="822960"/>
            </a:xfrm>
            <a:prstGeom prst="roundRect">
              <a:avLst/>
            </a:prstGeom>
            <a:solidFill>
              <a:srgbClr val="081E36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Aptos"/>
                </a:rPr>
                <a:t>Program Workspace</a:t>
              </a:r>
            </a:p>
            <a:p>
              <a:pPr algn="ctr">
                <a:spcAft>
                  <a:spcPts val="100"/>
                </a:spcAft>
              </a:pPr>
              <a:r>
                <a:rPr sz="1200" b="1">
                  <a:solidFill>
                    <a:srgbClr val="FFFFFF"/>
                  </a:solidFill>
                  <a:latin typeface="Aptos"/>
                </a:rPr>
                <a:t>core record + memory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5F1F05B-1E03-066D-088B-9F3B52BE0EB3}"/>
              </a:ext>
            </a:extLst>
          </p:cNvPr>
          <p:cNvGrpSpPr/>
          <p:nvPr/>
        </p:nvGrpSpPr>
        <p:grpSpPr>
          <a:xfrm>
            <a:off x="7543800" y="1417320"/>
            <a:ext cx="3703320" cy="3096071"/>
            <a:chOff x="7543800" y="1417320"/>
            <a:chExt cx="3703320" cy="3096071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E516B99D-88CF-C885-E15E-662733AE9097}"/>
                </a:ext>
              </a:extLst>
            </p:cNvPr>
            <p:cNvSpPr/>
            <p:nvPr/>
          </p:nvSpPr>
          <p:spPr>
            <a:xfrm>
              <a:off x="7543800" y="1417320"/>
              <a:ext cx="3593592" cy="310896"/>
            </a:xfrm>
            <a:prstGeom prst="roundRect">
              <a:avLst/>
            </a:prstGeom>
            <a:solidFill>
              <a:srgbClr val="EAFBF1"/>
            </a:solidFill>
            <a:ln w="12700">
              <a:solidFill>
                <a:srgbClr val="72D7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200" b="1" dirty="0">
                  <a:solidFill>
                    <a:srgbClr val="0E8A55"/>
                  </a:solidFill>
                  <a:latin typeface="Aptos"/>
                </a:rPr>
                <a:t>What gets written back automatically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1686423-5F94-86AD-DA48-07B6C4278106}"/>
                </a:ext>
              </a:extLst>
            </p:cNvPr>
            <p:cNvSpPr txBox="1"/>
            <p:nvPr/>
          </p:nvSpPr>
          <p:spPr>
            <a:xfrm>
              <a:off x="7635240" y="1965960"/>
              <a:ext cx="914400" cy="243143"/>
            </a:xfrm>
            <a:prstGeom prst="rect">
              <a:avLst/>
            </a:prstGeom>
            <a:noFill/>
          </p:spPr>
          <p:txBody>
            <a:bodyPr wrap="square" lIns="73152" tIns="36576" rIns="73152" bIns="36576" anchor="t">
              <a:spAutoFit/>
            </a:bodyPr>
            <a:lstStyle/>
            <a:p>
              <a:r>
                <a:rPr sz="1100" b="1">
                  <a:solidFill>
                    <a:srgbClr val="0E8A55"/>
                  </a:solidFill>
                  <a:latin typeface="Aptos"/>
                </a:rPr>
                <a:t>Intake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E1F5800-DD2D-5229-8E9B-E9BBC709073A}"/>
                </a:ext>
              </a:extLst>
            </p:cNvPr>
            <p:cNvSpPr txBox="1"/>
            <p:nvPr/>
          </p:nvSpPr>
          <p:spPr>
            <a:xfrm>
              <a:off x="8503920" y="1965960"/>
              <a:ext cx="2743200" cy="243143"/>
            </a:xfrm>
            <a:prstGeom prst="rect">
              <a:avLst/>
            </a:prstGeom>
            <a:noFill/>
          </p:spPr>
          <p:txBody>
            <a:bodyPr wrap="square" lIns="73152" tIns="36576" rIns="73152" bIns="36576" anchor="t">
              <a:spAutoFit/>
            </a:bodyPr>
            <a:lstStyle/>
            <a:p>
              <a:r>
                <a:rPr sz="1100" b="0">
                  <a:solidFill>
                    <a:srgbClr val="081E36"/>
                  </a:solidFill>
                  <a:latin typeface="Aptos"/>
                </a:rPr>
                <a:t>sponsor brief + route decision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6DE3A9-BDF7-8EBC-BF69-371B2DAAD7C9}"/>
                </a:ext>
              </a:extLst>
            </p:cNvPr>
            <p:cNvSpPr txBox="1"/>
            <p:nvPr/>
          </p:nvSpPr>
          <p:spPr>
            <a:xfrm>
              <a:off x="7635240" y="2542032"/>
              <a:ext cx="914400" cy="243143"/>
            </a:xfrm>
            <a:prstGeom prst="rect">
              <a:avLst/>
            </a:prstGeom>
            <a:noFill/>
          </p:spPr>
          <p:txBody>
            <a:bodyPr wrap="square" lIns="73152" tIns="36576" rIns="73152" bIns="36576" anchor="t">
              <a:spAutoFit/>
            </a:bodyPr>
            <a:lstStyle/>
            <a:p>
              <a:r>
                <a:rPr sz="1100" b="1">
                  <a:solidFill>
                    <a:srgbClr val="0E8A55"/>
                  </a:solidFill>
                  <a:latin typeface="Aptos"/>
                </a:rPr>
                <a:t>Design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B08E46E-7E9F-391E-4B7D-CCA8201874BE}"/>
                </a:ext>
              </a:extLst>
            </p:cNvPr>
            <p:cNvSpPr txBox="1"/>
            <p:nvPr/>
          </p:nvSpPr>
          <p:spPr>
            <a:xfrm>
              <a:off x="8503920" y="2542032"/>
              <a:ext cx="2743200" cy="412421"/>
            </a:xfrm>
            <a:prstGeom prst="rect">
              <a:avLst/>
            </a:prstGeom>
            <a:noFill/>
          </p:spPr>
          <p:txBody>
            <a:bodyPr wrap="square" lIns="73152" tIns="36576" rIns="73152" bIns="36576" anchor="t">
              <a:spAutoFit/>
            </a:bodyPr>
            <a:lstStyle/>
            <a:p>
              <a:r>
                <a:rPr sz="1100" b="0">
                  <a:solidFill>
                    <a:srgbClr val="081E36"/>
                  </a:solidFill>
                  <a:latin typeface="Aptos"/>
                </a:rPr>
                <a:t>objectives + modules + faculty + measurement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BD15DFB-72E1-39B3-9D6F-0A9862AD0DE8}"/>
                </a:ext>
              </a:extLst>
            </p:cNvPr>
            <p:cNvSpPr txBox="1"/>
            <p:nvPr/>
          </p:nvSpPr>
          <p:spPr>
            <a:xfrm>
              <a:off x="7635240" y="3118104"/>
              <a:ext cx="914400" cy="243143"/>
            </a:xfrm>
            <a:prstGeom prst="rect">
              <a:avLst/>
            </a:prstGeom>
            <a:noFill/>
          </p:spPr>
          <p:txBody>
            <a:bodyPr wrap="square" lIns="73152" tIns="36576" rIns="73152" bIns="36576" anchor="t">
              <a:spAutoFit/>
            </a:bodyPr>
            <a:lstStyle/>
            <a:p>
              <a:r>
                <a:rPr sz="1100" b="1">
                  <a:solidFill>
                    <a:srgbClr val="0E8A55"/>
                  </a:solidFill>
                  <a:latin typeface="Aptos"/>
                </a:rPr>
                <a:t>Execution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A372A0E-725F-5CE3-AF27-0C60D9F9D14A}"/>
                </a:ext>
              </a:extLst>
            </p:cNvPr>
            <p:cNvSpPr txBox="1"/>
            <p:nvPr/>
          </p:nvSpPr>
          <p:spPr>
            <a:xfrm>
              <a:off x="8503920" y="3118104"/>
              <a:ext cx="2743200" cy="412421"/>
            </a:xfrm>
            <a:prstGeom prst="rect">
              <a:avLst/>
            </a:prstGeom>
            <a:noFill/>
          </p:spPr>
          <p:txBody>
            <a:bodyPr wrap="square" lIns="73152" tIns="36576" rIns="73152" bIns="36576" anchor="t">
              <a:spAutoFit/>
            </a:bodyPr>
            <a:lstStyle/>
            <a:p>
              <a:r>
                <a:rPr sz="1100" b="0">
                  <a:solidFill>
                    <a:srgbClr val="081E36"/>
                  </a:solidFill>
                  <a:latin typeface="Aptos"/>
                </a:rPr>
                <a:t>nominations + logistics + attendance + issues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E78B4C1-7D64-7C56-782F-E5F8AC846812}"/>
                </a:ext>
              </a:extLst>
            </p:cNvPr>
            <p:cNvSpPr txBox="1"/>
            <p:nvPr/>
          </p:nvSpPr>
          <p:spPr>
            <a:xfrm>
              <a:off x="7635240" y="3694176"/>
              <a:ext cx="914400" cy="243143"/>
            </a:xfrm>
            <a:prstGeom prst="rect">
              <a:avLst/>
            </a:prstGeom>
            <a:noFill/>
          </p:spPr>
          <p:txBody>
            <a:bodyPr wrap="square" lIns="73152" tIns="36576" rIns="73152" bIns="36576" anchor="t">
              <a:spAutoFit/>
            </a:bodyPr>
            <a:lstStyle/>
            <a:p>
              <a:r>
                <a:rPr sz="1100" b="1">
                  <a:solidFill>
                    <a:srgbClr val="0E8A55"/>
                  </a:solidFill>
                  <a:latin typeface="Aptos"/>
                </a:rPr>
                <a:t>Closure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7FFBBD6-DFD2-93D9-4023-E65F05A3F978}"/>
                </a:ext>
              </a:extLst>
            </p:cNvPr>
            <p:cNvSpPr txBox="1"/>
            <p:nvPr/>
          </p:nvSpPr>
          <p:spPr>
            <a:xfrm>
              <a:off x="8503920" y="3694176"/>
              <a:ext cx="2743200" cy="243143"/>
            </a:xfrm>
            <a:prstGeom prst="rect">
              <a:avLst/>
            </a:prstGeom>
            <a:noFill/>
          </p:spPr>
          <p:txBody>
            <a:bodyPr wrap="square" lIns="73152" tIns="36576" rIns="73152" bIns="36576" anchor="t">
              <a:spAutoFit/>
            </a:bodyPr>
            <a:lstStyle/>
            <a:p>
              <a:r>
                <a:rPr sz="1100" b="0">
                  <a:solidFill>
                    <a:srgbClr val="081E36"/>
                  </a:solidFill>
                  <a:latin typeface="Aptos"/>
                </a:rPr>
                <a:t>feedback + impact evidence + lessons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57957CD-29F6-DAB9-933A-8AE03603CB91}"/>
                </a:ext>
              </a:extLst>
            </p:cNvPr>
            <p:cNvSpPr txBox="1"/>
            <p:nvPr/>
          </p:nvSpPr>
          <p:spPr>
            <a:xfrm>
              <a:off x="7635240" y="4270248"/>
              <a:ext cx="914400" cy="243143"/>
            </a:xfrm>
            <a:prstGeom prst="rect">
              <a:avLst/>
            </a:prstGeom>
            <a:noFill/>
          </p:spPr>
          <p:txBody>
            <a:bodyPr wrap="square" lIns="73152" tIns="36576" rIns="73152" bIns="36576" anchor="t">
              <a:spAutoFit/>
            </a:bodyPr>
            <a:lstStyle/>
            <a:p>
              <a:r>
                <a:rPr sz="1100" b="1">
                  <a:solidFill>
                    <a:srgbClr val="0E8A55"/>
                  </a:solidFill>
                  <a:latin typeface="Aptos"/>
                </a:rPr>
                <a:t>Alumni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C7D9149-0656-345E-E1F2-DA3674E6B943}"/>
                </a:ext>
              </a:extLst>
            </p:cNvPr>
            <p:cNvSpPr txBox="1"/>
            <p:nvPr/>
          </p:nvSpPr>
          <p:spPr>
            <a:xfrm>
              <a:off x="8503920" y="4270248"/>
              <a:ext cx="2743200" cy="243143"/>
            </a:xfrm>
            <a:prstGeom prst="rect">
              <a:avLst/>
            </a:prstGeom>
            <a:noFill/>
          </p:spPr>
          <p:txBody>
            <a:bodyPr wrap="square" lIns="73152" tIns="36576" rIns="73152" bIns="36576" anchor="t">
              <a:spAutoFit/>
            </a:bodyPr>
            <a:lstStyle/>
            <a:p>
              <a:r>
                <a:rPr sz="1100" b="0">
                  <a:solidFill>
                    <a:srgbClr val="081E36"/>
                  </a:solidFill>
                  <a:latin typeface="Aptos"/>
                </a:rPr>
                <a:t>profile updates + next-best learning</a:t>
              </a:r>
            </a:p>
          </p:txBody>
        </p:sp>
      </p:grp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0005E86-5B84-18C6-3AB1-027E1F4ABA28}"/>
              </a:ext>
            </a:extLst>
          </p:cNvPr>
          <p:cNvSpPr/>
          <p:nvPr/>
        </p:nvSpPr>
        <p:spPr>
          <a:xfrm>
            <a:off x="7269480" y="4956048"/>
            <a:ext cx="4069080" cy="6400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3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400" b="1">
                <a:solidFill>
                  <a:srgbClr val="081E36"/>
                </a:solidFill>
                <a:latin typeface="Aptos"/>
              </a:rPr>
              <a:t>Data contract with LMS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081E36"/>
                </a:solidFill>
                <a:latin typeface="Aptos"/>
              </a:rPr>
              <a:t>Program IDs, learner IDs, completion, feedback and material access should sync through stable identifiers.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2E934E5-DF24-7835-1CAB-A5928E19992F}"/>
              </a:ext>
            </a:extLst>
          </p:cNvPr>
          <p:cNvSpPr/>
          <p:nvPr/>
        </p:nvSpPr>
        <p:spPr>
          <a:xfrm>
            <a:off x="960120" y="5742432"/>
            <a:ext cx="10241280" cy="457200"/>
          </a:xfrm>
          <a:prstGeom prst="roundRect">
            <a:avLst/>
          </a:prstGeom>
          <a:solidFill>
            <a:srgbClr val="081E36"/>
          </a:solidFill>
          <a:ln w="12700">
            <a:solidFill>
              <a:srgbClr val="08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Key change: every program leaves behind a governed memory pack that improves future discovery, design, delivery and renewal.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96CF2E-CF45-6BC2-A483-930BC442D196}"/>
              </a:ext>
            </a:extLst>
          </p:cNvPr>
          <p:cNvSpPr txBox="1"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500" b="0">
                <a:solidFill>
                  <a:srgbClr val="7A8797"/>
                </a:solidFill>
                <a:latin typeface="Aptos"/>
              </a:rPr>
              <a:t>TMTC AI transformation | Persona journeys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57F7BB-B48E-D3C0-FF10-C9192D8E1F09}"/>
              </a:ext>
            </a:extLst>
          </p:cNvPr>
          <p:cNvSpPr txBox="1"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550" b="0">
                <a:solidFill>
                  <a:srgbClr val="7A8797"/>
                </a:solidFill>
                <a:latin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43323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E32B16-2A6E-0C31-8DCD-B3EBF50DDD30}"/>
              </a:ext>
            </a:extLst>
          </p:cNvPr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8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45522-B255-BBCA-C6E6-27901A9E8D8C}"/>
              </a:ext>
            </a:extLst>
          </p:cNvPr>
          <p:cNvSpPr txBox="1"/>
          <p:nvPr/>
        </p:nvSpPr>
        <p:spPr>
          <a:xfrm>
            <a:off x="502920" y="402336"/>
            <a:ext cx="10424160" cy="50475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2800" b="1" dirty="0">
                <a:solidFill>
                  <a:srgbClr val="081E36"/>
                </a:solidFill>
                <a:latin typeface="Aptos"/>
              </a:rPr>
              <a:t>Governance is embedded into the platform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16EEA-C401-057D-29AC-2A60CBAA5D45}"/>
              </a:ext>
            </a:extLst>
          </p:cNvPr>
          <p:cNvSpPr txBox="1"/>
          <p:nvPr/>
        </p:nvSpPr>
        <p:spPr>
          <a:xfrm>
            <a:off x="530352" y="859536"/>
            <a:ext cx="1060704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830" b="0" dirty="0">
                <a:solidFill>
                  <a:srgbClr val="596778"/>
                </a:solidFill>
                <a:latin typeface="Aptos"/>
              </a:rPr>
              <a:t>Controls move from after-the-fact policies to role-based permissions, consent, audit trails and approval gates built into each program stage.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3E63CC0-3A31-ABFA-70A0-2A6C9108D3EE}"/>
              </a:ext>
            </a:extLst>
          </p:cNvPr>
          <p:cNvGrpSpPr/>
          <p:nvPr/>
        </p:nvGrpSpPr>
        <p:grpSpPr>
          <a:xfrm>
            <a:off x="777239" y="1136325"/>
            <a:ext cx="5631997" cy="4231541"/>
            <a:chOff x="777240" y="1154597"/>
            <a:chExt cx="5349240" cy="336253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B8A35FF-4BF7-3014-8763-64F4574B7EF4}"/>
                </a:ext>
              </a:extLst>
            </p:cNvPr>
            <p:cNvSpPr/>
            <p:nvPr/>
          </p:nvSpPr>
          <p:spPr>
            <a:xfrm>
              <a:off x="777240" y="1154597"/>
              <a:ext cx="5349240" cy="363307"/>
            </a:xfrm>
            <a:prstGeom prst="roundRect">
              <a:avLst/>
            </a:prstGeom>
            <a:solidFill>
              <a:srgbClr val="EAFBF1"/>
            </a:solidFill>
            <a:ln w="12700">
              <a:solidFill>
                <a:srgbClr val="72D7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100" b="1" dirty="0">
                  <a:solidFill>
                    <a:srgbClr val="0E8A55"/>
                  </a:solidFill>
                  <a:latin typeface="Aptos"/>
                </a:rPr>
                <a:t>Embedded platform controls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170CDAC-81F0-0130-F447-8C686608F4F9}"/>
                </a:ext>
              </a:extLst>
            </p:cNvPr>
            <p:cNvSpPr/>
            <p:nvPr/>
          </p:nvSpPr>
          <p:spPr>
            <a:xfrm>
              <a:off x="868680" y="1664208"/>
              <a:ext cx="2468880" cy="749808"/>
            </a:xfrm>
            <a:prstGeom prst="roundRect">
              <a:avLst/>
            </a:prstGeom>
            <a:solidFill>
              <a:srgbClr val="EAF4FF"/>
            </a:solidFill>
            <a:ln w="12700">
              <a:solidFill>
                <a:srgbClr val="89BD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50" b="1">
                  <a:solidFill>
                    <a:srgbClr val="081E36"/>
                  </a:solidFill>
                  <a:latin typeface="Aptos"/>
                </a:rPr>
                <a:t>Role-based views</a:t>
              </a:r>
            </a:p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081E36"/>
                  </a:solidFill>
                  <a:latin typeface="Aptos"/>
                </a:rPr>
                <a:t>PD / PM / PC / faculty / learner / sponsor see different data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96973517-CCED-40A0-ED53-94521390F3A0}"/>
                </a:ext>
              </a:extLst>
            </p:cNvPr>
            <p:cNvSpPr/>
            <p:nvPr/>
          </p:nvSpPr>
          <p:spPr>
            <a:xfrm>
              <a:off x="3657600" y="1664208"/>
              <a:ext cx="2468880" cy="749808"/>
            </a:xfrm>
            <a:prstGeom prst="roundRect">
              <a:avLst/>
            </a:prstGeom>
            <a:solidFill>
              <a:srgbClr val="EAFBF1"/>
            </a:solidFill>
            <a:ln w="12700">
              <a:solidFill>
                <a:srgbClr val="72D7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50" b="1">
                  <a:solidFill>
                    <a:srgbClr val="081E36"/>
                  </a:solidFill>
                  <a:latin typeface="Aptos"/>
                </a:rPr>
                <a:t>Consent + purpose</a:t>
              </a:r>
            </a:p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081E36"/>
                  </a:solidFill>
                  <a:latin typeface="Aptos"/>
                </a:rPr>
                <a:t>Learner, alumni and LinkedIn usage tied to approved purposes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4B59E1C-B55C-550B-9122-99F8BE31BA8D}"/>
                </a:ext>
              </a:extLst>
            </p:cNvPr>
            <p:cNvSpPr/>
            <p:nvPr/>
          </p:nvSpPr>
          <p:spPr>
            <a:xfrm>
              <a:off x="868680" y="2715768"/>
              <a:ext cx="2468880" cy="749808"/>
            </a:xfrm>
            <a:prstGeom prst="roundRect">
              <a:avLst/>
            </a:prstGeom>
            <a:solidFill>
              <a:srgbClr val="F4EEFF"/>
            </a:solidFill>
            <a:ln w="12700">
              <a:solidFill>
                <a:srgbClr val="B99A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50" b="1">
                  <a:solidFill>
                    <a:srgbClr val="081E36"/>
                  </a:solidFill>
                  <a:latin typeface="Aptos"/>
                </a:rPr>
                <a:t>Source traceability</a:t>
              </a:r>
            </a:p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081E36"/>
                  </a:solidFill>
                  <a:latin typeface="Aptos"/>
                </a:rPr>
                <a:t>AI output cites program, content or feedback sources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E07E1A2B-AA68-0588-5E24-23BF93830597}"/>
                </a:ext>
              </a:extLst>
            </p:cNvPr>
            <p:cNvSpPr/>
            <p:nvPr/>
          </p:nvSpPr>
          <p:spPr>
            <a:xfrm>
              <a:off x="3657600" y="2715768"/>
              <a:ext cx="2468880" cy="749808"/>
            </a:xfrm>
            <a:prstGeom prst="roundRect">
              <a:avLst/>
            </a:prstGeom>
            <a:solidFill>
              <a:srgbClr val="FFF1E5"/>
            </a:solidFill>
            <a:ln w="12700">
              <a:solidFill>
                <a:srgbClr val="F9B6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50" b="1" dirty="0">
                  <a:solidFill>
                    <a:srgbClr val="081E36"/>
                  </a:solidFill>
                  <a:latin typeface="Aptos"/>
                </a:rPr>
                <a:t>Approval gates</a:t>
              </a:r>
            </a:p>
            <a:p>
              <a:pPr algn="l">
                <a:spcAft>
                  <a:spcPts val="100"/>
                </a:spcAft>
              </a:pPr>
              <a:r>
                <a:rPr sz="1050" b="1" dirty="0">
                  <a:solidFill>
                    <a:srgbClr val="081E36"/>
                  </a:solidFill>
                  <a:latin typeface="Aptos"/>
                </a:rPr>
                <a:t>Route, design, budget, faculty and reports require human sign-off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23FFC5CB-0120-9A5C-10E8-14C9F47822AC}"/>
                </a:ext>
              </a:extLst>
            </p:cNvPr>
            <p:cNvSpPr/>
            <p:nvPr/>
          </p:nvSpPr>
          <p:spPr>
            <a:xfrm>
              <a:off x="868680" y="3767328"/>
              <a:ext cx="2468880" cy="749808"/>
            </a:xfrm>
            <a:prstGeom prst="roundRect">
              <a:avLst/>
            </a:prstGeom>
            <a:solidFill>
              <a:srgbClr val="FFF0EF"/>
            </a:solidFill>
            <a:ln w="12700">
              <a:solidFill>
                <a:srgbClr val="EEA09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50" b="1" dirty="0">
                  <a:solidFill>
                    <a:srgbClr val="081E36"/>
                  </a:solidFill>
                  <a:latin typeface="Aptos"/>
                </a:rPr>
                <a:t>Content/IP rights</a:t>
              </a:r>
            </a:p>
            <a:p>
              <a:pPr algn="l">
                <a:spcAft>
                  <a:spcPts val="100"/>
                </a:spcAft>
              </a:pPr>
              <a:r>
                <a:rPr sz="1050" b="1" dirty="0">
                  <a:solidFill>
                    <a:srgbClr val="081E36"/>
                  </a:solidFill>
                  <a:latin typeface="Aptos"/>
                </a:rPr>
                <a:t>Decks, cases and simulations tagged by reuse permission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291C285-8DE9-BA2A-3F99-E685F1C42817}"/>
                </a:ext>
              </a:extLst>
            </p:cNvPr>
            <p:cNvSpPr/>
            <p:nvPr/>
          </p:nvSpPr>
          <p:spPr>
            <a:xfrm>
              <a:off x="3657600" y="3767328"/>
              <a:ext cx="2468880" cy="749808"/>
            </a:xfrm>
            <a:prstGeom prst="roundRect">
              <a:avLst/>
            </a:prstGeom>
            <a:solidFill>
              <a:srgbClr val="F6F8FB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50" b="1">
                  <a:solidFill>
                    <a:srgbClr val="081E36"/>
                  </a:solidFill>
                  <a:latin typeface="Aptos"/>
                </a:rPr>
                <a:t>Audit + retention</a:t>
              </a:r>
            </a:p>
            <a:p>
              <a:pPr algn="l">
                <a:spcAft>
                  <a:spcPts val="100"/>
                </a:spcAft>
              </a:pPr>
              <a:r>
                <a:rPr sz="1050" b="1">
                  <a:solidFill>
                    <a:srgbClr val="081E36"/>
                  </a:solidFill>
                  <a:latin typeface="Aptos"/>
                </a:rPr>
                <a:t>Access logs, generation history and retention rules by data type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57EB56C-9F1E-5005-2307-34778E8D84B9}"/>
              </a:ext>
            </a:extLst>
          </p:cNvPr>
          <p:cNvGrpSpPr/>
          <p:nvPr/>
        </p:nvGrpSpPr>
        <p:grpSpPr>
          <a:xfrm>
            <a:off x="6720840" y="1225296"/>
            <a:ext cx="4983480" cy="4142570"/>
            <a:chOff x="6720840" y="1225296"/>
            <a:chExt cx="4343400" cy="3429000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8742F49-5896-9090-898A-51D3DBAA4502}"/>
                </a:ext>
              </a:extLst>
            </p:cNvPr>
            <p:cNvSpPr/>
            <p:nvPr/>
          </p:nvSpPr>
          <p:spPr>
            <a:xfrm>
              <a:off x="6720840" y="1225296"/>
              <a:ext cx="1645920" cy="292608"/>
            </a:xfrm>
            <a:prstGeom prst="roundRect">
              <a:avLst/>
            </a:prstGeom>
            <a:solidFill>
              <a:srgbClr val="F4EEFF"/>
            </a:solidFill>
            <a:ln w="12700">
              <a:solidFill>
                <a:srgbClr val="B99A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1000" b="1">
                  <a:solidFill>
                    <a:srgbClr val="6F42C1"/>
                  </a:solidFill>
                  <a:latin typeface="Aptos"/>
                </a:rPr>
                <a:t>Human decision gates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0558B88-243A-DA21-32A3-F5AE0CAD0649}"/>
                </a:ext>
              </a:extLst>
            </p:cNvPr>
            <p:cNvSpPr/>
            <p:nvPr/>
          </p:nvSpPr>
          <p:spPr>
            <a:xfrm>
              <a:off x="6720840" y="1691640"/>
              <a:ext cx="1234440" cy="310896"/>
            </a:xfrm>
            <a:prstGeom prst="roundRect">
              <a:avLst/>
            </a:prstGeom>
            <a:solidFill>
              <a:srgbClr val="081E36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Aptos"/>
                </a:rPr>
                <a:t>Route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DA4F09E-A6F9-43B0-3518-C3B37DFF69A6}"/>
                </a:ext>
              </a:extLst>
            </p:cNvPr>
            <p:cNvSpPr/>
            <p:nvPr/>
          </p:nvSpPr>
          <p:spPr>
            <a:xfrm>
              <a:off x="8138160" y="1691640"/>
              <a:ext cx="2926080" cy="31089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900" b="0">
                  <a:solidFill>
                    <a:srgbClr val="081E36"/>
                  </a:solidFill>
                  <a:latin typeface="Aptos"/>
                </a:rPr>
                <a:t>PD approves Custom / Open / Flagship</a:t>
              </a:r>
            </a:p>
          </p:txBody>
        </p:sp>
        <p:cxnSp>
          <p:nvCxnSpPr>
            <p:cNvPr id="16" name="Connector 15">
              <a:extLst>
                <a:ext uri="{FF2B5EF4-FFF2-40B4-BE49-F238E27FC236}">
                  <a16:creationId xmlns:a16="http://schemas.microsoft.com/office/drawing/2014/main" id="{A62BE74E-854D-6B7E-965E-9A29D6091409}"/>
                </a:ext>
              </a:extLst>
            </p:cNvPr>
            <p:cNvCxnSpPr/>
            <p:nvPr/>
          </p:nvCxnSpPr>
          <p:spPr>
            <a:xfrm>
              <a:off x="7333488" y="2011680"/>
              <a:ext cx="0" cy="164592"/>
            </a:xfrm>
            <a:prstGeom prst="line">
              <a:avLst/>
            </a:prstGeom>
            <a:ln w="11430">
              <a:solidFill>
                <a:srgbClr val="59677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1C267D1F-2AF2-A8E1-8837-97EA91ED9EDE}"/>
                </a:ext>
              </a:extLst>
            </p:cNvPr>
            <p:cNvSpPr/>
            <p:nvPr/>
          </p:nvSpPr>
          <p:spPr>
            <a:xfrm>
              <a:off x="6720840" y="2221992"/>
              <a:ext cx="1234440" cy="310896"/>
            </a:xfrm>
            <a:prstGeom prst="roundRect">
              <a:avLst/>
            </a:prstGeom>
            <a:solidFill>
              <a:srgbClr val="081E36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Aptos"/>
                </a:rPr>
                <a:t>Design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C312D351-6994-85A9-13B7-F19C0D177536}"/>
                </a:ext>
              </a:extLst>
            </p:cNvPr>
            <p:cNvSpPr/>
            <p:nvPr/>
          </p:nvSpPr>
          <p:spPr>
            <a:xfrm>
              <a:off x="8138160" y="2221992"/>
              <a:ext cx="2926080" cy="31089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900" b="0">
                  <a:solidFill>
                    <a:srgbClr val="081E36"/>
                  </a:solidFill>
                  <a:latin typeface="Aptos"/>
                </a:rPr>
                <a:t>PD + PM approve learning journey</a:t>
              </a:r>
            </a:p>
          </p:txBody>
        </p:sp>
        <p:cxnSp>
          <p:nvCxnSpPr>
            <p:cNvPr id="19" name="Connector 18">
              <a:extLst>
                <a:ext uri="{FF2B5EF4-FFF2-40B4-BE49-F238E27FC236}">
                  <a16:creationId xmlns:a16="http://schemas.microsoft.com/office/drawing/2014/main" id="{0BE6A6E6-CFFA-2756-DB44-73668DB95910}"/>
                </a:ext>
              </a:extLst>
            </p:cNvPr>
            <p:cNvCxnSpPr/>
            <p:nvPr/>
          </p:nvCxnSpPr>
          <p:spPr>
            <a:xfrm>
              <a:off x="7333488" y="2542032"/>
              <a:ext cx="0" cy="164592"/>
            </a:xfrm>
            <a:prstGeom prst="line">
              <a:avLst/>
            </a:prstGeom>
            <a:ln w="11430">
              <a:solidFill>
                <a:srgbClr val="59677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57241DF5-539E-5D26-E91C-A6CE391938D6}"/>
                </a:ext>
              </a:extLst>
            </p:cNvPr>
            <p:cNvSpPr/>
            <p:nvPr/>
          </p:nvSpPr>
          <p:spPr>
            <a:xfrm>
              <a:off x="6720840" y="2752344"/>
              <a:ext cx="1234440" cy="310896"/>
            </a:xfrm>
            <a:prstGeom prst="roundRect">
              <a:avLst/>
            </a:prstGeom>
            <a:solidFill>
              <a:srgbClr val="081E36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Aptos"/>
                </a:rPr>
                <a:t>Budget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394CD1C0-BDC1-5BE4-A147-4F70D4813A78}"/>
                </a:ext>
              </a:extLst>
            </p:cNvPr>
            <p:cNvSpPr/>
            <p:nvPr/>
          </p:nvSpPr>
          <p:spPr>
            <a:xfrm>
              <a:off x="8138160" y="2752344"/>
              <a:ext cx="2926080" cy="31089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900" b="0">
                  <a:solidFill>
                    <a:srgbClr val="081E36"/>
                  </a:solidFill>
                  <a:latin typeface="Aptos"/>
                </a:rPr>
                <a:t>PD + Finance / leadership approve</a:t>
              </a:r>
            </a:p>
          </p:txBody>
        </p:sp>
        <p:cxnSp>
          <p:nvCxnSpPr>
            <p:cNvPr id="22" name="Connector 21">
              <a:extLst>
                <a:ext uri="{FF2B5EF4-FFF2-40B4-BE49-F238E27FC236}">
                  <a16:creationId xmlns:a16="http://schemas.microsoft.com/office/drawing/2014/main" id="{E69319CE-51D0-2B55-5ADA-13DE1C8A8820}"/>
                </a:ext>
              </a:extLst>
            </p:cNvPr>
            <p:cNvCxnSpPr/>
            <p:nvPr/>
          </p:nvCxnSpPr>
          <p:spPr>
            <a:xfrm>
              <a:off x="7333488" y="3072384"/>
              <a:ext cx="0" cy="164592"/>
            </a:xfrm>
            <a:prstGeom prst="line">
              <a:avLst/>
            </a:prstGeom>
            <a:ln w="11430">
              <a:solidFill>
                <a:srgbClr val="59677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EADD54CD-3344-12C4-3A9F-E28C12AC0089}"/>
                </a:ext>
              </a:extLst>
            </p:cNvPr>
            <p:cNvSpPr/>
            <p:nvPr/>
          </p:nvSpPr>
          <p:spPr>
            <a:xfrm>
              <a:off x="6720840" y="3282696"/>
              <a:ext cx="1234440" cy="310896"/>
            </a:xfrm>
            <a:prstGeom prst="roundRect">
              <a:avLst/>
            </a:prstGeom>
            <a:solidFill>
              <a:srgbClr val="081E36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Aptos"/>
                </a:rPr>
                <a:t>Faculty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0678C6F0-3351-A5A3-4FA1-2C40EA3929CC}"/>
                </a:ext>
              </a:extLst>
            </p:cNvPr>
            <p:cNvSpPr/>
            <p:nvPr/>
          </p:nvSpPr>
          <p:spPr>
            <a:xfrm>
              <a:off x="8138160" y="3282696"/>
              <a:ext cx="2926080" cy="31089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900" b="0">
                  <a:solidFill>
                    <a:srgbClr val="081E36"/>
                  </a:solidFill>
                  <a:latin typeface="Aptos"/>
                </a:rPr>
                <a:t>PD / PM approve shortlist</a:t>
              </a:r>
            </a:p>
          </p:txBody>
        </p:sp>
        <p:cxnSp>
          <p:nvCxnSpPr>
            <p:cNvPr id="25" name="Connector 24">
              <a:extLst>
                <a:ext uri="{FF2B5EF4-FFF2-40B4-BE49-F238E27FC236}">
                  <a16:creationId xmlns:a16="http://schemas.microsoft.com/office/drawing/2014/main" id="{AD843955-C2A1-23EC-177A-CC287A030ACE}"/>
                </a:ext>
              </a:extLst>
            </p:cNvPr>
            <p:cNvCxnSpPr/>
            <p:nvPr/>
          </p:nvCxnSpPr>
          <p:spPr>
            <a:xfrm>
              <a:off x="7333488" y="3602736"/>
              <a:ext cx="0" cy="164592"/>
            </a:xfrm>
            <a:prstGeom prst="line">
              <a:avLst/>
            </a:prstGeom>
            <a:ln w="11430">
              <a:solidFill>
                <a:srgbClr val="59677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96B9ABE0-EDA8-DB54-3DDD-B3C92F655D0B}"/>
                </a:ext>
              </a:extLst>
            </p:cNvPr>
            <p:cNvSpPr/>
            <p:nvPr/>
          </p:nvSpPr>
          <p:spPr>
            <a:xfrm>
              <a:off x="6720840" y="3813048"/>
              <a:ext cx="1234440" cy="310896"/>
            </a:xfrm>
            <a:prstGeom prst="roundRect">
              <a:avLst/>
            </a:prstGeom>
            <a:solidFill>
              <a:srgbClr val="081E36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Aptos"/>
                </a:rPr>
                <a:t>Sponsor report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9BFE6FCE-220A-A562-895F-09056151F96A}"/>
                </a:ext>
              </a:extLst>
            </p:cNvPr>
            <p:cNvSpPr/>
            <p:nvPr/>
          </p:nvSpPr>
          <p:spPr>
            <a:xfrm>
              <a:off x="8138160" y="3813048"/>
              <a:ext cx="2926080" cy="31089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900" b="0">
                  <a:solidFill>
                    <a:srgbClr val="081E36"/>
                  </a:solidFill>
                  <a:latin typeface="Aptos"/>
                </a:rPr>
                <a:t>PD approves value narrative</a:t>
              </a:r>
            </a:p>
          </p:txBody>
        </p:sp>
        <p:cxnSp>
          <p:nvCxnSpPr>
            <p:cNvPr id="28" name="Connector 27">
              <a:extLst>
                <a:ext uri="{FF2B5EF4-FFF2-40B4-BE49-F238E27FC236}">
                  <a16:creationId xmlns:a16="http://schemas.microsoft.com/office/drawing/2014/main" id="{609E4154-1A23-7254-4E56-7D4BD154135D}"/>
                </a:ext>
              </a:extLst>
            </p:cNvPr>
            <p:cNvCxnSpPr/>
            <p:nvPr/>
          </p:nvCxnSpPr>
          <p:spPr>
            <a:xfrm>
              <a:off x="7333488" y="4133087"/>
              <a:ext cx="0" cy="164593"/>
            </a:xfrm>
            <a:prstGeom prst="line">
              <a:avLst/>
            </a:prstGeom>
            <a:ln w="11430">
              <a:solidFill>
                <a:srgbClr val="59677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CDB064A8-DF7C-CC23-9C53-44A5C5D31CEF}"/>
                </a:ext>
              </a:extLst>
            </p:cNvPr>
            <p:cNvSpPr/>
            <p:nvPr/>
          </p:nvSpPr>
          <p:spPr>
            <a:xfrm>
              <a:off x="6720840" y="4343400"/>
              <a:ext cx="1234440" cy="310896"/>
            </a:xfrm>
            <a:prstGeom prst="roundRect">
              <a:avLst/>
            </a:prstGeom>
            <a:solidFill>
              <a:srgbClr val="081E36"/>
            </a:solidFill>
            <a:ln w="12700">
              <a:solidFill>
                <a:srgbClr val="081E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Aptos"/>
                </a:rPr>
                <a:t>Sensitive learner / alumni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F6B43303-F020-6CCC-2232-359C0F3C0D9B}"/>
                </a:ext>
              </a:extLst>
            </p:cNvPr>
            <p:cNvSpPr/>
            <p:nvPr/>
          </p:nvSpPr>
          <p:spPr>
            <a:xfrm>
              <a:off x="8138160" y="4343400"/>
              <a:ext cx="2926080" cy="31089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3D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900" b="0">
                  <a:solidFill>
                    <a:srgbClr val="081E36"/>
                  </a:solidFill>
                  <a:latin typeface="Aptos"/>
                </a:rPr>
                <a:t>PM / PD / leadership approve</a:t>
              </a:r>
            </a:p>
          </p:txBody>
        </p:sp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A998404-8DB7-1F14-4D5C-A1C369BDC43C}"/>
              </a:ext>
            </a:extLst>
          </p:cNvPr>
          <p:cNvSpPr/>
          <p:nvPr/>
        </p:nvSpPr>
        <p:spPr>
          <a:xfrm>
            <a:off x="960120" y="5650992"/>
            <a:ext cx="10241280" cy="457200"/>
          </a:xfrm>
          <a:prstGeom prst="roundRect">
            <a:avLst/>
          </a:prstGeom>
          <a:solidFill>
            <a:srgbClr val="EAFBF1"/>
          </a:solidFill>
          <a:ln w="12700">
            <a:solidFill>
              <a:srgbClr val="72D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 dirty="0">
                <a:solidFill>
                  <a:srgbClr val="0E8A55"/>
                </a:solidFill>
                <a:latin typeface="Aptos"/>
              </a:rPr>
              <a:t>Stronger than DIY governance because the platform can enforce access, approvals, source citations and audit trails by design.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D90BA3-B08B-CF41-8687-C32E384171C4}"/>
              </a:ext>
            </a:extLst>
          </p:cNvPr>
          <p:cNvSpPr txBox="1"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r>
              <a:rPr sz="500" b="0">
                <a:solidFill>
                  <a:srgbClr val="7A8797"/>
                </a:solidFill>
                <a:latin typeface="Aptos"/>
              </a:rPr>
              <a:t>TMTC AI transformation | Persona journeys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418C8-3EFF-0B03-0052-5B2803AF209A}"/>
              </a:ext>
            </a:extLst>
          </p:cNvPr>
          <p:cNvSpPr txBox="1"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550" b="0">
                <a:solidFill>
                  <a:srgbClr val="7A8797"/>
                </a:solidFill>
                <a:latin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444167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1 wins speed; Option 2 wins transformation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recommended strategy is platform-first vision with agents-first execution.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0559" y="162052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to value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27959" y="1638812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0" name="Shape 8"/>
          <p:cNvSpPr/>
          <p:nvPr/>
        </p:nvSpPr>
        <p:spPr>
          <a:xfrm>
            <a:off x="2727959" y="1638812"/>
            <a:ext cx="2839212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1" name="Shape 9"/>
          <p:cNvSpPr/>
          <p:nvPr/>
        </p:nvSpPr>
        <p:spPr>
          <a:xfrm>
            <a:off x="2727959" y="1766828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2" name="Shape 10"/>
          <p:cNvSpPr/>
          <p:nvPr/>
        </p:nvSpPr>
        <p:spPr>
          <a:xfrm>
            <a:off x="2727959" y="1766828"/>
            <a:ext cx="15773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3" name="Text 11"/>
          <p:cNvSpPr/>
          <p:nvPr/>
        </p:nvSpPr>
        <p:spPr>
          <a:xfrm>
            <a:off x="670559" y="205943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upfront cost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27959" y="2077724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5" name="Shape 13"/>
          <p:cNvSpPr/>
          <p:nvPr/>
        </p:nvSpPr>
        <p:spPr>
          <a:xfrm>
            <a:off x="2727959" y="2077724"/>
            <a:ext cx="2523744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6" name="Shape 14"/>
          <p:cNvSpPr/>
          <p:nvPr/>
        </p:nvSpPr>
        <p:spPr>
          <a:xfrm>
            <a:off x="2727959" y="2205740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7" name="Shape 15"/>
          <p:cNvSpPr/>
          <p:nvPr/>
        </p:nvSpPr>
        <p:spPr>
          <a:xfrm>
            <a:off x="2727959" y="2205740"/>
            <a:ext cx="15773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8" name="Text 16"/>
          <p:cNvSpPr/>
          <p:nvPr/>
        </p:nvSpPr>
        <p:spPr>
          <a:xfrm>
            <a:off x="670559" y="24983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adoption ease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27959" y="2516636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0" name="Shape 18"/>
          <p:cNvSpPr/>
          <p:nvPr/>
        </p:nvSpPr>
        <p:spPr>
          <a:xfrm>
            <a:off x="2727959" y="2516636"/>
            <a:ext cx="2523744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1" name="Shape 19"/>
          <p:cNvSpPr/>
          <p:nvPr/>
        </p:nvSpPr>
        <p:spPr>
          <a:xfrm>
            <a:off x="2727959" y="2644652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2" name="Shape 20"/>
          <p:cNvSpPr/>
          <p:nvPr/>
        </p:nvSpPr>
        <p:spPr>
          <a:xfrm>
            <a:off x="2727959" y="2644652"/>
            <a:ext cx="189280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3" name="Text 21"/>
          <p:cNvSpPr/>
          <p:nvPr/>
        </p:nvSpPr>
        <p:spPr>
          <a:xfrm>
            <a:off x="670559" y="293726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source of truth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27959" y="2955548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5" name="Shape 23"/>
          <p:cNvSpPr/>
          <p:nvPr/>
        </p:nvSpPr>
        <p:spPr>
          <a:xfrm>
            <a:off x="2727959" y="2955548"/>
            <a:ext cx="1261872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6" name="Shape 24"/>
          <p:cNvSpPr/>
          <p:nvPr/>
        </p:nvSpPr>
        <p:spPr>
          <a:xfrm>
            <a:off x="2727959" y="3083564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7" name="Shape 25"/>
          <p:cNvSpPr/>
          <p:nvPr/>
        </p:nvSpPr>
        <p:spPr>
          <a:xfrm>
            <a:off x="2727959" y="3083564"/>
            <a:ext cx="283921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8" name="Text 26"/>
          <p:cNvSpPr/>
          <p:nvPr/>
        </p:nvSpPr>
        <p:spPr>
          <a:xfrm>
            <a:off x="670559" y="337617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PD/PM/PC handoffs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27959" y="3394460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0" name="Shape 28"/>
          <p:cNvSpPr/>
          <p:nvPr/>
        </p:nvSpPr>
        <p:spPr>
          <a:xfrm>
            <a:off x="2727959" y="3394460"/>
            <a:ext cx="157734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1" name="Shape 29"/>
          <p:cNvSpPr/>
          <p:nvPr/>
        </p:nvSpPr>
        <p:spPr>
          <a:xfrm>
            <a:off x="2727959" y="3522476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2" name="Shape 30"/>
          <p:cNvSpPr/>
          <p:nvPr/>
        </p:nvSpPr>
        <p:spPr>
          <a:xfrm>
            <a:off x="2727959" y="3522476"/>
            <a:ext cx="283921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3" name="Text 31"/>
          <p:cNvSpPr/>
          <p:nvPr/>
        </p:nvSpPr>
        <p:spPr>
          <a:xfrm>
            <a:off x="670559" y="38150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+ audit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27959" y="3833372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5" name="Shape 33"/>
          <p:cNvSpPr/>
          <p:nvPr/>
        </p:nvSpPr>
        <p:spPr>
          <a:xfrm>
            <a:off x="2727959" y="3833372"/>
            <a:ext cx="157734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6" name="Shape 34"/>
          <p:cNvSpPr/>
          <p:nvPr/>
        </p:nvSpPr>
        <p:spPr>
          <a:xfrm>
            <a:off x="2727959" y="3961388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7" name="Shape 35"/>
          <p:cNvSpPr/>
          <p:nvPr/>
        </p:nvSpPr>
        <p:spPr>
          <a:xfrm>
            <a:off x="2727959" y="3961388"/>
            <a:ext cx="2523744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38" name="Text 36"/>
          <p:cNvSpPr/>
          <p:nvPr/>
        </p:nvSpPr>
        <p:spPr>
          <a:xfrm>
            <a:off x="670559" y="425399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 / alumni experience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27959" y="4272284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0" name="Shape 38"/>
          <p:cNvSpPr/>
          <p:nvPr/>
        </p:nvSpPr>
        <p:spPr>
          <a:xfrm>
            <a:off x="2727959" y="4272284"/>
            <a:ext cx="1261872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1" name="Shape 39"/>
          <p:cNvSpPr/>
          <p:nvPr/>
        </p:nvSpPr>
        <p:spPr>
          <a:xfrm>
            <a:off x="2727959" y="4400300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2" name="Shape 40"/>
          <p:cNvSpPr/>
          <p:nvPr/>
        </p:nvSpPr>
        <p:spPr>
          <a:xfrm>
            <a:off x="2727959" y="4400300"/>
            <a:ext cx="283921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3" name="Text 41"/>
          <p:cNvSpPr/>
          <p:nvPr/>
        </p:nvSpPr>
        <p:spPr>
          <a:xfrm>
            <a:off x="670559" y="469290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intelligence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27959" y="4711196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5" name="Shape 43"/>
          <p:cNvSpPr/>
          <p:nvPr/>
        </p:nvSpPr>
        <p:spPr>
          <a:xfrm>
            <a:off x="2727959" y="4711196"/>
            <a:ext cx="1261872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6" name="Shape 44"/>
          <p:cNvSpPr/>
          <p:nvPr/>
        </p:nvSpPr>
        <p:spPr>
          <a:xfrm>
            <a:off x="2727959" y="4839212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7" name="Shape 45"/>
          <p:cNvSpPr/>
          <p:nvPr/>
        </p:nvSpPr>
        <p:spPr>
          <a:xfrm>
            <a:off x="2727959" y="4839212"/>
            <a:ext cx="283921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8" name="Text 46"/>
          <p:cNvSpPr/>
          <p:nvPr/>
        </p:nvSpPr>
        <p:spPr>
          <a:xfrm>
            <a:off x="670559" y="51318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memory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727959" y="5150108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50" name="Shape 48"/>
          <p:cNvSpPr/>
          <p:nvPr/>
        </p:nvSpPr>
        <p:spPr>
          <a:xfrm>
            <a:off x="2727959" y="5150108"/>
            <a:ext cx="1261872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51" name="Shape 49"/>
          <p:cNvSpPr/>
          <p:nvPr/>
        </p:nvSpPr>
        <p:spPr>
          <a:xfrm>
            <a:off x="2727959" y="5278124"/>
            <a:ext cx="315468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52" name="Shape 50"/>
          <p:cNvSpPr/>
          <p:nvPr/>
        </p:nvSpPr>
        <p:spPr>
          <a:xfrm>
            <a:off x="2727959" y="5278124"/>
            <a:ext cx="283921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A93075E-AD6B-4A9D-59D4-0060BF589B76}"/>
              </a:ext>
            </a:extLst>
          </p:cNvPr>
          <p:cNvGrpSpPr/>
          <p:nvPr/>
        </p:nvGrpSpPr>
        <p:grpSpPr>
          <a:xfrm>
            <a:off x="6537960" y="1161965"/>
            <a:ext cx="4572000" cy="4507315"/>
            <a:chOff x="6537960" y="1161965"/>
            <a:chExt cx="4572000" cy="4507315"/>
          </a:xfrm>
        </p:grpSpPr>
        <p:sp>
          <p:nvSpPr>
            <p:cNvPr id="6" name="Text 4"/>
            <p:cNvSpPr/>
            <p:nvPr/>
          </p:nvSpPr>
          <p:spPr>
            <a:xfrm>
              <a:off x="6544737" y="1161965"/>
              <a:ext cx="2069253" cy="420624"/>
            </a:xfrm>
            <a:prstGeom prst="roundRect">
              <a:avLst>
                <a:gd name="adj" fmla="val 26667"/>
              </a:avLst>
            </a:prstGeom>
            <a:solidFill>
              <a:srgbClr val="FFF7ED"/>
            </a:solidFill>
            <a:ln w="10160">
              <a:solidFill>
                <a:srgbClr val="F97316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973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Option 1: DIY agents</a:t>
              </a:r>
              <a:endParaRPr lang="en-US" sz="11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8949264" y="1170432"/>
              <a:ext cx="1976459" cy="466344"/>
            </a:xfrm>
            <a:prstGeom prst="roundRect">
              <a:avLst>
                <a:gd name="adj" fmla="val 26667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</a:ln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0B98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Option 2: Platform</a:t>
              </a:r>
              <a:endParaRPr lang="en-US" sz="11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6537960" y="1828800"/>
              <a:ext cx="4572000" cy="1783080"/>
            </a:xfrm>
            <a:prstGeom prst="roundRect">
              <a:avLst>
                <a:gd name="adj" fmla="val 4103"/>
              </a:avLst>
            </a:prstGeom>
            <a:solidFill>
              <a:srgbClr val="ECFDF5"/>
            </a:solidFill>
            <a:ln w="1016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54" name="Text 52"/>
            <p:cNvSpPr/>
            <p:nvPr/>
          </p:nvSpPr>
          <p:spPr>
            <a:xfrm>
              <a:off x="6684264" y="1975104"/>
              <a:ext cx="42793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Recommend</a:t>
              </a:r>
              <a:endParaRPr lang="en-US" sz="14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6702552" y="2304288"/>
              <a:ext cx="4242816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Use DIY agents for 0–90 day quick wins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Commit to a single platform as the target operating model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Start platform MVP with Custom Program Workspace</a:t>
              </a:r>
              <a:endParaRPr lang="en-US" sz="11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6537960" y="3886200"/>
              <a:ext cx="4572000" cy="1783080"/>
            </a:xfrm>
            <a:prstGeom prst="roundRect">
              <a:avLst>
                <a:gd name="adj" fmla="val 4103"/>
              </a:avLst>
            </a:prstGeom>
            <a:solidFill>
              <a:srgbClr val="FEF2F2"/>
            </a:solidFill>
            <a:ln w="1016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IN" sz="2800"/>
            </a:p>
          </p:txBody>
        </p:sp>
        <p:sp>
          <p:nvSpPr>
            <p:cNvPr id="57" name="Text 55"/>
            <p:cNvSpPr/>
            <p:nvPr/>
          </p:nvSpPr>
          <p:spPr>
            <a:xfrm>
              <a:off x="6684264" y="4032504"/>
              <a:ext cx="427939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F444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Why not DIY as the end-state?</a:t>
              </a:r>
              <a:endParaRPr lang="en-US" sz="14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6702552" y="4361688"/>
              <a:ext cx="4242816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Agent sprawl and inconsistent outputs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No automatic program memory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Handoffs remain manual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374151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• Leadership still lacks portfolio visibility</a:t>
              </a:r>
              <a:endParaRPr lang="en-US" sz="1100" dirty="0"/>
            </a:p>
          </p:txBody>
        </p:sp>
      </p:grpSp>
      <p:sp>
        <p:nvSpPr>
          <p:cNvPr id="59" name="Text 57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Phased path: learn with agents, scale through the platform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0352" y="8778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where TMTC can move now, but do not let quick wins become the final architecture.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FF7ED"/>
          </a:solidFill>
          <a:ln w="101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7" name="Text 5"/>
          <p:cNvSpPr/>
          <p:nvPr/>
        </p:nvSpPr>
        <p:spPr>
          <a:xfrm>
            <a:off x="758952" y="15727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0–90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874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incubation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5528" y="24231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Prompt packs + hothouse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Feedback report agent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Dossier builder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Nomination tracker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Faculty DB MVP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1F7FF"/>
          </a:solidFill>
          <a:ln w="10160">
            <a:solidFill>
              <a:srgbClr val="1F6FEB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1" name="Text 9"/>
          <p:cNvSpPr/>
          <p:nvPr/>
        </p:nvSpPr>
        <p:spPr>
          <a:xfrm>
            <a:off x="3639312" y="15727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3–6 months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39312" y="1874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Workspace MVP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75888" y="24231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 program intake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PD/PM/PC team assignment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Sponsor brief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Journey draft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Program memory capture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137160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5" name="Text 13"/>
          <p:cNvSpPr/>
          <p:nvPr/>
        </p:nvSpPr>
        <p:spPr>
          <a:xfrm>
            <a:off x="6519672" y="15727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6–12 months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9672" y="1874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expansion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56248" y="24231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program workflow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LMS integration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Cohort intelligence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Delivery cockpit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Content asset graph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35440" y="137160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9" name="Text 17"/>
          <p:cNvSpPr/>
          <p:nvPr/>
        </p:nvSpPr>
        <p:spPr>
          <a:xfrm>
            <a:off x="9400032" y="15727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12–18 months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00032" y="1874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AI-native scale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436608" y="242316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Demand brain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Learner concierge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Alumni graph.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Impact engine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Renewal recommendations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5166360"/>
            <a:ext cx="1014984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0160">
            <a:solidFill>
              <a:srgbClr val="0B1F3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ask: approve the platform-first direction and start with a Custom Program Workspace MVP, while running DIY agents as the adoption and learning layer.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502920" y="656539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TMTC AI transformation | Persona journeys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92840" y="65379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2808</Words>
  <Application>Microsoft Office PowerPoint</Application>
  <PresentationFormat>Widescreen</PresentationFormat>
  <Paragraphs>604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Avenir Next LT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Tata Sons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AI Transformation Scenarios for TMTC</dc:title>
  <dc:subject>TMTC AI Transformation User Journeys</dc:subject>
  <dc:creator>OpenAI</dc:creator>
  <cp:lastModifiedBy>Nirmit Shah</cp:lastModifiedBy>
  <cp:revision>2</cp:revision>
  <dcterms:created xsi:type="dcterms:W3CDTF">2026-05-18T04:47:21Z</dcterms:created>
  <dcterms:modified xsi:type="dcterms:W3CDTF">2026-05-21T12:51:05Z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bba68-4eb1-45e8-9c75-b7dd7eb6bd90_Enabled">
    <vt:lpwstr>true</vt:lpwstr>
  </property>
  <property fmtid="{D5CDD505-2E9C-101B-9397-08002B2CF9AE}" pid="3" name="MSIP_Label_153bba68-4eb1-45e8-9c75-b7dd7eb6bd90_SetDate">
    <vt:lpwstr>2026-05-18T06:35:38Z</vt:lpwstr>
  </property>
  <property fmtid="{D5CDD505-2E9C-101B-9397-08002B2CF9AE}" pid="4" name="MSIP_Label_153bba68-4eb1-45e8-9c75-b7dd7eb6bd90_Method">
    <vt:lpwstr>Standard</vt:lpwstr>
  </property>
  <property fmtid="{D5CDD505-2E9C-101B-9397-08002B2CF9AE}" pid="5" name="MSIP_Label_153bba68-4eb1-45e8-9c75-b7dd7eb6bd90_Name">
    <vt:lpwstr>153bba68-4eb1-45e8-9c75-b7dd7eb6bd90</vt:lpwstr>
  </property>
  <property fmtid="{D5CDD505-2E9C-101B-9397-08002B2CF9AE}" pid="6" name="MSIP_Label_153bba68-4eb1-45e8-9c75-b7dd7eb6bd90_SiteId">
    <vt:lpwstr>e5ba7b2a-a780-41a9-92b2-c2ed52d3a12f</vt:lpwstr>
  </property>
  <property fmtid="{D5CDD505-2E9C-101B-9397-08002B2CF9AE}" pid="7" name="MSIP_Label_153bba68-4eb1-45e8-9c75-b7dd7eb6bd90_ActionId">
    <vt:lpwstr>5d29a2cc-62d7-4075-af67-c54caa978296</vt:lpwstr>
  </property>
  <property fmtid="{D5CDD505-2E9C-101B-9397-08002B2CF9AE}" pid="8" name="MSIP_Label_153bba68-4eb1-45e8-9c75-b7dd7eb6bd90_ContentBits">
    <vt:lpwstr>2</vt:lpwstr>
  </property>
  <property fmtid="{D5CDD505-2E9C-101B-9397-08002B2CF9AE}" pid="9" name="MSIP_Label_153bba68-4eb1-45e8-9c75-b7dd7eb6bd90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Tata Sons - Internal</vt:lpwstr>
  </property>
</Properties>
</file>